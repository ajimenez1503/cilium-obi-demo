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authors.xml" ContentType="application/vnd.ms-powerpoint.author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5d34a8b255864f3c" /><Relationship Type="http://schemas.openxmlformats.org/officeDocument/2006/relationships/extended-properties" Target="/docProps/app.xml" Id="R4755aeff88244d63" /><Relationship Type="http://schemas.openxmlformats.org/officeDocument/2006/relationships/officeDocument" Target="/ppt/presentation.xml" Id="R0c0eddb8ce454f56"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45e017bd4a394a19"/>
  </p:sldMasterIdLst>
  <p:notesMasterIdLst>
    <p:notesMasterId xmlns:r="http://schemas.openxmlformats.org/officeDocument/2006/relationships" r:id="R803b0453100348c4"/>
  </p:notesMasterIdLst>
  <p:sldIdLst>
    <p:sldId xmlns:r="http://schemas.openxmlformats.org/officeDocument/2006/relationships" id="256" r:id="R6427aff654ee4cb4"/>
    <p:sldId xmlns:r="http://schemas.openxmlformats.org/officeDocument/2006/relationships" id="257" r:id="Rd635e89fb7d34595"/>
    <p:sldId xmlns:r="http://schemas.openxmlformats.org/officeDocument/2006/relationships" id="258" r:id="Rdd8c5bd4e2244490"/>
    <p:sldId xmlns:r="http://schemas.openxmlformats.org/officeDocument/2006/relationships" id="259" r:id="R48d8c31124314e84"/>
    <p:sldId xmlns:r="http://schemas.openxmlformats.org/officeDocument/2006/relationships" id="260" r:id="R8cf924866f054f2d"/>
    <p:sldId xmlns:r="http://schemas.openxmlformats.org/officeDocument/2006/relationships" id="261" r:id="R9050ffbfe3804c91"/>
    <p:sldId xmlns:r="http://schemas.openxmlformats.org/officeDocument/2006/relationships" id="262" r:id="R7184234cd026426a"/>
    <p:sldId xmlns:r="http://schemas.openxmlformats.org/officeDocument/2006/relationships" id="263" r:id="R7b3c429886244b95"/>
    <p:sldId xmlns:r="http://schemas.openxmlformats.org/officeDocument/2006/relationships" id="264" r:id="R387c8c1c1ed740d3"/>
    <p:sldId xmlns:r="http://schemas.openxmlformats.org/officeDocument/2006/relationships" id="265" r:id="R18819a36439245bf"/>
    <p:sldId xmlns:r="http://schemas.openxmlformats.org/officeDocument/2006/relationships" id="266" r:id="R57055729f3734f1d"/>
    <p:sldId xmlns:r="http://schemas.openxmlformats.org/officeDocument/2006/relationships" id="267" r:id="R17286aacdbc7402d"/>
    <p:sldId xmlns:r="http://schemas.openxmlformats.org/officeDocument/2006/relationships" id="268" r:id="R6102adf9bae84e57"/>
    <p:sldId xmlns:r="http://schemas.openxmlformats.org/officeDocument/2006/relationships" id="269" r:id="R04cec5f65a494de1"/>
    <p:sldId xmlns:r="http://schemas.openxmlformats.org/officeDocument/2006/relationships" id="270" r:id="R8f20d45478434a9b"/>
    <p:sldId xmlns:r="http://schemas.openxmlformats.org/officeDocument/2006/relationships" id="271" r:id="Rdc3cef103a9044b8"/>
    <p:sldId xmlns:r="http://schemas.openxmlformats.org/officeDocument/2006/relationships" id="272" r:id="R04886cebfcb6413b"/>
    <p:sldId xmlns:r="http://schemas.openxmlformats.org/officeDocument/2006/relationships" id="273" r:id="R3cb83735cbf147cf"/>
    <p:sldId xmlns:r="http://schemas.openxmlformats.org/officeDocument/2006/relationships" id="274" r:id="R5477e96aad994d5f"/>
    <p:sldId xmlns:r="http://schemas.openxmlformats.org/officeDocument/2006/relationships" id="275" r:id="Rc2d75e9f447e4ad5"/>
    <p:sldId xmlns:r="http://schemas.openxmlformats.org/officeDocument/2006/relationships" id="276" r:id="R6b2a8cb7d63447c0"/>
    <p:sldId xmlns:r="http://schemas.openxmlformats.org/officeDocument/2006/relationships" id="277" r:id="R1a292159f78d4eda"/>
    <p:sldId xmlns:r="http://schemas.openxmlformats.org/officeDocument/2006/relationships" id="278" r:id="R64f0ca64d14649f5"/>
    <p:sldId xmlns:r="http://schemas.openxmlformats.org/officeDocument/2006/relationships" id="279" r:id="Re74a133f40a74d6e"/>
    <p:sldId xmlns:r="http://schemas.openxmlformats.org/officeDocument/2006/relationships" id="280" r:id="Rd8bb521b1c2442ab"/>
    <p:sldId xmlns:r="http://schemas.openxmlformats.org/officeDocument/2006/relationships" id="281" r:id="Rabf6e840dd464749"/>
    <p:sldId xmlns:r="http://schemas.openxmlformats.org/officeDocument/2006/relationships" id="282" r:id="R680b6af7a24c45c0"/>
    <p:sldId xmlns:r="http://schemas.openxmlformats.org/officeDocument/2006/relationships" id="283" r:id="R405beddef71e4f66"/>
    <p:sldId xmlns:r="http://schemas.openxmlformats.org/officeDocument/2006/relationships" id="284" r:id="Rafd5bb6d481d4698"/>
    <p:sldId xmlns:r="http://schemas.openxmlformats.org/officeDocument/2006/relationships" id="285" r:id="R3efbf47104f348ce"/>
    <p:sldId xmlns:r="http://schemas.openxmlformats.org/officeDocument/2006/relationships" id="286" r:id="Rca8a73eb3726462c"/>
    <p:sldId xmlns:r="http://schemas.openxmlformats.org/officeDocument/2006/relationships" id="287" r:id="R976ec1213a7c4145"/>
    <p:sldId xmlns:r="http://schemas.openxmlformats.org/officeDocument/2006/relationships" id="288" r:id="R91b00913585c459f"/>
    <p:sldId xmlns:r="http://schemas.openxmlformats.org/officeDocument/2006/relationships" id="289" r:id="Rde0bed96487b4cd5"/>
    <p:sldId xmlns:r="http://schemas.openxmlformats.org/officeDocument/2006/relationships" id="290" r:id="Rb4486bd804d74ba4"/>
    <p:sldId xmlns:r="http://schemas.openxmlformats.org/officeDocument/2006/relationships" id="291" r:id="Rb1cfb95b2a7f4d10"/>
  </p:sldIdLst>
  <p:sldSz cx="12192000" cy="6858000"/>
  <p:notesSz cx="6858000" cy="9144000"/>
  <p:embeddedFontLst>
    <p:embeddedFont>
      <p:font typeface="CiscoSansTT"/>
      <p:regular xmlns:r="http://schemas.openxmlformats.org/officeDocument/2006/relationships" r:id="R3310b60032c3496c"/>
      <p:bold xmlns:r="http://schemas.openxmlformats.org/officeDocument/2006/relationships" r:id="R761073bd88d84b1e"/>
      <p:italic xmlns:r="http://schemas.openxmlformats.org/officeDocument/2006/relationships" r:id="Ra02938508da14a93"/>
      <p:boldItalic xmlns:r="http://schemas.openxmlformats.org/officeDocument/2006/relationships" r:id="Rde270240357d4b45"/>
    </p:embeddedFont>
    <p:embeddedFont>
      <p:font typeface="CiscoSansTT Medium"/>
      <p:regular xmlns:r="http://schemas.openxmlformats.org/officeDocument/2006/relationships" r:id="R3a1a51513af54993"/>
      <p:italic xmlns:r="http://schemas.openxmlformats.org/officeDocument/2006/relationships" r:id="R717fc1da982c4045"/>
    </p:embeddedFont>
  </p:embeddedFontLst>
</p:presentation>
</file>

<file path=ppt/authors.xml><?xml version="1.0" encoding="utf-8"?>
<p188:authorLst xmlns:p188="http://schemas.microsoft.com/office/powerpoint/2018/8/main">
  <p188:author id="{00000000-0000-0000-0000-000000000000}" name="Author" initials="A" userId="Author" providerId="AD"/>
</p188:authorLst>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3abe277d49cd41b7" /><Relationship Type="http://schemas.openxmlformats.org/officeDocument/2006/relationships/slideMaster" Target="/ppt/slideMasters/slideMaster1.xml" Id="R45e017bd4a394a19" /><Relationship Type="http://schemas.openxmlformats.org/officeDocument/2006/relationships/notesMaster" Target="/ppt/notesMasters/notesMaster1.xml" Id="R803b0453100348c4" /><Relationship Type="http://schemas.openxmlformats.org/officeDocument/2006/relationships/presProps" Target="/ppt/presProps.xml" Id="R46ffcadecf3346cf" /><Relationship Type="http://schemas.openxmlformats.org/officeDocument/2006/relationships/viewProps" Target="/ppt/viewProps.xml" Id="R8d2c3c36f37345fc" /><Relationship Type="http://schemas.openxmlformats.org/officeDocument/2006/relationships/tableStyles" Target="/ppt/tableStyles.xml" Id="Rd0bec9e20fa4412e" /><Relationship Type="http://schemas.openxmlformats.org/officeDocument/2006/relationships/font" Target="/ppt/fonts/font.dat" Id="R3310b60032c3496c" /><Relationship Type="http://schemas.openxmlformats.org/officeDocument/2006/relationships/font" Target="/ppt/fonts/font2.dat" Id="R761073bd88d84b1e" /><Relationship Type="http://schemas.openxmlformats.org/officeDocument/2006/relationships/font" Target="/ppt/fonts/font3.dat" Id="Ra02938508da14a93" /><Relationship Type="http://schemas.openxmlformats.org/officeDocument/2006/relationships/font" Target="/ppt/fonts/font4.dat" Id="Rde270240357d4b45" /><Relationship Type="http://schemas.openxmlformats.org/officeDocument/2006/relationships/font" Target="/ppt/fonts/font5.dat" Id="R3a1a51513af54993" /><Relationship Type="http://schemas.openxmlformats.org/officeDocument/2006/relationships/font" Target="/ppt/fonts/font6.dat" Id="R717fc1da982c4045" /><Relationship Type="http://schemas.microsoft.com/office/2018/10/relationships/authors" Target="/ppt/authors.xml" Id="Ra8ee9abe8ecf4060" /><Relationship Type="http://schemas.openxmlformats.org/officeDocument/2006/relationships/slide" Target="/ppt/slides/slide1.xml" Id="R6427aff654ee4cb4" /><Relationship Type="http://schemas.openxmlformats.org/officeDocument/2006/relationships/slide" Target="/ppt/slides/slide2.xml" Id="Rd635e89fb7d34595" /><Relationship Type="http://schemas.openxmlformats.org/officeDocument/2006/relationships/slide" Target="/ppt/slides/slide3.xml" Id="Rdd8c5bd4e2244490" /><Relationship Type="http://schemas.openxmlformats.org/officeDocument/2006/relationships/slide" Target="/ppt/slides/slide4.xml" Id="R48d8c31124314e84" /><Relationship Type="http://schemas.openxmlformats.org/officeDocument/2006/relationships/slide" Target="/ppt/slides/slide5.xml" Id="R8cf924866f054f2d" /><Relationship Type="http://schemas.openxmlformats.org/officeDocument/2006/relationships/slide" Target="/ppt/slides/slide6.xml" Id="R9050ffbfe3804c91" /><Relationship Type="http://schemas.openxmlformats.org/officeDocument/2006/relationships/slide" Target="/ppt/slides/slide7.xml" Id="R7184234cd026426a" /><Relationship Type="http://schemas.openxmlformats.org/officeDocument/2006/relationships/slide" Target="/ppt/slides/slide8.xml" Id="R7b3c429886244b95" /><Relationship Type="http://schemas.openxmlformats.org/officeDocument/2006/relationships/slide" Target="/ppt/slides/slide9.xml" Id="R387c8c1c1ed740d3" /><Relationship Type="http://schemas.openxmlformats.org/officeDocument/2006/relationships/slide" Target="/ppt/slides/slide10.xml" Id="R18819a36439245bf" /><Relationship Type="http://schemas.openxmlformats.org/officeDocument/2006/relationships/slide" Target="/ppt/slides/slide11.xml" Id="R57055729f3734f1d" /><Relationship Type="http://schemas.openxmlformats.org/officeDocument/2006/relationships/slide" Target="/ppt/slides/slide12.xml" Id="R17286aacdbc7402d" /><Relationship Type="http://schemas.openxmlformats.org/officeDocument/2006/relationships/slide" Target="/ppt/slides/slide13.xml" Id="R6102adf9bae84e57" /><Relationship Type="http://schemas.openxmlformats.org/officeDocument/2006/relationships/slide" Target="/ppt/slides/slide14.xml" Id="R04cec5f65a494de1" /><Relationship Type="http://schemas.openxmlformats.org/officeDocument/2006/relationships/slide" Target="/ppt/slides/slide15.xml" Id="R8f20d45478434a9b" /><Relationship Type="http://schemas.openxmlformats.org/officeDocument/2006/relationships/slide" Target="/ppt/slides/slide16.xml" Id="Rdc3cef103a9044b8" /><Relationship Type="http://schemas.openxmlformats.org/officeDocument/2006/relationships/slide" Target="/ppt/slides/slide17.xml" Id="R04886cebfcb6413b" /><Relationship Type="http://schemas.openxmlformats.org/officeDocument/2006/relationships/slide" Target="/ppt/slides/slide18.xml" Id="R3cb83735cbf147cf" /><Relationship Type="http://schemas.openxmlformats.org/officeDocument/2006/relationships/slide" Target="/ppt/slides/slide19.xml" Id="R5477e96aad994d5f" /><Relationship Type="http://schemas.openxmlformats.org/officeDocument/2006/relationships/slide" Target="/ppt/slides/slide20.xml" Id="Rc2d75e9f447e4ad5" /><Relationship Type="http://schemas.openxmlformats.org/officeDocument/2006/relationships/slide" Target="/ppt/slides/slide21.xml" Id="R6b2a8cb7d63447c0" /><Relationship Type="http://schemas.openxmlformats.org/officeDocument/2006/relationships/slide" Target="/ppt/slides/slide22.xml" Id="R1a292159f78d4eda" /><Relationship Type="http://schemas.openxmlformats.org/officeDocument/2006/relationships/slide" Target="/ppt/slides/slide23.xml" Id="R64f0ca64d14649f5" /><Relationship Type="http://schemas.openxmlformats.org/officeDocument/2006/relationships/slide" Target="/ppt/slides/slide24.xml" Id="Re74a133f40a74d6e" /><Relationship Type="http://schemas.openxmlformats.org/officeDocument/2006/relationships/slide" Target="/ppt/slides/slide25.xml" Id="Rd8bb521b1c2442ab" /><Relationship Type="http://schemas.openxmlformats.org/officeDocument/2006/relationships/slide" Target="/ppt/slides/slide26.xml" Id="Rabf6e840dd464749" /><Relationship Type="http://schemas.openxmlformats.org/officeDocument/2006/relationships/slide" Target="/ppt/slides/slide27.xml" Id="R680b6af7a24c45c0" /><Relationship Type="http://schemas.openxmlformats.org/officeDocument/2006/relationships/slide" Target="/ppt/slides/slide28.xml" Id="R405beddef71e4f66" /><Relationship Type="http://schemas.openxmlformats.org/officeDocument/2006/relationships/slide" Target="/ppt/slides/slide29.xml" Id="Rafd5bb6d481d4698" /><Relationship Type="http://schemas.openxmlformats.org/officeDocument/2006/relationships/slide" Target="/ppt/slides/slide30.xml" Id="R3efbf47104f348ce" /><Relationship Type="http://schemas.openxmlformats.org/officeDocument/2006/relationships/slide" Target="/ppt/slides/slide31.xml" Id="Rca8a73eb3726462c" /><Relationship Type="http://schemas.openxmlformats.org/officeDocument/2006/relationships/slide" Target="/ppt/slides/slide32.xml" Id="R976ec1213a7c4145" /><Relationship Type="http://schemas.openxmlformats.org/officeDocument/2006/relationships/slide" Target="/ppt/slides/slide33.xml" Id="R91b00913585c459f" /><Relationship Type="http://schemas.openxmlformats.org/officeDocument/2006/relationships/slide" Target="/ppt/slides/slide34.xml" Id="Rde0bed96487b4cd5" /><Relationship Type="http://schemas.openxmlformats.org/officeDocument/2006/relationships/slide" Target="/ppt/slides/slide35.xml" Id="Rb4486bd804d74ba4" /><Relationship Type="http://schemas.openxmlformats.org/officeDocument/2006/relationships/slide" Target="/ppt/slides/slide36.xml" Id="Rb1cfb95b2a7f4d1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d76caa0cc484c4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54fb4356ebc499c" /><Relationship Type="http://schemas.openxmlformats.org/officeDocument/2006/relationships/notesMaster" Target="/ppt/notesMasters/notesMaster1.xml" Id="Rc2b46b532f4948a1" /></Relationships>
</file>

<file path=ppt/notesSlides/_rels/notesSlide2.xml.rels>&#65279;<?xml version="1.0" encoding="utf-8"?><Relationships xmlns="http://schemas.openxmlformats.org/package/2006/relationships"><Relationship Type="http://schemas.openxmlformats.org/officeDocument/2006/relationships/slide" Target="/ppt/slides/slide2.xml" Id="R1bfa7b308b854c1e" /><Relationship Type="http://schemas.openxmlformats.org/officeDocument/2006/relationships/notesMaster" Target="/ppt/notesMasters/notesMaster1.xml" Id="R48cc4b31e16e4ee5" /></Relationships>
</file>

<file path=ppt/notesSlides/_rels/notesSlide3.xml.rels>&#65279;<?xml version="1.0" encoding="utf-8"?><Relationships xmlns="http://schemas.openxmlformats.org/package/2006/relationships"><Relationship Type="http://schemas.openxmlformats.org/officeDocument/2006/relationships/slide" Target="/ppt/slides/slide3.xml" Id="Rdd09cad109834a14" /><Relationship Type="http://schemas.openxmlformats.org/officeDocument/2006/relationships/notesMaster" Target="/ppt/notesMasters/notesMaster1.xml" Id="Rd7f2212c5d8b4bb5" /></Relationships>
</file>

<file path=ppt/notesSlides/_rels/notesSlide4.xml.rels>&#65279;<?xml version="1.0" encoding="utf-8"?><Relationships xmlns="http://schemas.openxmlformats.org/package/2006/relationships"><Relationship Type="http://schemas.openxmlformats.org/officeDocument/2006/relationships/slide" Target="/ppt/slides/slide4.xml" Id="R5983a4f0f16c4936" /><Relationship Type="http://schemas.openxmlformats.org/officeDocument/2006/relationships/notesMaster" Target="/ppt/notesMasters/notesMaster1.xml" Id="R763c48751fbd4166" /></Relationships>
</file>

<file path=ppt/notesSlides/_rels/notesSlide5.xml.rels>&#65279;<?xml version="1.0" encoding="utf-8"?><Relationships xmlns="http://schemas.openxmlformats.org/package/2006/relationships"><Relationship Type="http://schemas.openxmlformats.org/officeDocument/2006/relationships/slide" Target="/ppt/slides/slide5.xml" Id="Ra20549f144304a7a" /><Relationship Type="http://schemas.openxmlformats.org/officeDocument/2006/relationships/notesMaster" Target="/ppt/notesMasters/notesMaster1.xml" Id="R7cbc5fe94d594c1c" /></Relationships>
</file>

<file path=ppt/notesSlides/_rels/notesSlide6.xml.rels>&#65279;<?xml version="1.0" encoding="utf-8"?><Relationships xmlns="http://schemas.openxmlformats.org/package/2006/relationships"><Relationship Type="http://schemas.openxmlformats.org/officeDocument/2006/relationships/slide" Target="/ppt/slides/slide6.xml" Id="Rfea7b351a52d46e2" /><Relationship Type="http://schemas.openxmlformats.org/officeDocument/2006/relationships/notesMaster" Target="/ppt/notesMasters/notesMaster1.xml" Id="R51174b3455d34a4b" /></Relationships>
</file>

<file path=ppt/notesSlides/_rels/notesSlide7.xml.rels>&#65279;<?xml version="1.0" encoding="utf-8"?><Relationships xmlns="http://schemas.openxmlformats.org/package/2006/relationships"><Relationship Type="http://schemas.openxmlformats.org/officeDocument/2006/relationships/slide" Target="/ppt/slides/slide7.xml" Id="R274e2de240694472" /><Relationship Type="http://schemas.openxmlformats.org/officeDocument/2006/relationships/notesMaster" Target="/ppt/notesMasters/notesMaster1.xml" Id="R2410e28f552a452d" /></Relationships>
</file>

<file path=ppt/notesSlides/_rels/notesSlide8.xml.rels>&#65279;<?xml version="1.0" encoding="utf-8"?><Relationships xmlns="http://schemas.openxmlformats.org/package/2006/relationships"><Relationship Type="http://schemas.openxmlformats.org/officeDocument/2006/relationships/slide" Target="/ppt/slides/slide8.xml" Id="R1d324b2e114d44e0" /><Relationship Type="http://schemas.openxmlformats.org/officeDocument/2006/relationships/notesMaster" Target="/ppt/notesMasters/notesMaster1.xml" Id="R65d567e58e7f410e" /></Relationships>
</file>

<file path=ppt/notesSlides/_rels/notesSlide9.xml.rels>&#65279;<?xml version="1.0" encoding="utf-8"?><Relationships xmlns="http://schemas.openxmlformats.org/package/2006/relationships"><Relationship Type="http://schemas.openxmlformats.org/officeDocument/2006/relationships/slide" Target="/ppt/slides/slide9.xml" Id="R4b3dc394d48849fe" /><Relationship Type="http://schemas.openxmlformats.org/officeDocument/2006/relationships/notesMaster" Target="/ppt/notesMasters/notesMaster1.xml" Id="R9573ea35ee6d4ec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6190257c3a94bce" /><Relationship Type="http://schemas.openxmlformats.org/officeDocument/2006/relationships/notesMaster" Target="/ppt/notesMasters/notesMaster1.xml" Id="R599e694ac23a42c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118d5b73ca34c67" /><Relationship Type="http://schemas.openxmlformats.org/officeDocument/2006/relationships/notesMaster" Target="/ppt/notesMasters/notesMaster1.xml" Id="R576c3776cd2c4ba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846726e83594e3e" /><Relationship Type="http://schemas.openxmlformats.org/officeDocument/2006/relationships/notesMaster" Target="/ppt/notesMasters/notesMaster1.xml" Id="Rc067e95e27af4ad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8fad3f5dd684a25" /><Relationship Type="http://schemas.openxmlformats.org/officeDocument/2006/relationships/notesMaster" Target="/ppt/notesMasters/notesMaster1.xml" Id="Rb40e3820a0ad463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03ada7913c14f5d" /><Relationship Type="http://schemas.openxmlformats.org/officeDocument/2006/relationships/notesMaster" Target="/ppt/notesMasters/notesMaster1.xml" Id="Rbeeadee6c9d945c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1c5f0c5830340b5" /><Relationship Type="http://schemas.openxmlformats.org/officeDocument/2006/relationships/notesMaster" Target="/ppt/notesMasters/notesMaster1.xml" Id="R8fa3d1678d3a4fb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ee9b1f891e442ae" /><Relationship Type="http://schemas.openxmlformats.org/officeDocument/2006/relationships/notesMaster" Target="/ppt/notesMasters/notesMaster1.xml" Id="R5419b51166fd490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f8db3f5f67c4077" /><Relationship Type="http://schemas.openxmlformats.org/officeDocument/2006/relationships/notesMaster" Target="/ppt/notesMasters/notesMaster1.xml" Id="Rcf2467e74e6749f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f5be73d37ce43f3" /><Relationship Type="http://schemas.openxmlformats.org/officeDocument/2006/relationships/notesMaster" Target="/ppt/notesMasters/notesMaster1.xml" Id="Rdb760c23955f4bb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36032da017e4c3a" /><Relationship Type="http://schemas.openxmlformats.org/officeDocument/2006/relationships/notesMaster" Target="/ppt/notesMasters/notesMaster1.xml" Id="R1e0293b86cef4dc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2e855a3baef4cf2" /><Relationship Type="http://schemas.openxmlformats.org/officeDocument/2006/relationships/notesMaster" Target="/ppt/notesMasters/notesMaster1.xml" Id="Rb95db428e284493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d5e5e3004a5492d" /><Relationship Type="http://schemas.openxmlformats.org/officeDocument/2006/relationships/notesMaster" Target="/ppt/notesMasters/notesMaster1.xml" Id="Rf6d9a626f81f493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92b418e04d342e3" /><Relationship Type="http://schemas.openxmlformats.org/officeDocument/2006/relationships/notesMaster" Target="/ppt/notesMasters/notesMaster1.xml" Id="Rf2d5c8130fae4db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d396b971bd54897" /><Relationship Type="http://schemas.openxmlformats.org/officeDocument/2006/relationships/notesMaster" Target="/ppt/notesMasters/notesMaster1.xml" Id="R7d8d07c8cf26418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c5c5982942740f6" /><Relationship Type="http://schemas.openxmlformats.org/officeDocument/2006/relationships/notesMaster" Target="/ppt/notesMasters/notesMaster1.xml" Id="Ra195082900674b1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96182647e294054" /><Relationship Type="http://schemas.openxmlformats.org/officeDocument/2006/relationships/notesMaster" Target="/ppt/notesMasters/notesMaster1.xml" Id="R1f9a9a8a98774cb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8af4b341cb04474" /><Relationship Type="http://schemas.openxmlformats.org/officeDocument/2006/relationships/notesMaster" Target="/ppt/notesMasters/notesMaster1.xml" Id="R699038e9221f4df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3e190dac578452f" /><Relationship Type="http://schemas.openxmlformats.org/officeDocument/2006/relationships/notesMaster" Target="/ppt/notesMasters/notesMaster1.xml" Id="Rf76fe1f3bb214f5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96f267918d54360" /><Relationship Type="http://schemas.openxmlformats.org/officeDocument/2006/relationships/notesMaster" Target="/ppt/notesMasters/notesMaster1.xml" Id="Ra885a720cd6c427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27395bbcd5a446e" /><Relationship Type="http://schemas.openxmlformats.org/officeDocument/2006/relationships/notesMaster" Target="/ppt/notesMasters/notesMaster1.xml" Id="R98e6a1dc8d3b426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db24ff7c93d4a30" /><Relationship Type="http://schemas.openxmlformats.org/officeDocument/2006/relationships/notesMaster" Target="/ppt/notesMasters/notesMaster1.xml" Id="R2a743735e07f445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3c7bbd1e61d4f6f" /><Relationship Type="http://schemas.openxmlformats.org/officeDocument/2006/relationships/notesMaster" Target="/ppt/notesMasters/notesMaster1.xml" Id="R6dbdda9598b8481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57a3fd71b1c4d2f" /><Relationship Type="http://schemas.openxmlformats.org/officeDocument/2006/relationships/notesMaster" Target="/ppt/notesMasters/notesMaster1.xml" Id="R2ab8db0244d348e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2ce1e69e6ca4d35" /><Relationship Type="http://schemas.openxmlformats.org/officeDocument/2006/relationships/notesMaster" Target="/ppt/notesMasters/notesMaster1.xml" Id="Rfcf0eccd1bb04b0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f234adf21004bf1" /><Relationship Type="http://schemas.openxmlformats.org/officeDocument/2006/relationships/notesMaster" Target="/ppt/notesMasters/notesMaster1.xml" Id="R346314b466964a3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a763db94c46469e" /><Relationship Type="http://schemas.openxmlformats.org/officeDocument/2006/relationships/notesMaster" Target="/ppt/notesMasters/notesMaster1.xml" Id="R9f745350fe794b9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3fe674fe2654743" /><Relationship Type="http://schemas.openxmlformats.org/officeDocument/2006/relationships/notesMaster" Target="/ppt/notesMasters/notesMaster1.xml" Id="R7265875d2d99453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endParaRPr/>
          </a:p>
          <a:p xmlns:a="http://schemas.openxmlformats.org/drawingml/2006/main">
            <a:r>
              <a:t>Open with the operator question: We already run Cilium. Can we add zero-code application telemetry without changing network behavior? Set the promise: attachment order, signal boundaries, and measured operational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45 seconds</a:t>
            </a:r>
          </a:p>
          <a:p xmlns:a="http://schemas.openxmlformats.org/drawingml/2006/main">
            <a:r>
              <a:t/>
            </a:r>
            <a:endParaRPr/>
          </a:p>
          <a:p xmlns:a="http://schemas.openxmlformats.org/drawingml/2006/main">
            <a:r>
              <a:t>First introduce OBI for attendees who have not used it. Then assign application evidence to OBI and network and policy evidence to Cilium and Hubble. The following sections cover coexistence, attachment order, the live demo, measured overhead, and rollout gates. The appendix holds version-specific configuration and troubleshooting details.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OBI stands for OpenTelemetry eBPF Instrumentation. It is a zero-code way to observe supported application requests. In this demo, an OBI DaemonSet runs on the Kubernetes worker nodes. It uses eBPF to observe application behavior from outside the application process, so the demo services do not need an SDK or source-code edits. Zero-code does not mean zero setup: OBI still needs the right node privileges, kernel support, and export configuration.</a:t>
            </a:r>
          </a:p>
          <a:p xmlns:a="http://schemas.openxmlformats.org/drawingml/2006/main">
            <a:r>
              <a:t/>
            </a:r>
          </a:p>
          <a:p xmlns:a="http://schemas.openxmlformats.org/drawingml/2006/main">
            <a:r>
              <a:t>Explain the output terms. A span records one operation, such as an HTTP server request or a client call to another service. A trace groups related spans into a request path. OBI also emits RED metrics: request rate, errors, and duration. Those signals answer application questions such as which route is slow, which service returned an error, and where the request spent time. Coverage depends on the language, library, and protocol OBI supports. Do not imply that it sees every operation in every application.</a:t>
            </a:r>
          </a:p>
          <a:p xmlns:a="http://schemas.openxmlformats.org/drawingml/2006/main">
            <a:r>
              <a:t/>
            </a:r>
          </a:p>
          <a:p xmlns:a="http://schemas.openxmlformats.org/drawingml/2006/main">
            <a:r>
              <a:t>Transition: now compare these application signals with the networking and policy evidence from Cilium and Hubble.</a:t>
            </a:r>
          </a:p>
          <a:p xmlns:a="http://schemas.openxmlformats.org/drawingml/2006/main">
            <a:r>
              <a:t/>
            </a:r>
          </a:p>
          <a:p xmlns:a="http://schemas.openxmlformats.org/drawingml/2006/main">
            <a:r>
              <a:t>Sources:</a:t>
            </a:r>
          </a:p>
          <a:p xmlns:a="http://schemas.openxmlformats.org/drawingml/2006/main">
            <a:r>
              <a:t>- https://opentelemetry.io/docs/zero-code/obi/</a:t>
            </a:r>
          </a:p>
          <a:p xmlns:a="http://schemas.openxmlformats.org/drawingml/2006/main">
            <a:r>
              <a:t>- https://opentelemetry.io/docs/zero-code/obi/getting-started/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This slide divides the operational questions. OBI owns application-request evidence in this demo: route, status, latency, spans, and RED metrics. Cilium connects workloads and enforces network policy. Hubble, Cilium's observability layer, shows flows between workload identities, direction, ports, verdicts, and drop reasons. A Hubble flow and an OBI span are different records. Do not imply a one-to-one event match or a shared trace ID by default.</a:t>
            </a:r>
          </a:p>
          <a:p xmlns:a="http://schemas.openxmlformats.org/drawingml/2006/main">
            <a:r>
              <a:t/>
            </a:r>
          </a:p>
          <a:p xmlns:a="http://schemas.openxmlformats.org/drawingml/2006/main">
            <a:r>
              <a:t>For a practical correlation, choose a bounded time window and compare source and destination workloads, direction, and port. Use OBI to locate the slow or failed request, then use Hubble to check the corresponding network path and policy decision. Hubble can expose optional HTTP information when the relevant L7 visibility is enabled. OBI also offers optional network metrics. The ownership split here is a deliberate choice for the demo, not a claim that either project has only one type of telemetry.</a:t>
            </a:r>
          </a:p>
          <a:p xmlns:a="http://schemas.openxmlformats.org/drawingml/2006/main">
            <a:r>
              <a:t/>
            </a:r>
          </a:p>
          <a:p xmlns:a="http://schemas.openxmlformats.org/drawingml/2006/main">
            <a:r>
              <a:t>Transition: both products use eBPF, so the next section examines what happens when they attach on the same node.</a:t>
            </a:r>
          </a:p>
          <a:p xmlns:a="http://schemas.openxmlformats.org/drawingml/2006/main">
            <a:r>
              <a:t/>
            </a:r>
          </a:p>
          <a:p xmlns:a="http://schemas.openxmlformats.org/drawingml/2006/main">
            <a:r>
              <a:t>Sources:</a:t>
            </a:r>
          </a:p>
          <a:p xmlns:a="http://schemas.openxmlformats.org/drawingml/2006/main">
            <a:r>
              <a:t>- https://opentelemetry.io/docs/zero-code/obi/</a:t>
            </a:r>
          </a:p>
          <a:p xmlns:a="http://schemas.openxmlformats.org/drawingml/2006/main">
            <a:r>
              <a:t>- https://docs.cilium.io/en/stable/overview/intro/</a:t>
            </a:r>
          </a:p>
          <a:p xmlns:a="http://schemas.openxmlformats.org/drawingml/2006/main">
            <a:r>
              <a:t>- https://docs.cilium.io/en/stable/observability/hubble/</a:t>
            </a:r>
          </a:p>
          <a:p xmlns:a="http://schemas.openxmlformats.org/drawingml/2006/main">
            <a:r>
              <a:t>- https://docs.cilium.io/en/stable/observability/visibility/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Section transition: The coexistence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endParaRPr/>
          </a:p>
          <a:p xmlns:a="http://schemas.openxmlformats.org/drawingml/2006/main">
            <a:r>
              <a:t>Ask the audience: What changes when both eBPF agents share a Kubernetes node? Cilium already handles networking and network policy. OBI adds zero-code application telemetry. Both may be healthy DaemonSets while their attachments change packet processing order or leave gaps in the evidence.</a:t>
            </a:r>
            <a:endParaRPr/>
          </a:p>
          <a:p xmlns:a="http://schemas.openxmlformats.org/drawingml/2006/main">
            <a:r>
              <a:t/>
            </a:r>
            <a:endParaRPr/>
          </a:p>
          <a:p xmlns:a="http://schemas.openxmlformats.org/drawingml/2006/main">
            <a:r>
              <a:t>Walk through the three checks on the slide. First, confirm packets still take the intended path. Second, verify that OBI produces application traces and metrics while Hubble reports the corresponding flows and policy verdicts. Third, measure incremental CPU, memory, and telemetry volume. The point is to verify coexistence, not merely that both agents started. Transition: let us look at the hooks they share.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1 minute</a:t>
            </a:r>
          </a:p>
          <a:p xmlns:a="http://schemas.openxmlformats.org/drawingml/2006/main">
            <a:r>
              <a:t/>
            </a:r>
            <a:endParaRPr/>
          </a:p>
          <a:p xmlns:a="http://schemas.openxmlformats.org/drawingml/2006/main">
            <a:r>
              <a:t>Give the audience a map before naming kernel program types. An eBPF program is a small program that Linux runs at a particular checkpoint, often called a hook. We only need one shared checkpoint for this talk.</a:t>
            </a:r>
          </a:p>
          <a:p xmlns:a="http://schemas.openxmlformats.org/drawingml/2006/main">
            <a:r>
              <a:t/>
            </a:r>
            <a:endParaRPr/>
          </a:p>
          <a:p xmlns:a="http://schemas.openxmlformats.org/drawingml/2006/main">
            <a:r>
              <a:t>Walk down the four rows. OBI observes supported application requests and creates OpenTelemetry spans. A veth pair is a virtual link between the pod network namespace and the node. Cilium handles pod networking and policy in the kernel path. Traffic control, abbreviated TC, is a kernel attachment point on that network path. When OBI uses TCP trace-context propagation, OBI and Cilium can both attach TC programs on the host-side veth.</a:t>
            </a:r>
          </a:p>
          <a:p xmlns:a="http://schemas.openxmlformats.org/drawingml/2006/main">
            <a:r>
              <a:t/>
            </a:r>
          </a:p>
          <a:p xmlns:a="http://schemas.openxmlformats.org/drawingml/2006/main">
            <a:r>
              <a:t>The fourth row is a checkpoint within kernel networking, not a separate network layer. Do not explain uprobes, kprobes, XDP, cgroup hooks, or BPF_PROG_TYPE_SCHED_CLS here. The next slide zooms into the host-side TC hooks and defines ingress and egress. Then we examine attachment order.</a:t>
            </a:r>
          </a:p>
          <a:p xmlns:a="http://schemas.openxmlformats.org/drawingml/2006/main">
            <a:r>
              <a:t/>
            </a:r>
          </a:p>
          <a:p xmlns:a="http://schemas.openxmlformats.org/drawingml/2006/main">
            <a:r>
              <a:t>Sources:</a:t>
            </a:r>
          </a:p>
          <a:p xmlns:a="http://schemas.openxmlformats.org/drawingml/2006/main">
            <a:r>
              <a:t>- https://opentelemetry.io/docs/zero-code/obi/</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endParaRPr/>
          </a:p>
          <a:p xmlns:a="http://schemas.openxmlformats.org/drawingml/2006/main">
            <a:r>
              <a:t>Start with the packet path from the application process to the host-side veth and network. A veth pair is the virtual link between pod and node. Focus on the dark panel: the host-side interface has TC ingress and TC egress hooks. Ingress means a packet arrives at that interface; egress means it leaves.</a:t>
            </a:r>
          </a:p>
          <a:p xmlns:a="http://schemas.openxmlformats.org/drawingml/2006/main">
            <a:r>
              <a:t/>
            </a:r>
          </a:p>
          <a:p xmlns:a="http://schemas.openxmlformats.org/drawingml/2006/main">
            <a:r>
              <a:t>With OBI TCP context propagation enabled, OBI can attach a traffic-control classifier program to those hooks to carry trace context. Cilium also uses traffic-control classifier programs for the datapath. The exact kernel program type is BPF_PROG_TYPE_SCHED_CLS, but keep that name in the notes unless someone asks. The important idea is that both programs can share an ordered chain at the same hook. Neither agent owns TC exclusively.</a:t>
            </a:r>
            <a:endParaRPr/>
          </a:p>
          <a:p xmlns:a="http://schemas.openxmlformats.org/drawingml/2006/main">
            <a:r>
              <a:t/>
            </a:r>
          </a:p>
          <a:p xmlns:a="http://schemas.openxmlformats.org/drawingml/2006/main">
            <a:r>
              <a:t>This overlap is conditional. OBI application telemetry can exist without its TCP propagation programs. Header-only propagation avoids the shared TCP TC attachment, but it does not provide the same TCP-based zero-code trace continuity. Do not imply that every OBI deployment attaches here.</a:t>
            </a:r>
          </a:p>
          <a:p xmlns:a="http://schemas.openxmlformats.org/drawingml/2006/main">
            <a:r>
              <a:t/>
            </a:r>
          </a:p>
          <a:p xmlns:a="http://schemas.openxmlformats.org/drawingml/2006/main">
            <a:r>
              <a:t>Transition: the next slide shows why program order matters, followed by TCX and Netlink fallback.</a:t>
            </a:r>
          </a:p>
          <a:p xmlns:a="http://schemas.openxmlformats.org/drawingml/2006/main">
            <a:r>
              <a:t/>
            </a:r>
          </a:p>
          <a:p xmlns:a="http://schemas.openxmlformats.org/drawingml/2006/main">
            <a:r>
              <a:t>Sources:</a:t>
            </a:r>
            <a:endParaRPr/>
          </a:p>
          <a:p xmlns:a="http://schemas.openxmlformats.org/drawingml/2006/main">
            <a:r>
              <a:t>- https://opentelemetry.io/docs/zero-code/obi/cilium-compatibility/</a:t>
            </a:r>
          </a:p>
          <a:p xmlns:a="http://schemas.openxmlformats.org/drawingml/2006/main">
            <a:r>
              <a:t>- https://opentelemetry.io/docs/zero-code/obi/configure/metrics-traces-attributes/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A classifier can change packet state or return a terminal result. This is why order affects visibility and trace continuity, not only overhead.</a:t>
            </a:r>
          </a:p>
          <a:p xmlns:a="http://schemas.openxmlformats.org/drawingml/2006/main">
            <a:endParaRPr/>
          </a:p>
          <a:p xmlns:a="http://schemas.openxmlformats.org/drawingml/2006/main">
            <a:r>
              <a:t>Sources:</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Section transition: Attachment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endParaRPr/>
          </a:p>
          <a:p xmlns:a="http://schemas.openxmlformats.org/drawingml/2006/main">
            <a:r>
              <a:t>TCX entered upstream Linux in 6.6, but distributions can backport features. OBI v0.13.0 requests head and Cilium v1.20.2 requests tail. Confirm the live attach mode from Cilium status and OBI startup logs.</a:t>
            </a:r>
          </a:p>
          <a:p xmlns:a="http://schemas.openxmlformats.org/drawingml/2006/main">
            <a:endParaRPr/>
          </a:p>
          <a:p xmlns:a="http://schemas.openxmlformats.org/drawingml/2006/main">
            <a:r>
              <a:t>Sources:</a:t>
            </a:r>
          </a:p>
          <a:p xmlns:a="http://schemas.openxmlformats.org/drawingml/2006/main">
            <a:r>
              <a:t>- https://github.com/open-telemetry/opentelemetry-ebpf-instrumentation/blob/v0.13.0/pkg/internal/ebpf/tcmanager/tcxmanager.go</a:t>
            </a:r>
          </a:p>
          <a:p xmlns:a="http://schemas.openxmlformats.org/drawingml/2006/main">
            <a:r>
              <a:t>- https://github.com/cilium/cilium/blob/v1.20.2/pkg/datapath/loader/tcx.go</a:t>
            </a:r>
          </a:p>
          <a:p xmlns:a="http://schemas.openxmlformats.org/drawingml/2006/main">
            <a:r>
              <a:t>- https://github.com/torvalds/linux/blob/v6.6/kernel/bpf/tcx.c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endParaRPr/>
          </a:p>
          <a:p xmlns:a="http://schemas.openxmlformats.org/drawingml/2006/main">
            <a:r>
              <a:t>On legacy Netlink TC, lower numeric priority runs first. In the recorded run, OBI v0.13.0 had optional network-flow collection enabled with network.source: tc. When Cilium also used priority 1, OBI's compatibility guard stopped OBI startup and logged that Cilium may clobber OBI. Do not generalize that result to app-only OBI: in this pinned version, the app-only run remained ready at Cilium priority 1. The guard is called when the optional TC network-flow feature is enabled.</a:t>
            </a:r>
          </a:p>
          <a:p xmlns:a="http://schemas.openxmlformats.org/drawingml/2006/main">
            <a:r>
              <a:t/>
            </a:r>
            <a:endParaRPr/>
          </a:p>
          <a:p xmlns:a="http://schemas.openxmlformats.org/drawingml/2006/main">
            <a:r>
              <a:t>In a fresh safe cluster, Cilium used bpf-filter-priority 2 and OBI used priority 1. The node's tc filter output showed OBI's ingress flow parser at pref 1 and Cilium's cil_from_container program at pref 2. OBI was ready and emitted an HTTP span for the nginx request. The next slide replays these actual outputs.</a:t>
            </a:r>
          </a:p>
          <a:p xmlns:a="http://schemas.openxmlformats.org/drawingml/2006/main">
            <a:r>
              <a:t/>
            </a:r>
          </a:p>
          <a:p xmlns:a="http://schemas.openxmlformats.org/drawingml/2006/main">
            <a:r>
              <a:t>Always pin versions, render configuration, and inspect the live attachment order on a Linux node. This experiment does not measure packet overhead or prove every application path.</a:t>
            </a:r>
          </a:p>
          <a:p xmlns:a="http://schemas.openxmlformats.org/drawingml/2006/main">
            <a:r>
              <a:t/>
            </a:r>
          </a:p>
          <a:p xmlns:a="http://schemas.openxmlformats.org/drawingml/2006/main">
            <a:r>
              <a:t>Sources:</a:t>
            </a:r>
          </a:p>
          <a:p xmlns:a="http://schemas.openxmlformats.org/drawingml/2006/main">
            <a:r>
              <a:t>- https://opentelemetry.io/docs/zero-code/obi/cilium-compatibility/</a:t>
            </a:r>
          </a:p>
          <a:p xmlns:a="http://schemas.openxmlformats.org/drawingml/2006/main">
            <a:r>
              <a:t>- https://github.com/open-telemetry/opentelemetry-ebpf-instrumentation/blob/v0.13.0/pkg/obi/config.go</a:t>
            </a:r>
          </a:p>
          <a:p xmlns:a="http://schemas.openxmlformats.org/drawingml/2006/main">
            <a:r>
              <a:t>- https://github.com/open-telemetry/opentelemetry-ebpf-instrumentation/blob/v0.13.0/pkg/ebpf/tcmanager/cilium_support.go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endParaRPr/>
          </a:p>
          <a:p xmlns:a="http://schemas.openxmlformats.org/drawingml/2006/main">
            <a:r>
              <a:t>Click the video. It is a presentation replay of outputs captured from two fresh, isolated kind runs on 27 September 2026, not a continuous recording of one cluster being reconfigured live. Both runs used Cilium 1.20.2 with TCX disabled and OBI v0.13.0 with optional network.source: tc. Left: Cilium attached at TC pref 1. OBI logged 'detected Cilium TC with priority 1 - Cilium may clobber OBI' and had zero ready DaemonSet pods. The nginx request still returned HTTP 200, so the network was not shown to be broken. Right: a fresh cluster used Cilium priority 2. Node tc output showed OBI's ingress flow parser at pref 1, before Cilium at pref 2. OBI was ready and printed an HTTP 200 span. Point to the scope line: this is the optional TC network-flow mode. App-only OBI in this version did not reproduce the startup guard. The full capture JSON, configs, recording, and replay script are in the GitHub demo repository.</a:t>
            </a:r>
          </a:p>
          <a:p xmlns:a="http://schemas.openxmlformats.org/drawingml/2006/main">
            <a:r>
              <a:t/>
            </a:r>
            <a:endParaRPr/>
          </a:p>
          <a:p xmlns:a="http://schemas.openxmlformats.org/drawingml/2006/main">
            <a:r>
              <a:t>Sources:</a:t>
            </a:r>
          </a:p>
          <a:p xmlns:a="http://schemas.openxmlformats.org/drawingml/2006/main">
            <a:r>
              <a:t>- https://github.com/ajimenez1503/cilium-obi-demo/tree/main/evidence/legacy-priority-2026-09-27</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Introduce the runnable demo repository before showing the environment. The repository contains the kind setup, pinned Cilium and OBI values, Grafana dashboards, verification scripts, recordings, benchmark evidence, and the latest presentation deck.</a:t>
            </a:r>
          </a:p>
          <a:p xmlns:a="http://schemas.openxmlformats.org/drawingml/2006/main">
            <a:endParaRPr/>
          </a:p>
          <a:p xmlns:a="http://schemas.openxmlformats.org/drawingml/2006/main">
            <a:r>
              <a:t>Sources:</a:t>
            </a:r>
          </a:p>
          <a:p xmlns:a="http://schemas.openxmlformats.org/drawingml/2006/main">
            <a:r>
              <a:t>- https://github.com/ajimenez1503/cilium-obi-demo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Purpose:</a:t>
            </a:r>
          </a:p>
          <a:p xmlns:a="http://schemas.openxmlformats.org/drawingml/2006/main">
            <a:r>
              <a:t>Show that Grafana receives telemetry from both eBPF systems while Hubble Relay remains available for individual flow records.</a:t>
            </a:r>
          </a:p>
          <a:p xmlns:a="http://schemas.openxmlformats.org/drawingml/2006/main">
            <a:endParaRPr/>
          </a:p>
          <a:p xmlns:a="http://schemas.openxmlformats.org/drawingml/2006/main">
            <a:r>
              <a:t>Talk track:</a:t>
            </a:r>
          </a:p>
          <a:p xmlns:a="http://schemas.openxmlformats.org/drawingml/2006/main">
            <a:r>
              <a:t>1. Follow the solid line across the top. The traffic generator calls edge-nginx, which calls recommendations-v2 and then recommendations-v1.</a:t>
            </a:r>
          </a:p>
          <a:p xmlns:a="http://schemas.openxmlformats.org/drawingml/2006/main">
            <a:r>
              <a:t>2. Follow the magenta path. OBI observes the applications and sends spans plus RED metrics directly to Grafana LGTM. Tempo stores the traces and Prometheus-compatible storage serves the metrics.</a:t>
            </a:r>
          </a:p>
          <a:p xmlns:a="http://schemas.openxmlformats.org/drawingml/2006/main">
            <a:r>
              <a:t>3. Follow the lower blue path. An OpenTelemetry Collector scrapes the Cilium agent Prometheus endpoint on port 9962 and the Hubble metrics endpoint on port 9965. The Collector sends those metrics to the same LGTM instance over OTLP/HTTP on port 4318.</a:t>
            </a:r>
          </a:p>
          <a:p xmlns:a="http://schemas.openxmlformats.org/drawingml/2006/main">
            <a:r>
              <a:t>4. Follow the blue path on the right. Hubble flow records and verdicts remain available through Hubble Relay, the CLI, and Hubble UI.</a:t>
            </a:r>
          </a:p>
          <a:p xmlns:a="http://schemas.openxmlformats.org/drawingml/2006/main">
            <a:endParaRPr/>
          </a:p>
          <a:p xmlns:a="http://schemas.openxmlformats.org/drawingml/2006/main">
            <a:r>
              <a:t>Important precision:</a:t>
            </a:r>
          </a:p>
          <a:p xmlns:a="http://schemas.openxmlformats.org/drawingml/2006/main">
            <a:r>
              <a:t>Grafana receives aggregated Cilium and Hubble Prometheus metrics, not the raw Hubble flow stream. Relay and Hubble UI provide per-flow evidence. The two views complement each other: Grafana shows rates, drops, resource use, and pipeline health over time, while Hubble shows the identities and verdict for a specific network exchange.</a:t>
            </a:r>
          </a:p>
          <a:p xmlns:a="http://schemas.openxmlformats.org/drawingml/2006/main">
            <a:endParaRPr/>
          </a:p>
          <a:p xmlns:a="http://schemas.openxmlformats.org/drawingml/2006/main">
            <a:r>
              <a:t>Operator takeaway:</a:t>
            </a:r>
          </a:p>
          <a:p xmlns:a="http://schemas.openxmlformats.org/drawingml/2006/main">
            <a:r>
              <a:t>Use one Grafana dashboard to compare OBI request behavior with Cilium and Hubble network metrics. Open Hubble UI when the aggregate metric points to a particular flow or policy decision.</a:t>
            </a:r>
          </a:p>
          <a:p xmlns:a="http://schemas.openxmlformats.org/drawingml/2006/main">
            <a:endParaRPr/>
          </a:p>
          <a:p xmlns:a="http://schemas.openxmlformats.org/drawingml/2006/main">
            <a:r>
              <a:t>Transition:</a:t>
            </a:r>
          </a:p>
          <a:p xmlns:a="http://schemas.openxmlformats.org/drawingml/2006/main">
            <a:r>
              <a:t>The next step proves that both systems attached correctly before using either telemetry view.</a:t>
            </a:r>
          </a:p>
          <a:p xmlns:a="http://schemas.openxmlformats.org/drawingml/2006/main">
            <a:endParaRPr/>
          </a:p>
          <a:p xmlns:a="http://schemas.openxmlformats.org/drawingml/2006/main">
            <a:r>
              <a:t>Sources:</a:t>
            </a:r>
          </a:p>
          <a:p xmlns:a="http://schemas.openxmlformats.org/drawingml/2006/main">
            <a:r>
              <a:t>- https://github.com/open-telemetry/opentelemetry-ebpf-instrumentation/tree/main/examples/nginx</a:t>
            </a:r>
          </a:p>
          <a:p xmlns:a="http://schemas.openxmlformats.org/drawingml/2006/main">
            <a:r>
              <a:t>- https://docs.cilium.io/en/stable/installation/kind/</a:t>
            </a:r>
          </a:p>
          <a:p xmlns:a="http://schemas.openxmlformats.org/drawingml/2006/main">
            <a:r>
              <a:t>- https://docs.cilium.io/en/stable/observability/metrics/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Click the video to play. This is a fresh run of demo/verify.sh against the local kind cluster. Pause on four checks: Cilium reports TCX, the cilium-config readback says enable-tcx=true, OBI v0.13.0 is ready on both workers, and the startup logs contain no attachment, capability, tracefs, or context-propagation errors. The point is that a Running DaemonSet is not enough. Verify the actual attachment decision before trusting either telemetry stream.</a:t>
            </a:r>
          </a:p>
          <a:p xmlns:a="http://schemas.openxmlformats.org/drawingml/2006/main">
            <a:endParaRPr/>
          </a:p>
          <a:p xmlns:a="http://schemas.openxmlformats.org/drawingml/2006/main">
            <a:r>
              <a:t>Sources:</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endParaRPr/>
          </a:p>
          <a:p xmlns:a="http://schemas.openxmlformats.org/drawingml/2006/main">
            <a:r>
              <a:t>Click the video to play. The recording starts in the consolidated Grafana dashboard, where OBI request metrics sit beside Cilium and Hubble Prometheus metrics. It then opens Hubble UI for the same workload and request window. In Grafana, explain application rate, errors, and latency together with network flow rate and drops. In Hubble, follow edge-nginx to recommendations-v2 and recommendations-v2 to recommendations-v1, then call out workload identity, direction, ports, and the FORWARDED verdict. These are correlated views, not identical event streams. Match them by time window, namespace, source and destination workload, direction, and port. Raw Hubble flows remain in Relay and Hubble UI; Grafana contains their aggregated metrics.</a:t>
            </a:r>
          </a:p>
          <a:p xmlns:a="http://schemas.openxmlformats.org/drawingml/2006/main">
            <a:endParaRPr/>
          </a:p>
          <a:p xmlns:a="http://schemas.openxmlformats.org/drawingml/2006/main">
            <a:r>
              <a:t>Sources:</a:t>
            </a:r>
          </a:p>
          <a:p xmlns:a="http://schemas.openxmlformats.org/drawingml/2006/main">
            <a:r>
              <a:t>- https://docs.cilium.io/en/stable/observability/hubble/</a:t>
            </a:r>
          </a:p>
          <a:p xmlns:a="http://schemas.openxmlformats.org/drawingml/2006/main">
            <a:r>
              <a:t>- https://opentelemetry.io/docs/zero-code/obi/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Fresh capture from the running local kind cluster on 26 September 2026. Start at the top: OBI reports request rate, 5xx rate, and server p95. Then move to the lower panels: the same time window contains OBI server requests, Hubble flows, Cilium forwarded packets, and flow verdicts. The dashboard aligns the signals by time and workload. It does not claim a one-to-one event match. Treat these values as live demo evidence, not benchmark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Fresh Tempo capture from the running local kind cluster on 26 September 2026. The trace begins at edge-nginx, continues to recommendations-v2, and reaches recommendations-v1. Point out the normalized route, HTTP 200 result, three participating services, and the nested client and server spans. OBI generated this request path without application code changes. Compare it with Demo 2's Hubble view: Tempo explains request semantics and latency, while Hubble explains workload identity, direction, ports, and verdicts.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endParaRPr/>
          </a:p>
          <a:p xmlns:a="http://schemas.openxmlformats.org/drawingml/2006/main">
            <a:r>
              <a:t>Click the video to play. The recording applies demo/policy-deny.yaml, issues the same application request, and receives HTTP 000 because the call times out. It then shows Hubble reporting Policy denied and DROPPED for edge-nginx to recommendations-v1:8081, followed by the Grafana view for the same time window. Explain the two contracts: Hubble proves the network enforcement decision and identifies the blocked workloads; OBI shows the application symptom at the caller, such as a timeout or upstream error. A missing destination server span is expected because the request never reached that process. The recording removes the policy and verifies HTTP 200 recovery before it ends.</a:t>
            </a:r>
          </a:p>
          <a:p xmlns:a="http://schemas.openxmlformats.org/drawingml/2006/main">
            <a:endParaRPr/>
          </a:p>
          <a:p xmlns:a="http://schemas.openxmlformats.org/drawingml/2006/main">
            <a:r>
              <a:t>Sources:</a:t>
            </a:r>
          </a:p>
          <a:p xmlns:a="http://schemas.openxmlformats.org/drawingml/2006/main">
            <a:r>
              <a:t>- https://docs.cilium.io/en/stable/security/policy/</a:t>
            </a:r>
          </a:p>
          <a:p xmlns:a="http://schemas.openxmlformats.org/drawingml/2006/main">
            <a:r>
              <a:t>- https://docs.cilium.io/en/stable/observability/hubble/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to 5 minutes, flexible. This is the optional live playground after the recorded demos. The four rows are clickable in Slide Show mode. All links use localhost on the presenting laptop.</a:t>
            </a:r>
          </a:p>
          <a:p xmlns:a="http://schemas.openxmlformats.org/drawingml/2006/main">
            <a:r>
              <a:t/>
            </a:r>
            <a:endParaRPr/>
          </a:p>
          <a:p xmlns:a="http://schemas.openxmlformats.org/drawingml/2006/main">
            <a:r>
              <a:t>Before presenting, verify the kind cluster and keep these port-forwards open in separate terminals:</a:t>
            </a:r>
          </a:p>
          <a:p xmlns:a="http://schemas.openxmlformats.org/drawingml/2006/main">
            <a:r>
              <a:t>kubectl --context kind-obi-cilium-talk -n obi-nginx-example port-forward svc/edge-nginx 8080:8080</a:t>
            </a:r>
            <a:endParaRPr/>
          </a:p>
          <a:p xmlns:a="http://schemas.openxmlformats.org/drawingml/2006/main">
            <a:r>
              <a:t>kubectl --context kind-obi-cilium-talk -n obi-nginx-example port-forward svc/lgtm 3000:3000</a:t>
            </a:r>
          </a:p>
          <a:p xmlns:a="http://schemas.openxmlformats.org/drawingml/2006/main">
            <a:r>
              <a:t>kubectl --context kind-obi-cilium-talk -n kube-system port-forward svc/hubble-ui 12000:80</a:t>
            </a:r>
          </a:p>
          <a:p xmlns:a="http://schemas.openxmlformats.org/drawingml/2006/main">
            <a:r>
              <a:t>Import dashboards with ./demo/import-dashboards.sh after Grafana is reachable. Grafana credentials in the demo are admin / admin. Keep the traffic generator running, or run the one-shot nginx traffic generator from README.md against http://127.0.0.1:8080. Use the same recent time window across views.</a:t>
            </a:r>
          </a:p>
          <a:p xmlns:a="http://schemas.openxmlformats.org/drawingml/2006/main">
            <a:r>
              <a:t/>
            </a:r>
          </a:p>
          <a:p xmlns:a="http://schemas.openxmlformats.org/drawingml/2006/main">
            <a:r>
              <a:t>Click Request metrics: http://localhost:3000/d/cilium-obi-app-network. Show OBI request rate, 5xx rate, and p95 latency beside Hubble flows, verdicts, and Cilium drops. Explain that these are aggregated Prometheus metrics, so the two panels share a time window and workload but do not represent one-to-one events.</a:t>
            </a:r>
          </a:p>
          <a:p xmlns:a="http://schemas.openxmlformats.org/drawingml/2006/main">
            <a:r>
              <a:t/>
            </a:r>
          </a:p>
          <a:p xmlns:a="http://schemas.openxmlformats.org/drawingml/2006/main">
            <a:r>
              <a:t>Click Pipeline health: http://localhost:3000/d/cilium-obi-platform. Show Cilium forwarding and drops, CPU and memory, Hubble lost events by source, and Collector accepted, exported, refused, or failed telemetry. This view helps distinguish a healthy request path from a healthy telemetry pipeline. Do not use the old 36-versus-1,083 rehearsal counters as a comparison.</a:t>
            </a:r>
          </a:p>
          <a:p xmlns:a="http://schemas.openxmlformats.org/drawingml/2006/main">
            <a:r>
              <a:t/>
            </a:r>
          </a:p>
          <a:p xmlns:a="http://schemas.openxmlformats.org/drawingml/2006/main">
            <a:r>
              <a:t>Click Tempo traces: http://localhost:3000/explore. Select the Tempo data source, search a recent trace for edge-nginx, and open one that reaches recommendations-v2 and recommendations-v1. Point out the route, status, nested client/server spans, and where latency accumulates. OBI supplies this application request view.</a:t>
            </a:r>
          </a:p>
          <a:p xmlns:a="http://schemas.openxmlformats.org/drawingml/2006/main">
            <a:r>
              <a:t/>
            </a:r>
          </a:p>
          <a:p xmlns:a="http://schemas.openxmlformats.org/drawingml/2006/main">
            <a:r>
              <a:t>Click Hubble flows: http://localhost:12000/. Filter to namespace obi-nginx-example and the same time window. Follow edge-nginx to recommendations-v2 and recommendations-v2 to recommendations-v1. Inspect source and destination workload, port, and FORWARDED verdict. For a policy denial, show DROPPED and the policy reason. Hubble UI holds per-flow records; Grafana holds aggregated Hubble metrics. Correlate by time, workload, direction, and port rather than claiming a shared trace ID.</a:t>
            </a:r>
          </a:p>
          <a:p xmlns:a="http://schemas.openxmlformats.org/drawingml/2006/main">
            <a:r>
              <a:t/>
            </a:r>
          </a:p>
          <a:p xmlns:a="http://schemas.openxmlformats.org/drawingml/2006/main">
            <a:r>
              <a:t>If a live view is unavailable, use the recorded demos and the following dashboard and Tempo screenshots. Avoid delaying the talk to repair the cluster on stage.</a:t>
            </a:r>
          </a:p>
          <a:p xmlns:a="http://schemas.openxmlformats.org/drawingml/2006/main">
            <a:r>
              <a:t/>
            </a:r>
          </a:p>
          <a:p xmlns:a="http://schemas.openxmlformats.org/drawingml/2006/main">
            <a:r>
              <a:t>Sources:</a:t>
            </a:r>
          </a:p>
          <a:p xmlns:a="http://schemas.openxmlformats.org/drawingml/2006/main">
            <a:r>
              <a:t>- /Users/antonjim/Documents/Playground/cilium-obi-demo/README.md</a:t>
            </a:r>
          </a:p>
          <a:p xmlns:a="http://schemas.openxmlformats.org/drawingml/2006/main">
            <a:r>
              <a:t>- /Users/antonjim/Documents/Playground/cilium-obi-demo/demo/dashboards/application-network.json</a:t>
            </a:r>
          </a:p>
          <a:p xmlns:a="http://schemas.openxmlformats.org/drawingml/2006/main">
            <a:r>
              <a:t>- /Users/antonjim/Documents/Playground/cilium-obi-demo/demo/dashboards/platform-pipeline.json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OBI also has network observability features. In a Cilium cluster, the OBI documentation recommends socket_filter. Keep Hubble as the default network signal and OBI as the application signal to avoid duplicate volume and competing interpretations.</a:t>
            </a:r>
          </a:p>
          <a:p xmlns:a="http://schemas.openxmlformats.org/drawingml/2006/main">
            <a:endParaRPr/>
          </a:p>
          <a:p xmlns:a="http://schemas.openxmlformats.org/drawingml/2006/main">
            <a:r>
              <a:t>Sources:</a:t>
            </a:r>
          </a:p>
          <a:p xmlns:a="http://schemas.openxmlformats.org/drawingml/2006/main">
            <a:r>
              <a:t>- https://opentelemetry.io/docs/zero-code/obi/network/config/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Section transition: Measure the combined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endParaRPr/>
          </a:p>
          <a:p xmlns:a="http://schemas.openxmlformats.org/drawingml/2006/main">
            <a:r>
              <a:t>This slide defines five Cilium-based scenarios and the controls they share. The next slide reports the local rehearsal results for B and D. A, C, and E have not been measured.</a:t>
            </a:r>
          </a:p>
          <a:p xmlns:a="http://schemas.openxmlformats.org/drawingml/2006/main">
            <a:r>
              <a:t/>
            </a:r>
            <a:endParaRPr/>
          </a:p>
          <a:p xmlns:a="http://schemas.openxmlformats.org/drawingml/2006/main">
            <a:r>
              <a:t>A is the Cilium networking baseline. B adds Hubble L3/L4 flow visibility with OBI off. C adds OBI application metrics without context propagation. D enables OBI traces with TCX context propagation. E adds Hubble L7 visibility, which redirects selected traffic through Envoy. The plus signs show the planned configuration sequence. Record exact versions and effective settings before interpreting any comparison.</a:t>
            </a:r>
          </a:p>
          <a:p xmlns:a="http://schemas.openxmlformats.org/drawingml/2006/main">
            <a:r>
              <a:t/>
            </a:r>
          </a:p>
          <a:p xmlns:a="http://schemas.openxmlformats.org/drawingml/2006/main">
            <a:r>
              <a:t>Keep the Cilium cluster, application route, load, pod placement, and telemetry backend the same across scenarios. For each measured run, capture throughput, latency, failures, CPU, memory, span delivery, Hubble lost events, and actual BPF attachments. B ran before D in the current rehearsal, so time-order effects remain possible.</a:t>
            </a:r>
          </a:p>
          <a:p xmlns:a="http://schemas.openxmlformats.org/drawingml/2006/main">
            <a:r>
              <a:t/>
            </a:r>
          </a:p>
          <a:p xmlns:a="http://schemas.openxmlformats.org/drawingml/2006/main">
            <a:r>
              <a:t>Sources:</a:t>
            </a:r>
          </a:p>
          <a:p xmlns:a="http://schemas.openxmlformats.org/drawingml/2006/main">
            <a:r>
              <a:t>- https://docs.cilium.io/en/stable/operations/performance/benchmark/</a:t>
            </a:r>
          </a:p>
          <a:p xmlns:a="http://schemas.openxmlformats.org/drawingml/2006/main">
            <a:r>
              <a:t>- /Users/antonjim/Documents/Playground/cilium-obi-demo/evidence/benchmark-2026-09-26/results.md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r>
              <a:t/>
            </a:r>
            <a:endParaRPr/>
          </a:p>
          <a:p xmlns:a="http://schemas.openxmlformats.org/drawingml/2006/main">
            <a:r>
              <a:t>These are local kind rehearsal observations for B (Cilium and Hubble, OBI off) and D (Cilium and Hubble plus OBI with TCX). They are not production capacity results. The no-eBPF reference N and conditions A, C, and E remain unmeasured.</a:t>
            </a:r>
          </a:p>
          <a:p xmlns:a="http://schemas.openxmlformats.org/drawingml/2006/main">
            <a:r>
              <a:t/>
            </a:r>
            <a:endParaRPr/>
          </a:p>
          <a:p xmlns:a="http://schemas.openxmlformats.org/drawingml/2006/main">
            <a:r>
              <a:t>Both conditions used the same three-node cluster and route. Background demo traffic was paused. Each condition had a 40-request warm-up and five samples of 200 requests at concurrency 20 through kubectl port-forward. B ran before D, so time-order effects remain possible. Throughput median: B 19.77 req/s; D 19.73 req/s. p95 median: B 1,018 ms; D 1,020 ms. There were zero failed requests across 1,000 requests in each condition. OBI used a median 0.0128 CPU cores and 253.2 MiB working set across two pods. The Collector accepted and exported 7,210 spans during D. These numbers describe this single rehearsal only.</a:t>
            </a:r>
          </a:p>
          <a:p xmlns:a="http://schemas.openxmlformats.org/drawingml/2006/main">
            <a:r>
              <a:t/>
            </a:r>
          </a:p>
          <a:p xmlns:a="http://schemas.openxmlformats.org/drawingml/2006/main">
            <a:r>
              <a:t>Important correction: do not compare or quote the old Hubble loss counters of 36 and 1,083 as a B-versus-D result. D's final Hubble counter was read after an additional 65-second wait. B's was read immediately. The windows are unequal. The old script also summed across nodes and loss sources, which hides whether the perf-event ring buffer, observer queue, or Hubble ring buffer dropped events. The old counters cannot establish that OBI caused an increase or that a loss gate failed.</a:t>
            </a:r>
          </a:p>
          <a:p xmlns:a="http://schemas.openxmlformats.org/drawingml/2006/main">
            <a:r>
              <a:t/>
            </a:r>
          </a:p>
          <a:p xmlns:a="http://schemas.openxmlformats.org/drawingml/2006/main">
            <a:r>
              <a:t>The updated benchmark reads Hubble counters immediately after the final request in each run, waits separately for Collector and Prometheus span counters, records the workload-window duration, and retains node and source labels. It reports losses per second and per processed flow and alternates B, D, B, D. Those corrected results are not yet available. Until the rerun, describe Hubble loss as unverified.</a:t>
            </a:r>
          </a:p>
          <a:p xmlns:a="http://schemas.openxmlformats.org/drawingml/2006/main">
            <a:r>
              <a:t/>
            </a:r>
          </a:p>
          <a:p xmlns:a="http://schemas.openxmlformats.org/drawingml/2006/main">
            <a:r>
              <a:t>Sources:</a:t>
            </a:r>
            <a:endParaRPr/>
          </a:p>
          <a:p xmlns:a="http://schemas.openxmlformats.org/drawingml/2006/main">
            <a:r>
              <a:t>- /Users/antonjim/Documents/Playground/cilium-obi-demo/evidence/benchmark-2026-09-26/results.md</a:t>
            </a:r>
          </a:p>
          <a:p xmlns:a="http://schemas.openxmlformats.org/drawingml/2006/main">
            <a:r>
              <a:t>- https://docs.cilium.io/en/latest/observability/metrics/#lost-events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Measure client throughput, errors, p50, p95, and p99 alongside resources and telemetry integrity. A healthy request path does not prove trace completeness. A green telemetry pipeline does not prove the datapath cost is acceptable.</a:t>
            </a:r>
          </a:p>
          <a:p xmlns:a="http://schemas.openxmlformats.org/drawingml/2006/main">
            <a:endParaRPr/>
          </a:p>
          <a:p xmlns:a="http://schemas.openxmlformats.org/drawingml/2006/main">
            <a:r>
              <a:t>Sources:</a:t>
            </a:r>
          </a:p>
          <a:p xmlns:a="http://schemas.openxmlformats.org/drawingml/2006/main">
            <a:r>
              <a:t>- https://opentelemetry.io/docs/collector/internal-telemetry/</a:t>
            </a:r>
          </a:p>
          <a:p xmlns:a="http://schemas.openxmlformats.org/drawingml/2006/main">
            <a:r>
              <a:t>- https://docs.cilium.io/en/stable/observability/metrics/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Section transition: Production rollout.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The production field guide begins with an inventory and ends with a bounded before-and-after comparison. Keep Cilium on the veth datapath until OBI compatibility with netkit is separately validated.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endParaRPr/>
          </a:p>
          <a:p xmlns:a="http://schemas.openxmlformats.org/drawingml/2006/main">
            <a:r>
              <a:t>Close by restating the operational contract. Safe coexistence means verified order, preserved traffic, complete enough telemetry, and measured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 minutes</a:t>
            </a:r>
          </a:p>
          <a:p xmlns:a="http://schemas.openxmlformats.org/drawingml/2006/main">
            <a:endParaRPr/>
          </a:p>
          <a:p xmlns:a="http://schemas.openxmlformats.org/drawingml/2006/main">
            <a:r>
              <a:t>Keep the demo repository visible during questions so attendees can find the setup, dashboards, benchmark evidence, and latest deck.</a:t>
            </a:r>
          </a:p>
          <a:p xmlns:a="http://schemas.openxmlformats.org/drawingml/2006/main">
            <a:endParaRPr/>
          </a:p>
          <a:p xmlns:a="http://schemas.openxmlformats.org/drawingml/2006/main">
            <a:r>
              <a:t>Sources:</a:t>
            </a:r>
          </a:p>
          <a:p xmlns:a="http://schemas.openxmlformats.org/drawingml/2006/main">
            <a:r>
              <a:t>- https://github.com/ajimenez1503/cilium-obi-demo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Optional</a:t>
            </a:r>
          </a:p>
          <a:p xmlns:a="http://schemas.openxmlformats.org/drawingml/2006/main">
            <a:endParaRPr/>
          </a:p>
          <a:p xmlns:a="http://schemas.openxmlformats.org/drawingml/2006/main">
            <a:r>
              <a:t>Section transition: Appendix.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endParaRPr/>
          </a:p>
          <a:p xmlns:a="http://schemas.openxmlformats.org/drawingml/2006/main">
            <a:r>
              <a:t>These fragments match demo/obi-values.yaml and demo/cilium-values.yaml in the workspace. Render the charts before the live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endParaRPr/>
          </a:p>
          <a:p xmlns:a="http://schemas.openxmlformats.org/drawingml/2006/main">
            <a:r>
              <a:t>Use demo/cilium-values-legacy-recording.yaml plus demo/cilium-values-legacy-safe.yaml for the safe side, and demo/obi-values-legacy-recording.yaml in both runs. The OBI guard in v0.13.0 is triggered here because optional network flow collection uses network.source: tc. The visible configuration is abbreviated; use the repository files, not the slide, for the complete values. Build each variant on a fresh cluster because stale filters can break connectivity. Inspect tc filter show on the actual node.</a:t>
            </a:r>
          </a:p>
          <a:p xmlns:a="http://schemas.openxmlformats.org/drawingml/2006/main">
            <a:r>
              <a:t/>
            </a:r>
            <a:endParaRPr/>
          </a:p>
          <a:p xmlns:a="http://schemas.openxmlformats.org/drawingml/2006/main">
            <a:r>
              <a:t>Sources:</a:t>
            </a:r>
          </a:p>
          <a:p xmlns:a="http://schemas.openxmlformats.org/drawingml/2006/main">
            <a:r>
              <a:t>- https://opentelemetry.io/docs/zero-code/obi/cilium-compatibility/</a:t>
            </a:r>
          </a:p>
          <a:p xmlns:a="http://schemas.openxmlformats.org/drawingml/2006/main">
            <a:r>
              <a:t>- https://github.com/ajimenez1503/cilium-obi-demo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endParaRPr/>
          </a:p>
          <a:p xmlns:a="http://schemas.openxmlformats.org/drawingml/2006/main">
            <a:r>
              <a:t>Run these read-only checks before the talk. Save clean output for the backup recording.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endParaRPr/>
          </a:p>
          <a:p xmlns:a="http://schemas.openxmlformats.org/drawingml/2006/main">
            <a:r>
              <a:t>Use this slide to handle operational questions without turning the main talk into a troubleshooting checklist. Detailed failure modes are in research.md.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End</a:t>
            </a:r>
          </a:p>
          <a:p xmlns:a="http://schemas.openxmlformats.org/drawingml/2006/main">
            <a:endParaRPr/>
          </a:p>
          <a:p xmlns:a="http://schemas.openxmlformats.org/drawingml/2006/main">
            <a:r>
              <a:t>Finish on the required Cisco closing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3cc41046a264482" /><Relationship Type="http://schemas.openxmlformats.org/officeDocument/2006/relationships/image" Target="/ppt/media/image.png" Id="R5b3befea24494b05" /><Relationship Type="http://schemas.openxmlformats.org/officeDocument/2006/relationships/image" Target="/ppt/media/image.svg" Id="Rce091d681faf4da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e8d22b3633d4d62" /><Relationship Type="http://schemas.openxmlformats.org/officeDocument/2006/relationships/image" Target="/ppt/media/image2.png" Id="R1c2b1e3e19664426" /><Relationship Type="http://schemas.openxmlformats.org/officeDocument/2006/relationships/image" Target="/ppt/media/image.png" Id="Rd0fc1435e0a44a41" /><Relationship Type="http://schemas.openxmlformats.org/officeDocument/2006/relationships/image" Target="/ppt/media/image.svg" Id="R8ebf98084ff8459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80d87057c0446fa" /><Relationship Type="http://schemas.openxmlformats.org/officeDocument/2006/relationships/image" Target="/ppt/media/image.png" Id="R065ffeeda8d344cc" /><Relationship Type="http://schemas.openxmlformats.org/officeDocument/2006/relationships/image" Target="/ppt/media/image.svg" Id="Ra528d831bb7f45c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20be7fc99b8442d" /><Relationship Type="http://schemas.openxmlformats.org/officeDocument/2006/relationships/image" Target="/ppt/media/image2.png" Id="Ra5fa5fd207c745f5" /><Relationship Type="http://schemas.openxmlformats.org/officeDocument/2006/relationships/image" Target="/ppt/media/image.png" Id="R8d88425df03c4318" /><Relationship Type="http://schemas.openxmlformats.org/officeDocument/2006/relationships/image" Target="/ppt/media/image.svg" Id="R16640490467d42a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f749f605dd64fa8" /><Relationship Type="http://schemas.openxmlformats.org/officeDocument/2006/relationships/image" Target="/ppt/media/image.png" Id="Rf10eae70c8a346e4" /><Relationship Type="http://schemas.openxmlformats.org/officeDocument/2006/relationships/image" Target="/ppt/media/image.svg" Id="R258026de4173435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4a1ae36da0f49aa"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9730de4df83c4c84"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78f1e92ce41d42cc"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318a2a10bf634c73"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51e9a43282e84c08"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90ded709cda241d2"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03cb5e1c0436415b"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1.xml" Id="Rc5f51fa13cca4a86"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1.xml" Id="Red5eeb51a012408c" /></Relationships>
</file>

<file path=ppt/slideLayouts/_rels/slideLayout15.xml.rels>&#65279;<?xml version="1.0" encoding="utf-8"?><Relationships xmlns="http://schemas.openxmlformats.org/package/2006/relationships"><Relationship Type="http://schemas.openxmlformats.org/officeDocument/2006/relationships/slideMaster" Target="/ppt/slideMasters/slideMaster1.xml" Id="R2d5f5826796c44c7" /></Relationships>
</file>

<file path=ppt/slideLayouts/_rels/slideLayout16.xml.rels>&#65279;<?xml version="1.0" encoding="utf-8"?><Relationships xmlns="http://schemas.openxmlformats.org/package/2006/relationships"><Relationship Type="http://schemas.openxmlformats.org/officeDocument/2006/relationships/slideMaster" Target="/ppt/slideMasters/slideMaster1.xml" Id="Ra047088283b54005" /></Relationships>
</file>

<file path=ppt/slideLayouts/_rels/slideLayout17.xml.rels>&#65279;<?xml version="1.0" encoding="utf-8"?><Relationships xmlns="http://schemas.openxmlformats.org/package/2006/relationships"><Relationship Type="http://schemas.openxmlformats.org/officeDocument/2006/relationships/slideMaster" Target="/ppt/slideMasters/slideMaster1.xml" Id="R7315d5e25598441f" /></Relationships>
</file>

<file path=ppt/slideLayouts/_rels/slideLayout18.xml.rels>&#65279;<?xml version="1.0" encoding="utf-8"?><Relationships xmlns="http://schemas.openxmlformats.org/package/2006/relationships"><Relationship Type="http://schemas.openxmlformats.org/officeDocument/2006/relationships/slideMaster" Target="/ppt/slideMasters/slideMaster1.xml" Id="R9819be6992be4a17" /></Relationships>
</file>

<file path=ppt/slideLayouts/_rels/slideLayout19.xml.rels>&#65279;<?xml version="1.0" encoding="utf-8"?><Relationships xmlns="http://schemas.openxmlformats.org/package/2006/relationships"><Relationship Type="http://schemas.openxmlformats.org/officeDocument/2006/relationships/slideMaster" Target="/ppt/slideMasters/slideMaster1.xml" Id="R7d3458e68b554454" /></Relationships>
</file>

<file path=ppt/slideLayouts/_rels/slideLayout20.xml.rels>&#65279;<?xml version="1.0" encoding="utf-8"?><Relationships xmlns="http://schemas.openxmlformats.org/package/2006/relationships"><Relationship Type="http://schemas.openxmlformats.org/officeDocument/2006/relationships/slideMaster" Target="/ppt/slideMasters/slideMaster1.xml" Id="R8fd594a5af0748bc" /></Relationships>
</file>

<file path=ppt/slideLayouts/_rels/slideLayout21.xml.rels>&#65279;<?xml version="1.0" encoding="utf-8"?><Relationships xmlns="http://schemas.openxmlformats.org/package/2006/relationships"><Relationship Type="http://schemas.openxmlformats.org/officeDocument/2006/relationships/slideMaster" Target="/ppt/slideMasters/slideMaster1.xml" Id="R8703f9dc2c934c75" /></Relationships>
</file>

<file path=ppt/slideLayouts/_rels/slideLayout22.xml.rels>&#65279;<?xml version="1.0" encoding="utf-8"?><Relationships xmlns="http://schemas.openxmlformats.org/package/2006/relationships"><Relationship Type="http://schemas.openxmlformats.org/officeDocument/2006/relationships/slideMaster" Target="/ppt/slideMasters/slideMaster1.xml" Id="R9072aaf5e1b64a98" /></Relationships>
</file>

<file path=ppt/slideLayouts/_rels/slideLayout23.xml.rels>&#65279;<?xml version="1.0" encoding="utf-8"?><Relationships xmlns="http://schemas.openxmlformats.org/package/2006/relationships"><Relationship Type="http://schemas.openxmlformats.org/officeDocument/2006/relationships/slideMaster" Target="/ppt/slideMasters/slideMaster1.xml" Id="Rbb3d2e41480c43dd" /></Relationships>
</file>

<file path=ppt/slideLayouts/_rels/slideLayout24.xml.rels>&#65279;<?xml version="1.0" encoding="utf-8"?><Relationships xmlns="http://schemas.openxmlformats.org/package/2006/relationships"><Relationship Type="http://schemas.openxmlformats.org/officeDocument/2006/relationships/slideMaster" Target="/ppt/slideMasters/slideMaster1.xml" Id="R5838d5577a7d4c18" /></Relationships>
</file>

<file path=ppt/slideLayouts/_rels/slideLayout25.xml.rels>&#65279;<?xml version="1.0" encoding="utf-8"?><Relationships xmlns="http://schemas.openxmlformats.org/package/2006/relationships"><Relationship Type="http://schemas.openxmlformats.org/officeDocument/2006/relationships/slideMaster" Target="/ppt/slideMasters/slideMaster1.xml" Id="Re91fdb8b18b44f47" /></Relationships>
</file>

<file path=ppt/slideLayouts/_rels/slideLayout26.xml.rels>&#65279;<?xml version="1.0" encoding="utf-8"?><Relationships xmlns="http://schemas.openxmlformats.org/package/2006/relationships"><Relationship Type="http://schemas.openxmlformats.org/officeDocument/2006/relationships/slideMaster" Target="/ppt/slideMasters/slideMaster1.xml" Id="R7de0577e91454d47" /></Relationships>
</file>

<file path=ppt/slideLayouts/_rels/slideLayout27.xml.rels>&#65279;<?xml version="1.0" encoding="utf-8"?><Relationships xmlns="http://schemas.openxmlformats.org/package/2006/relationships"><Relationship Type="http://schemas.openxmlformats.org/officeDocument/2006/relationships/slideMaster" Target="/ppt/slideMasters/slideMaster1.xml" Id="Recf4e87584c240e1" /></Relationships>
</file>

<file path=ppt/slideLayouts/_rels/slideLayout28.xml.rels>&#65279;<?xml version="1.0" encoding="utf-8"?><Relationships xmlns="http://schemas.openxmlformats.org/package/2006/relationships"><Relationship Type="http://schemas.openxmlformats.org/officeDocument/2006/relationships/slideMaster" Target="/ppt/slideMasters/slideMaster1.xml" Id="R29edf3011a724fdd" /></Relationships>
</file>

<file path=ppt/slideLayouts/_rels/slideLayout29.xml.rels>&#65279;<?xml version="1.0" encoding="utf-8"?><Relationships xmlns="http://schemas.openxmlformats.org/package/2006/relationships"><Relationship Type="http://schemas.openxmlformats.org/officeDocument/2006/relationships/slideMaster" Target="/ppt/slideMasters/slideMaster1.xml" Id="Ra53fc50f280e4072" /></Relationships>
</file>

<file path=ppt/slideLayouts/_rels/slideLayout30.xml.rels>&#65279;<?xml version="1.0" encoding="utf-8"?><Relationships xmlns="http://schemas.openxmlformats.org/package/2006/relationships"><Relationship Type="http://schemas.openxmlformats.org/officeDocument/2006/relationships/slideMaster" Target="/ppt/slideMasters/slideMaster1.xml" Id="Re7b884136b0b488b" /></Relationships>
</file>

<file path=ppt/slideLayouts/_rels/slideLayout31.xml.rels>&#65279;<?xml version="1.0" encoding="utf-8"?><Relationships xmlns="http://schemas.openxmlformats.org/package/2006/relationships"><Relationship Type="http://schemas.openxmlformats.org/officeDocument/2006/relationships/slideMaster" Target="/ppt/slideMasters/slideMaster1.xml" Id="R4836291c090a452d" /></Relationships>
</file>

<file path=ppt/slideLayouts/_rels/slideLayout32.xml.rels>&#65279;<?xml version="1.0" encoding="utf-8"?><Relationships xmlns="http://schemas.openxmlformats.org/package/2006/relationships"><Relationship Type="http://schemas.openxmlformats.org/officeDocument/2006/relationships/slideMaster" Target="/ppt/slideMasters/slideMaster1.xml" Id="R59a69b1c981b4dc6" /></Relationships>
</file>

<file path=ppt/slideLayouts/_rels/slideLayout33.xml.rels>&#65279;<?xml version="1.0" encoding="utf-8"?><Relationships xmlns="http://schemas.openxmlformats.org/package/2006/relationships"><Relationship Type="http://schemas.openxmlformats.org/officeDocument/2006/relationships/slideMaster" Target="/ppt/slideMasters/slideMaster1.xml" Id="R9f6a0c1540134a29" /></Relationships>
</file>

<file path=ppt/slideLayouts/_rels/slideLayout34.xml.rels>&#65279;<?xml version="1.0" encoding="utf-8"?><Relationships xmlns="http://schemas.openxmlformats.org/package/2006/relationships"><Relationship Type="http://schemas.openxmlformats.org/officeDocument/2006/relationships/slideMaster" Target="/ppt/slideMasters/slideMaster1.xml" Id="R205aa948dc33430e" /></Relationships>
</file>

<file path=ppt/slideLayouts/_rels/slideLayout35.xml.rels>&#65279;<?xml version="1.0" encoding="utf-8"?><Relationships xmlns="http://schemas.openxmlformats.org/package/2006/relationships"><Relationship Type="http://schemas.openxmlformats.org/officeDocument/2006/relationships/slideMaster" Target="/ppt/slideMasters/slideMaster1.xml" Id="R6532d496570f4a7c" /></Relationships>
</file>

<file path=ppt/slideLayouts/_rels/slideLayout36.xml.rels>&#65279;<?xml version="1.0" encoding="utf-8"?><Relationships xmlns="http://schemas.openxmlformats.org/package/2006/relationships"><Relationship Type="http://schemas.openxmlformats.org/officeDocument/2006/relationships/slideMaster" Target="/ppt/slideMasters/slideMaster1.xml" Id="Ree2c4fff5d6a4ff3" /></Relationships>
</file>

<file path=ppt/slideLayouts/_rels/slideLayout37.xml.rels>&#65279;<?xml version="1.0" encoding="utf-8"?><Relationships xmlns="http://schemas.openxmlformats.org/package/2006/relationships"><Relationship Type="http://schemas.openxmlformats.org/officeDocument/2006/relationships/slideMaster" Target="/ppt/slideMasters/slideMaster1.xml" Id="R279bbec498724c7d" /></Relationships>
</file>

<file path=ppt/slideLayouts/_rels/slideLayout38.xml.rels>&#65279;<?xml version="1.0" encoding="utf-8"?><Relationships xmlns="http://schemas.openxmlformats.org/package/2006/relationships"><Relationship Type="http://schemas.openxmlformats.org/officeDocument/2006/relationships/slideMaster" Target="/ppt/slideMasters/slideMaster1.xml" Id="Rd9dcd6c0a4b6406e" /><Relationship Type="http://schemas.openxmlformats.org/officeDocument/2006/relationships/image" Target="/ppt/media/image3.png" Id="R4a13af8402364706" /></Relationships>
</file>

<file path=ppt/slideLayouts/_rels/slideLayout39.xml.rels>&#65279;<?xml version="1.0" encoding="utf-8"?><Relationships xmlns="http://schemas.openxmlformats.org/package/2006/relationships"><Relationship Type="http://schemas.openxmlformats.org/officeDocument/2006/relationships/slideMaster" Target="/ppt/slideMasters/slideMaster1.xml" Id="Ra87b7b436a0545d6" /></Relationships>
</file>

<file path=ppt/slideLayouts/_rels/slideLayout40.xml.rels>&#65279;<?xml version="1.0" encoding="utf-8"?><Relationships xmlns="http://schemas.openxmlformats.org/package/2006/relationships"><Relationship Type="http://schemas.openxmlformats.org/officeDocument/2006/relationships/slideMaster" Target="/ppt/slideMasters/slideMaster1.xml" Id="Rb522d175d11b4054" /></Relationships>
</file>

<file path=ppt/slideLayouts/_rels/slideLayout41.xml.rels>&#65279;<?xml version="1.0" encoding="utf-8"?><Relationships xmlns="http://schemas.openxmlformats.org/package/2006/relationships"><Relationship Type="http://schemas.openxmlformats.org/officeDocument/2006/relationships/slideMaster" Target="/ppt/slideMasters/slideMaster1.xml" Id="Ra91f860ff20e4d0d" /><Relationship Type="http://schemas.openxmlformats.org/officeDocument/2006/relationships/image" Target="/ppt/media/image3.png" Id="Re53d72f9e058402e" /></Relationships>
</file>

<file path=ppt/slideLayouts/_rels/slideLayout42.xml.rels>&#65279;<?xml version="1.0" encoding="utf-8"?><Relationships xmlns="http://schemas.openxmlformats.org/package/2006/relationships"><Relationship Type="http://schemas.openxmlformats.org/officeDocument/2006/relationships/slideMaster" Target="/ppt/slideMasters/slideMaster1.xml" Id="Rd7d62ac884094add" /><Relationship Type="http://schemas.openxmlformats.org/officeDocument/2006/relationships/image" Target="/ppt/media/image4.png" Id="R711dccb14577411c" /></Relationships>
</file>

<file path=ppt/slideLayouts/_rels/slideLayout43.xml.rels>&#65279;<?xml version="1.0" encoding="utf-8"?><Relationships xmlns="http://schemas.openxmlformats.org/package/2006/relationships"><Relationship Type="http://schemas.openxmlformats.org/officeDocument/2006/relationships/slideMaster" Target="/ppt/slideMasters/slideMaster1.xml" Id="R4d128babac094d7c" /><Relationship Type="http://schemas.openxmlformats.org/officeDocument/2006/relationships/image" Target="/ppt/media/image5.png" Id="R6fc21f51de7c4292" /></Relationships>
</file>

<file path=ppt/slideLayouts/_rels/slideLayout44.xml.rels>&#65279;<?xml version="1.0" encoding="utf-8"?><Relationships xmlns="http://schemas.openxmlformats.org/package/2006/relationships"><Relationship Type="http://schemas.openxmlformats.org/officeDocument/2006/relationships/slideMaster" Target="/ppt/slideMasters/slideMaster1.xml" Id="R8bcd88d740c6426c" /></Relationships>
</file>

<file path=ppt/slideLayouts/_rels/slideLayout45.xml.rels>&#65279;<?xml version="1.0" encoding="utf-8"?><Relationships xmlns="http://schemas.openxmlformats.org/package/2006/relationships"><Relationship Type="http://schemas.openxmlformats.org/officeDocument/2006/relationships/slideMaster" Target="/ppt/slideMasters/slideMaster1.xml" Id="R6d5854e05ec14b4a" /></Relationships>
</file>

<file path=ppt/slideLayouts/_rels/slideLayout46.xml.rels>&#65279;<?xml version="1.0" encoding="utf-8"?><Relationships xmlns="http://schemas.openxmlformats.org/package/2006/relationships"><Relationship Type="http://schemas.openxmlformats.org/officeDocument/2006/relationships/slideMaster" Target="/ppt/slideMasters/slideMaster1.xml" Id="R9056829d69954041" /></Relationships>
</file>

<file path=ppt/slideLayouts/_rels/slideLayout47.xml.rels>&#65279;<?xml version="1.0" encoding="utf-8"?><Relationships xmlns="http://schemas.openxmlformats.org/package/2006/relationships"><Relationship Type="http://schemas.openxmlformats.org/officeDocument/2006/relationships/slideMaster" Target="/ppt/slideMasters/slideMaster1.xml" Id="R3549d8a3489c4677" /></Relationships>
</file>

<file path=ppt/slideLayouts/_rels/slideLayout48.xml.rels>&#65279;<?xml version="1.0" encoding="utf-8"?><Relationships xmlns="http://schemas.openxmlformats.org/package/2006/relationships"><Relationship Type="http://schemas.openxmlformats.org/officeDocument/2006/relationships/slideMaster" Target="/ppt/slideMasters/slideMaster1.xml" Id="Rea47f15ab543474f" /><Relationship Type="http://schemas.openxmlformats.org/officeDocument/2006/relationships/image" Target="/ppt/media/image6.png" Id="R163923178ea045d5" /></Relationships>
</file>

<file path=ppt/slideLayouts/_rels/slideLayout49.xml.rels>&#65279;<?xml version="1.0" encoding="utf-8"?><Relationships xmlns="http://schemas.openxmlformats.org/package/2006/relationships"><Relationship Type="http://schemas.openxmlformats.org/officeDocument/2006/relationships/slideMaster" Target="/ppt/slideMasters/slideMaster1.xml" Id="Rd0348170603f46af" /></Relationships>
</file>

<file path=ppt/slideLayouts/_rels/slideLayout50.xml.rels>&#65279;<?xml version="1.0" encoding="utf-8"?><Relationships xmlns="http://schemas.openxmlformats.org/package/2006/relationships"><Relationship Type="http://schemas.openxmlformats.org/officeDocument/2006/relationships/slideMaster" Target="/ppt/slideMasters/slideMaster1.xml" Id="Re60fa164a50f4170" /><Relationship Type="http://schemas.openxmlformats.org/officeDocument/2006/relationships/image" Target="/ppt/media/image2.png" Id="R6a1f70e92ce14be8" /></Relationships>
</file>

<file path=ppt/slideLayouts/_rels/slideLayout51.xml.rels>&#65279;<?xml version="1.0" encoding="utf-8"?><Relationships xmlns="http://schemas.openxmlformats.org/package/2006/relationships"><Relationship Type="http://schemas.openxmlformats.org/officeDocument/2006/relationships/slideMaster" Target="/ppt/slideMasters/slideMaster1.xml" Id="R1e533dabec184062" /><Relationship Type="http://schemas.openxmlformats.org/officeDocument/2006/relationships/image" Target="/ppt/media/image7.png" Id="R7f4bfa3a8ea54686" /></Relationships>
</file>

<file path=ppt/slideLayouts/_rels/slideLayout52.xml.rels>&#65279;<?xml version="1.0" encoding="utf-8"?><Relationships xmlns="http://schemas.openxmlformats.org/package/2006/relationships"><Relationship Type="http://schemas.openxmlformats.org/officeDocument/2006/relationships/slideMaster" Target="/ppt/slideMasters/slideMaster1.xml" Id="R21ffa0bf214042b0" /></Relationships>
</file>

<file path=ppt/slideLayouts/_rels/slideLayout53.xml.rels>&#65279;<?xml version="1.0" encoding="utf-8"?><Relationships xmlns="http://schemas.openxmlformats.org/package/2006/relationships"><Relationship Type="http://schemas.openxmlformats.org/officeDocument/2006/relationships/slideMaster" Target="/ppt/slideMasters/slideMaster1.xml" Id="Rba1ad4c7a7dd4e6e" /></Relationships>
</file>

<file path=ppt/slideLayouts/_rels/slideLayout54.xml.rels>&#65279;<?xml version="1.0" encoding="utf-8"?><Relationships xmlns="http://schemas.openxmlformats.org/package/2006/relationships"><Relationship Type="http://schemas.openxmlformats.org/officeDocument/2006/relationships/slideMaster" Target="/ppt/slideMasters/slideMaster1.xml" Id="R1239b057cd154e8d" /><Relationship Type="http://schemas.openxmlformats.org/officeDocument/2006/relationships/image" Target="/ppt/media/image2.png" Id="R172a4c3253754a7c" /><Relationship Type="http://schemas.openxmlformats.org/officeDocument/2006/relationships/image" Target="/ppt/media/image.png" Id="Ra1e524ff100e4360" /><Relationship Type="http://schemas.openxmlformats.org/officeDocument/2006/relationships/image" Target="/ppt/media/image.svg" Id="R00a8fbe516d943e2" /></Relationships>
</file>

<file path=ppt/slideLayouts/_rels/slideLayout55.xml.rels>&#65279;<?xml version="1.0" encoding="utf-8"?><Relationships xmlns="http://schemas.openxmlformats.org/package/2006/relationships"><Relationship Type="http://schemas.openxmlformats.org/officeDocument/2006/relationships/slideMaster" Target="/ppt/slideMasters/slideMaster1.xml" Id="R93a389f929184903" /></Relationships>
</file>

<file path=ppt/slideLayouts/_rels/slideLayout56.xml.rels>&#65279;<?xml version="1.0" encoding="utf-8"?><Relationships xmlns="http://schemas.openxmlformats.org/package/2006/relationships"><Relationship Type="http://schemas.openxmlformats.org/officeDocument/2006/relationships/slideMaster" Target="/ppt/slideMasters/slideMaster1.xml" Id="R35bcf9cac06c4882" /></Relationships>
</file>

<file path=ppt/slideLayouts/slideLayout1.xml><?xml version="1.0" encoding="utf-8"?>
<p:sldLayout xmlns:p="http://schemas.openxmlformats.org/presentationml/2006/main" showMasterSp="0" preserve="1" userDrawn="1">
  <p:cSld name="Title Slide 1, Two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0368B8A-B8FA-06EC-E6D8-DF0F60F2EFDC}"/>
              </a:ext>
            </a:extLst>
          </p:cNvPr>
          <p:cNvSpPr>
            <a:spLocks xmlns:a="http://schemas.openxmlformats.org/drawingml/2006/main" noGrp="1"/>
          </p:cNvSpPr>
          <p:nvPr>
            <p:ph type="title" idx="0" hasCustomPrompt="1"/>
          </p:nvPr>
        </p:nvSpPr>
        <p:spPr>
          <a:xfrm xmlns:a="http://schemas.openxmlformats.org/drawingml/2006/main">
            <a:off x="323850" y="1871345"/>
            <a:ext cx="5048063" cy="1555148"/>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512820"/>
            <a:ext cx="5048063" cy="2286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a:lvl1pPr>
          </a:lstStyle>
          <a:p xmlns:a="http://schemas.openxmlformats.org/drawingml/2006/main">
            <a:pPr lvl="0">
              <a:buNone/>
            </a:pPr>
            <a:r>
              <a:t>Subtitle</a:t>
            </a:r>
          </a:p>
        </p:txBody>
      </p:sp>
      <p:sp>
        <p:nvSpPr>
          <p:cNvPr id="13" name="Text Placeholder 12">
            <a:extLst xmlns:a="http://schemas.openxmlformats.org/drawingml/2006/main">
              <a:ext uri="{FF2B5EF4-FFF2-40B4-BE49-F238E27FC236}">
                <a16:creationId xmlns:a16="http://schemas.microsoft.com/office/drawing/2014/main" id="{79E2B63B-5B68-90B7-7A62-17A839591C96}"/>
              </a:ext>
            </a:extLst>
          </p:cNvPr>
          <p:cNvSpPr>
            <a:spLocks xmlns:a="http://schemas.openxmlformats.org/drawingml/2006/main" noGrp="1"/>
          </p:cNvSpPr>
          <p:nvPr>
            <p:ph type="body" idx="16" hasCustomPrompt="1"/>
          </p:nvPr>
        </p:nvSpPr>
        <p:spPr>
          <a:xfrm xmlns:a="http://schemas.openxmlformats.org/drawingml/2006/main">
            <a:off x="323851" y="4061400"/>
            <a:ext cx="5048090" cy="457200"/>
          </a:xfrm>
        </p:spPr>
        <p:txBody>
          <a:bodyPr xmlns:a="http://schemas.openxmlformats.org/drawingml/2006/main" anchor="t"/>
          <a:lstStyle xmlns:a="http://schemas.openxmlformats.org/drawingml/2006/main">
            <a:lvl1pPr marL="0" indent="0">
              <a:spcBef>
                <a:spcPts val="0"/>
              </a:spcBef>
              <a:spcAft>
                <a:spcPts val="0"/>
              </a:spcAft>
              <a:buNone/>
              <a:defRPr sz="1400" kern="1200">
                <a:solidFill>
                  <a:schemeClr val="bg1"/>
                </a:solidFill>
                <a:latin typeface="+mn-lt"/>
                <a:ea typeface="+mn-lt"/>
                <a:cs typeface="+mn-lt"/>
              </a:defRPr>
            </a:lvl1pPr>
          </a:lstStyle>
          <a:p xmlns:a="http://schemas.openxmlformats.org/drawingml/2006/main">
            <a:pPr marL="182880" lvl="0" indent="-182880" algn="l" defTabSz="912276">
              <a:lnSpc>
                <a:spcPct val="100000"/>
              </a:lnSpc>
              <a:spcBef>
                <a:spcPts val="0"/>
              </a:spcBef>
              <a:spcAft>
                <a:spcPts val="0"/>
              </a:spcAft>
              <a:buClr>
                <a:schemeClr val="bg1"/>
              </a:buClr>
              <a:buSzPct val="100000"/>
              <a:buNone/>
            </a:pPr>
            <a:r>
              <a:t>Speaker Name</a:t>
            </a:r>
          </a:p>
          <a:p xmlns:a="http://schemas.openxmlformats.org/drawingml/2006/main">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xmlns:a="http://schemas.openxmlformats.org/drawingml/2006/main">
              <a:ext uri="{FF2B5EF4-FFF2-40B4-BE49-F238E27FC236}">
                <a16:creationId xmlns:a16="http://schemas.microsoft.com/office/drawing/2014/main" id="{80638510-2998-9359-2A51-B0CA834B6203}"/>
              </a:ext>
            </a:extLst>
          </p:cNvPr>
          <p:cNvSpPr>
            <a:spLocks xmlns:a="http://schemas.openxmlformats.org/drawingml/2006/main" noGrp="1"/>
          </p:cNvSpPr>
          <p:nvPr>
            <p:ph type="body" idx="14" hasCustomPrompt="1"/>
          </p:nvPr>
        </p:nvSpPr>
        <p:spPr>
          <a:xfrm xmlns:a="http://schemas.openxmlformats.org/drawingml/2006/main">
            <a:off x="323850" y="4676458"/>
            <a:ext cx="5047270" cy="459455"/>
          </a:xfrm>
          <a:prstGeom xmlns:a="http://schemas.openxmlformats.org/drawingml/2006/main" prst="rect">
            <a:avLst/>
          </a:prstGeom>
          <a:noFill xmlns:a="http://schemas.openxmlformats.org/drawingml/2006/main"/>
        </p:spPr>
        <p:txBody>
          <a:bodyPr xmlns:a="http://schemas.openxmlformats.org/drawingml/2006/main" anchor="t"/>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4643" y="6360518"/>
            <a:ext cx="3906838" cy="497482"/>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lgn="l">
              <a:buNone/>
              <a:defRPr sz="1400">
                <a:solidFill>
                  <a:schemeClr val="bg2"/>
                </a:solidFill>
              </a:defRPr>
            </a:lvl1pPr>
          </a:lstStyle>
          <a:p xmlns:a="http://schemas.openxmlformats.org/drawingml/2006/main">
            <a:pPr lvl="0">
              <a:buNone/>
            </a:pPr>
            <a:r>
              <a:t>Date</a:t>
            </a:r>
          </a:p>
        </p:txBody>
      </p:sp>
      <p:sp>
        <p:nvSpPr>
          <p:cNvPr id="23" name="Graphic 21">
            <a:extLst xmlns:a="http://schemas.openxmlformats.org/drawingml/2006/main">
              <a:ext uri="{FF2B5EF4-FFF2-40B4-BE49-F238E27FC236}">
                <a16:creationId xmlns:a16="http://schemas.microsoft.com/office/drawing/2014/main" id="{0B51E088-9CCC-0F69-112A-CEC9A65FADC5}"/>
              </a:ext>
            </a:extLst>
          </p:cNvPr>
          <p:cNvSpPr>
            <a:spLocks xmlns:a="http://schemas.openxmlformats.org/drawingml/2006/main" noGrp="1"/>
          </p:cNvSpPr>
          <p:nvPr/>
        </p:nvSpPr>
        <p:spPr>
          <a:xfrm xmlns:a="http://schemas.openxmlformats.org/drawingml/2006/main">
            <a:off x="6107248" y="781243"/>
            <a:ext cx="5303520" cy="5303520"/>
          </a:xfrm>
          <a:custGeom xmlns:a="http://schemas.openxmlformats.org/drawingml/2006/main">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xmlns:a="http://schemas.openxmlformats.org/drawingml/2006/main">
            <a:schemeClr val="tx1"/>
          </a:solidFill>
          <a:ln xmlns:a="http://schemas.openxmlformats.org/drawingml/2006/mai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xmlns:a="http://schemas.openxmlformats.org/drawingml/2006/main" anchor="ctr"/>
          <a:lstStyle xmlns:a="http://schemas.openxmlformats.org/drawingml/2006/main"/>
          <a:p xmlns:a="http://schemas.openxmlformats.org/drawingml/2006/main">
            <a:endParaRPr/>
          </a:p>
        </p:txBody>
      </p:sp>
      <p:pic>
        <p:nvPicPr>
          <p:cNvPr id="31" name="Picture 7"/>
          <p:cNvPicPr>
            <a:picLocks xmlns:a="http://schemas.openxmlformats.org/drawingml/2006/main" noChangeAspect="1"/>
          </p:cNvPicPr>
          <p:nvPr/>
        </p:nvPicPr>
        <p:blipFill>
          <a:blip xmlns:r="http://schemas.openxmlformats.org/officeDocument/2006/relationships" xmlns:a="http://schemas.openxmlformats.org/drawingml/2006/main" r:embed="R5b3befea24494b05">
            <a:extLst>
              <a:ext uri="{96DAC541-7B7A-43D3-8B79-37D633B846F1}">
                <asvg:svgBlip xmlns:asvg="http://schemas.microsoft.com/office/drawing/2016/SVG/main" r:embed="Rce091d681faf4da5"/>
              </a:ext>
            </a:extLst>
          </a:blip>
          <a:srcRect xmlns:a="http://schemas.openxmlformats.org/drawingml/2006/main" l="0" t="0" r="0" b="0"/>
          <a:stretch xmlns:a="http://schemas.openxmlformats.org/drawingml/2006/main"/>
        </p:blipFill>
        <p:spPr>
          <a:xfrm xmlns:a="http://schemas.openxmlformats.org/drawingml/2006/main">
            <a:off x="8281171" y="3181936"/>
            <a:ext cx="955675" cy="502135"/>
          </a:xfrm>
          <a:prstGeom xmlns:a="http://schemas.openxmlformats.org/drawingml/2006/main" prst="rect">
            <a:avLst/>
          </a:prstGeom>
        </p:spPr>
      </p:pic>
    </p:spTree>
  </p:cSld>
</p:sldLayout>
</file>

<file path=ppt/slideLayouts/slideLayout2.xml><?xml version="1.0" encoding="utf-8"?>
<p:sldLayout xmlns:p="http://schemas.openxmlformats.org/presentationml/2006/main" showMasterSp="0" preserve="1" userDrawn="1">
  <p:cSld name="Title Slide 2, Two Speakers">
    <p:bg>
      <p:bgPr>
        <a:blipFill xmlns:a="http://schemas.openxmlformats.org/drawingml/2006/main" rotWithShape="1">
          <a:blip xmlns:r="http://schemas.openxmlformats.org/officeDocument/2006/relationships" r:embed="R1c2b1e3e19664426">
            <a:lum/>
          </a:blip>
          <a:srcRect l="0" t="0" r="0" b="0"/>
          <a:stretch>
            <a:fillRect l="0" t="0" r="0" b="0"/>
          </a:stretch>
        </a:blipFill>
      </p:bgPr>
    </p:bg>
    <p:spTree>
      <p:nvGrpSpPr>
        <p:cNvPr id="1" name=""/>
        <p:cNvGrpSpPr/>
        <p:nvPr/>
      </p:nvGrpSpPr>
      <p:grpSpPr>
        <a:xfrm xmlns:a="http://schemas.openxmlformats.org/drawingml/2006/main"/>
      </p:grpSpPr>
      <p:sp>
        <p:nvSpPr>
          <p:cNvPr id="5" name="Rectangle 4">
            <a:extLst xmlns:a="http://schemas.openxmlformats.org/drawingml/2006/main">
              <a:ext uri="{FF2B5EF4-FFF2-40B4-BE49-F238E27FC236}">
                <a16:creationId xmlns:a16="http://schemas.microsoft.com/office/drawing/2014/main" id="{AEFAB65E-774E-7C2F-9733-CE6410F8652F}"/>
              </a:ext>
            </a:extLst>
          </p:cNvPr>
          <p:cNvSpPr>
            <a:spLocks xmlns:a="http://schemas.openxmlformats.org/drawingml/2006/main" noGrp="1"/>
          </p:cNvSpPr>
          <p:nvPr/>
        </p:nvSpPr>
        <p:spPr>
          <a:xfrm xmlns:a="http://schemas.openxmlformats.org/drawingml/2006/main">
            <a:off x="0" y="1260471"/>
            <a:ext cx="10888663" cy="4351342"/>
          </a:xfrm>
          <a:prstGeom xmlns:a="http://schemas.openxmlformats.org/drawingml/2006/main" prst="rect">
            <a:avLst/>
          </a:prstGeom>
          <a:solidFill xmlns:a="http://schemas.openxmlformats.org/drawingml/2006/main">
            <a:schemeClr val="tx1"/>
          </a:solidFill>
          <a:ln xmlns:a="http://schemas.openxmlformats.org/drawingml/2006/main" w="952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lIns="182880" tIns="182880" rIns="182880" bIns="182880" anchor="ctr"/>
          <a:lstStyle xmlns:a="http://schemas.openxmlformats.org/drawingml/2006/main"/>
          <a:p xmlns:a="http://schemas.openxmlformats.org/drawingml/2006/main">
            <a:pPr algn="ctr">
              <a:buNone/>
            </a:pPr>
            <a:endParaRPr sz="1600">
              <a:solidFill>
                <a:schemeClr val="bg1"/>
              </a:solidFill>
            </a:endParaRPr>
          </a:p>
        </p:txBody>
      </p:sp>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218122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82746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436086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436086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pic>
        <p:nvPicPr>
          <p:cNvPr id="19" name="Picture 7"/>
          <p:cNvPicPr>
            <a:picLocks xmlns:a="http://schemas.openxmlformats.org/drawingml/2006/main" noChangeAspect="1"/>
          </p:cNvPicPr>
          <p:nvPr/>
        </p:nvPicPr>
        <p:blipFill>
          <a:blip xmlns:r="http://schemas.openxmlformats.org/officeDocument/2006/relationships" xmlns:a="http://schemas.openxmlformats.org/drawingml/2006/main" r:embed="Rd0fc1435e0a44a41">
            <a:extLst>
              <a:ext uri="{96DAC541-7B7A-43D3-8B79-37D633B846F1}">
                <asvg:svgBlip xmlns:asvg="http://schemas.microsoft.com/office/drawing/2016/SVG/main" r:embed="R8ebf98084ff84592"/>
              </a:ext>
            </a:extLst>
          </a:blip>
          <a:srcRect xmlns:a="http://schemas.openxmlformats.org/drawingml/2006/main" l="0" t="0" r="0" b="0"/>
          <a:stretch xmlns:a="http://schemas.openxmlformats.org/drawingml/2006/main"/>
        </p:blipFill>
        <p:spPr>
          <a:xfrm xmlns:a="http://schemas.openxmlformats.org/drawingml/2006/main">
            <a:off x="9058274" y="3188776"/>
            <a:ext cx="914400" cy="480447"/>
          </a:xfrm>
          <a:prstGeom xmlns:a="http://schemas.openxmlformats.org/drawingml/2006/main" prst="rect">
            <a:avLst/>
          </a:prstGeom>
        </p:spPr>
      </p:pic>
    </p:spTree>
  </p:cSld>
</p:sldLayout>
</file>

<file path=ppt/slideLayouts/slideLayout3.xml><?xml version="1.0" encoding="utf-8"?>
<p:sldLayout xmlns:p="http://schemas.openxmlformats.org/presentationml/2006/main" showMasterSp="0" preserve="1" userDrawn="1">
  <p:cSld name="Title Slide 1, Four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0368B8A-B8FA-06EC-E6D8-DF0F60F2EFDC}"/>
              </a:ext>
            </a:extLst>
          </p:cNvPr>
          <p:cNvSpPr>
            <a:spLocks xmlns:a="http://schemas.openxmlformats.org/drawingml/2006/main" noGrp="1"/>
          </p:cNvSpPr>
          <p:nvPr>
            <p:ph type="title" idx="0" hasCustomPrompt="1"/>
          </p:nvPr>
        </p:nvSpPr>
        <p:spPr>
          <a:xfrm xmlns:a="http://schemas.openxmlformats.org/drawingml/2006/main">
            <a:off x="323850" y="1244600"/>
            <a:ext cx="5048063" cy="1555148"/>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2886075"/>
            <a:ext cx="5048063" cy="2286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a:lvl1pPr>
          </a:lstStyle>
          <a:p xmlns:a="http://schemas.openxmlformats.org/drawingml/2006/main">
            <a:pPr lvl="0">
              <a:buNone/>
            </a:pPr>
            <a:r>
              <a:t>Subtitle</a:t>
            </a:r>
          </a:p>
        </p:txBody>
      </p:sp>
      <p:sp>
        <p:nvSpPr>
          <p:cNvPr id="13" name="Text Placeholder 12">
            <a:extLst xmlns:a="http://schemas.openxmlformats.org/drawingml/2006/main">
              <a:ext uri="{FF2B5EF4-FFF2-40B4-BE49-F238E27FC236}">
                <a16:creationId xmlns:a16="http://schemas.microsoft.com/office/drawing/2014/main" id="{79E2B63B-5B68-90B7-7A62-17A839591C96}"/>
              </a:ext>
            </a:extLst>
          </p:cNvPr>
          <p:cNvSpPr>
            <a:spLocks xmlns:a="http://schemas.openxmlformats.org/drawingml/2006/main" noGrp="1"/>
          </p:cNvSpPr>
          <p:nvPr>
            <p:ph type="body" idx="16" hasCustomPrompt="1"/>
          </p:nvPr>
        </p:nvSpPr>
        <p:spPr>
          <a:xfrm xmlns:a="http://schemas.openxmlformats.org/drawingml/2006/main">
            <a:off x="323851" y="3428789"/>
            <a:ext cx="5048090" cy="457200"/>
          </a:xfrm>
        </p:spPr>
        <p:txBody>
          <a:bodyPr xmlns:a="http://schemas.openxmlformats.org/drawingml/2006/main" anchor="b"/>
          <a:lstStyle xmlns:a="http://schemas.openxmlformats.org/drawingml/2006/main">
            <a:lvl1pPr marL="0" indent="0">
              <a:spcBef>
                <a:spcPts val="0"/>
              </a:spcBef>
              <a:spcAft>
                <a:spcPts val="0"/>
              </a:spcAft>
              <a:buNone/>
              <a:defRPr sz="1400" kern="1200">
                <a:solidFill>
                  <a:schemeClr val="bg1"/>
                </a:solidFill>
                <a:latin typeface="+mn-lt"/>
                <a:ea typeface="+mn-lt"/>
                <a:cs typeface="+mn-lt"/>
              </a:defRPr>
            </a:lvl1pPr>
          </a:lstStyle>
          <a:p xmlns:a="http://schemas.openxmlformats.org/drawingml/2006/main">
            <a:pPr marL="182880" lvl="0" indent="-182880" algn="l" defTabSz="912276">
              <a:lnSpc>
                <a:spcPct val="100000"/>
              </a:lnSpc>
              <a:spcBef>
                <a:spcPts val="0"/>
              </a:spcBef>
              <a:spcAft>
                <a:spcPts val="0"/>
              </a:spcAft>
              <a:buClr>
                <a:schemeClr val="bg1"/>
              </a:buClr>
              <a:buSzPct val="100000"/>
              <a:buNone/>
            </a:pPr>
            <a:r>
              <a:t>Speaker Name</a:t>
            </a:r>
          </a:p>
          <a:p xmlns:a="http://schemas.openxmlformats.org/drawingml/2006/main">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xmlns:a="http://schemas.openxmlformats.org/drawingml/2006/main">
              <a:ext uri="{FF2B5EF4-FFF2-40B4-BE49-F238E27FC236}">
                <a16:creationId xmlns:a16="http://schemas.microsoft.com/office/drawing/2014/main" id="{80638510-2998-9359-2A51-B0CA834B6203}"/>
              </a:ext>
            </a:extLst>
          </p:cNvPr>
          <p:cNvSpPr>
            <a:spLocks xmlns:a="http://schemas.openxmlformats.org/drawingml/2006/main" noGrp="1"/>
          </p:cNvSpPr>
          <p:nvPr>
            <p:ph type="body" idx="14" hasCustomPrompt="1"/>
          </p:nvPr>
        </p:nvSpPr>
        <p:spPr>
          <a:xfrm xmlns:a="http://schemas.openxmlformats.org/drawingml/2006/main">
            <a:off x="323850" y="4051300"/>
            <a:ext cx="5047270" cy="459455"/>
          </a:xfrm>
          <a:prstGeom xmlns:a="http://schemas.openxmlformats.org/drawingml/2006/main" prst="rect">
            <a:avLst/>
          </a:prstGeom>
          <a:noFill xmlns:a="http://schemas.openxmlformats.org/drawingml/2006/main"/>
        </p:spPr>
        <p:txBody>
          <a:bodyPr xmlns:a="http://schemas.openxmlformats.org/drawingml/2006/main" anchor="b"/>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5" name="Text Placeholder 4">
            <a:extLst xmlns:a="http://schemas.openxmlformats.org/drawingml/2006/main">
              <a:ext uri="{FF2B5EF4-FFF2-40B4-BE49-F238E27FC236}">
                <a16:creationId xmlns:a16="http://schemas.microsoft.com/office/drawing/2014/main" id="{1C0E61D1-59EB-7A86-0D12-9388193F45D9}"/>
              </a:ext>
            </a:extLst>
          </p:cNvPr>
          <p:cNvSpPr>
            <a:spLocks xmlns:a="http://schemas.openxmlformats.org/drawingml/2006/main" noGrp="1"/>
          </p:cNvSpPr>
          <p:nvPr>
            <p:ph type="body" idx="17" hasCustomPrompt="1"/>
          </p:nvPr>
        </p:nvSpPr>
        <p:spPr>
          <a:xfrm xmlns:a="http://schemas.openxmlformats.org/drawingml/2006/main">
            <a:off x="323849" y="4681134"/>
            <a:ext cx="5046663" cy="457200"/>
          </a:xfrm>
        </p:spPr>
        <p:txBody>
          <a:bodyPr xmlns:a="http://schemas.openxmlformats.org/drawingml/2006/main" anchor="b"/>
          <a:lstStyle xmlns:a="http://schemas.openxmlformats.org/drawingml/2006/main">
            <a:lvl1pPr marL="0" indent="0">
              <a:spcAft>
                <a:spcPts val="0"/>
              </a:spcAft>
              <a:buNone/>
              <a:defRPr sz="1400" kern="1200">
                <a:solidFill>
                  <a:schemeClr val="bg1"/>
                </a:solidFill>
                <a:latin typeface="+mn-lt"/>
                <a:ea typeface="+mn-lt"/>
                <a:cs typeface="+mn-lt"/>
              </a:defRPr>
            </a:lvl1pPr>
            <a:lvl2pPr marL="182880" indent="0">
              <a:spcAft>
                <a:spcPts val="0"/>
              </a:spcAft>
              <a:buNone/>
              <a:defRPr sz="1400"/>
            </a:lvl2pPr>
            <a:lvl3pPr marL="365760" indent="0">
              <a:spcAft>
                <a:spcPts val="0"/>
              </a:spcAft>
              <a:buNone/>
              <a:defRPr sz="1200"/>
            </a:lvl3pPr>
            <a:lvl4pPr marL="548640" indent="0">
              <a:spcAft>
                <a:spcPts val="0"/>
              </a:spcAft>
              <a:buNone/>
              <a:defRPr sz="1100"/>
            </a:lvl4pPr>
            <a:lvl5pPr marL="731520" indent="0">
              <a:spcAft>
                <a:spcPts val="0"/>
              </a:spcAft>
              <a:buNone/>
              <a:defRPr sz="1050"/>
            </a:lvl5pPr>
          </a:lstStyle>
          <a:p xmlns:a="http://schemas.openxmlformats.org/drawingml/2006/main">
            <a:pPr marL="0" lvl="0" indent="0" algn="l" defTabSz="912276">
              <a:lnSpc>
                <a:spcPct val="100000"/>
              </a:lnSpc>
              <a:spcBef>
                <a:spcPts val="0"/>
              </a:spcBef>
              <a:spcAft>
                <a:spcPts val="0"/>
              </a:spcAft>
              <a:buClr>
                <a:schemeClr val="bg1"/>
              </a:buClr>
              <a:buSzPct val="100000"/>
              <a:buFont typeface="Arial"/>
              <a:buNone/>
            </a:pPr>
            <a:r>
              <a:t>Speaker Name</a:t>
            </a:r>
          </a:p>
          <a:p xmlns:a="http://schemas.openxmlformats.org/drawingml/2006/main">
            <a:pPr marL="0" lvl="0" indent="0" algn="l" defTabSz="912276">
              <a:lnSpc>
                <a:spcPct val="100000"/>
              </a:lnSpc>
              <a:spcBef>
                <a:spcPts val="0"/>
              </a:spcBef>
              <a:spcAft>
                <a:spcPts val="0"/>
              </a:spcAft>
              <a:buClr>
                <a:schemeClr val="bg1"/>
              </a:buClr>
              <a:buSzPct val="100000"/>
              <a:buFont typeface="Arial"/>
              <a:buNone/>
            </a:pPr>
            <a:r>
              <a:t>Speaker Title placeholder, @social</a:t>
            </a:r>
          </a:p>
        </p:txBody>
      </p:sp>
      <p:sp>
        <p:nvSpPr>
          <p:cNvPr id="7" name="Text Placeholder 6">
            <a:extLst xmlns:a="http://schemas.openxmlformats.org/drawingml/2006/main">
              <a:ext uri="{FF2B5EF4-FFF2-40B4-BE49-F238E27FC236}">
                <a16:creationId xmlns:a16="http://schemas.microsoft.com/office/drawing/2014/main" id="{D175C0FC-DD02-0704-8A17-1B3037F861D2}"/>
              </a:ext>
            </a:extLst>
          </p:cNvPr>
          <p:cNvSpPr>
            <a:spLocks xmlns:a="http://schemas.openxmlformats.org/drawingml/2006/main" noGrp="1"/>
          </p:cNvSpPr>
          <p:nvPr>
            <p:ph type="body" idx="18" hasCustomPrompt="1"/>
          </p:nvPr>
        </p:nvSpPr>
        <p:spPr>
          <a:xfrm xmlns:a="http://schemas.openxmlformats.org/drawingml/2006/main">
            <a:off x="323848" y="5306439"/>
            <a:ext cx="5046663" cy="457200"/>
          </a:xfrm>
        </p:spPr>
        <p:txBody>
          <a:bodyPr xmlns:a="http://schemas.openxmlformats.org/drawingml/2006/main" anchor="b"/>
          <a:lstStyle xmlns:a="http://schemas.openxmlformats.org/drawingml/2006/main">
            <a:lvl1pPr marL="0" indent="0">
              <a:spcAft>
                <a:spcPts val="0"/>
              </a:spcAft>
              <a:buNone/>
              <a:defRPr sz="1400"/>
            </a:lvl1pPr>
            <a:lvl2pPr marL="182880" indent="0">
              <a:buNone/>
              <a:defRPr sz="1200"/>
            </a:lvl2pPr>
            <a:lvl3pPr marL="365760" indent="0">
              <a:buNone/>
              <a:defRPr sz="1100"/>
            </a:lvl3pPr>
            <a:lvl4pPr marL="548640" indent="0">
              <a:buNone/>
              <a:defRPr sz="1050"/>
            </a:lvl4pPr>
            <a:lvl5pPr marL="731520" indent="0">
              <a:buNone/>
              <a:defRPr sz="1000"/>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4643" y="6360518"/>
            <a:ext cx="3906838" cy="497482"/>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lgn="l">
              <a:buNone/>
              <a:defRPr sz="1400">
                <a:solidFill>
                  <a:schemeClr val="bg2"/>
                </a:solidFill>
              </a:defRPr>
            </a:lvl1pPr>
          </a:lstStyle>
          <a:p xmlns:a="http://schemas.openxmlformats.org/drawingml/2006/main">
            <a:pPr lvl="0">
              <a:buNone/>
            </a:pPr>
            <a:r>
              <a:t>Date</a:t>
            </a:r>
          </a:p>
        </p:txBody>
      </p:sp>
      <p:sp>
        <p:nvSpPr>
          <p:cNvPr id="23" name="Graphic 21">
            <a:extLst xmlns:a="http://schemas.openxmlformats.org/drawingml/2006/main">
              <a:ext uri="{FF2B5EF4-FFF2-40B4-BE49-F238E27FC236}">
                <a16:creationId xmlns:a16="http://schemas.microsoft.com/office/drawing/2014/main" id="{0B51E088-9CCC-0F69-112A-CEC9A65FADC5}"/>
              </a:ext>
            </a:extLst>
          </p:cNvPr>
          <p:cNvSpPr>
            <a:spLocks xmlns:a="http://schemas.openxmlformats.org/drawingml/2006/main" noGrp="1"/>
          </p:cNvSpPr>
          <p:nvPr/>
        </p:nvSpPr>
        <p:spPr>
          <a:xfrm xmlns:a="http://schemas.openxmlformats.org/drawingml/2006/main">
            <a:off x="6107248" y="781243"/>
            <a:ext cx="5303520" cy="5303520"/>
          </a:xfrm>
          <a:custGeom xmlns:a="http://schemas.openxmlformats.org/drawingml/2006/main">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xmlns:a="http://schemas.openxmlformats.org/drawingml/2006/main">
            <a:schemeClr val="tx1"/>
          </a:solidFill>
          <a:ln xmlns:a="http://schemas.openxmlformats.org/drawingml/2006/mai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xmlns:a="http://schemas.openxmlformats.org/drawingml/2006/main" anchor="ctr"/>
          <a:lstStyle xmlns:a="http://schemas.openxmlformats.org/drawingml/2006/main"/>
          <a:p xmlns:a="http://schemas.openxmlformats.org/drawingml/2006/main">
            <a:pPr lvl="0">
              <a:buNone/>
            </a:pPr>
            <a:endParaRPr/>
          </a:p>
        </p:txBody>
      </p:sp>
      <p:pic>
        <p:nvPicPr>
          <p:cNvPr id="33" name="Picture 7"/>
          <p:cNvPicPr>
            <a:picLocks xmlns:a="http://schemas.openxmlformats.org/drawingml/2006/main" noChangeAspect="1"/>
          </p:cNvPicPr>
          <p:nvPr/>
        </p:nvPicPr>
        <p:blipFill>
          <a:blip xmlns:r="http://schemas.openxmlformats.org/officeDocument/2006/relationships" xmlns:a="http://schemas.openxmlformats.org/drawingml/2006/main" r:embed="R065ffeeda8d344cc">
            <a:extLst>
              <a:ext uri="{96DAC541-7B7A-43D3-8B79-37D633B846F1}">
                <asvg:svgBlip xmlns:asvg="http://schemas.microsoft.com/office/drawing/2016/SVG/main" r:embed="Ra528d831bb7f45c4"/>
              </a:ext>
            </a:extLst>
          </a:blip>
          <a:srcRect xmlns:a="http://schemas.openxmlformats.org/drawingml/2006/main" l="0" t="0" r="0" b="0"/>
          <a:stretch xmlns:a="http://schemas.openxmlformats.org/drawingml/2006/main"/>
        </p:blipFill>
        <p:spPr>
          <a:xfrm xmlns:a="http://schemas.openxmlformats.org/drawingml/2006/main">
            <a:off x="8281171" y="3181936"/>
            <a:ext cx="955675" cy="502135"/>
          </a:xfrm>
          <a:prstGeom xmlns:a="http://schemas.openxmlformats.org/drawingml/2006/main" prst="rect">
            <a:avLst/>
          </a:prstGeom>
        </p:spPr>
      </p:pic>
    </p:spTree>
  </p:cSld>
</p:sldLayout>
</file>

<file path=ppt/slideLayouts/slideLayout4.xml><?xml version="1.0" encoding="utf-8"?>
<p:sldLayout xmlns:p="http://schemas.openxmlformats.org/presentationml/2006/main" showMasterSp="0" preserve="1" userDrawn="1">
  <p:cSld name="Title Slide 2, Four Speakers">
    <p:bg>
      <p:bgPr>
        <a:blipFill xmlns:a="http://schemas.openxmlformats.org/drawingml/2006/main" rotWithShape="1">
          <a:blip xmlns:r="http://schemas.openxmlformats.org/officeDocument/2006/relationships" r:embed="Ra5fa5fd207c745f5">
            <a:lum/>
          </a:blip>
          <a:srcRect l="0" t="0" r="0" b="0"/>
          <a:stretch>
            <a:fillRect l="0" t="0" r="0" b="0"/>
          </a:stretch>
        </a:blipFill>
      </p:bgPr>
    </p:bg>
    <p:spTree>
      <p:nvGrpSpPr>
        <p:cNvPr id="1" name=""/>
        <p:cNvGrpSpPr/>
        <p:nvPr/>
      </p:nvGrpSpPr>
      <p:grpSpPr>
        <a:xfrm xmlns:a="http://schemas.openxmlformats.org/drawingml/2006/main"/>
      </p:grpSpPr>
      <p:sp>
        <p:nvSpPr>
          <p:cNvPr id="5" name="Rectangle 4">
            <a:extLst xmlns:a="http://schemas.openxmlformats.org/drawingml/2006/main">
              <a:ext uri="{FF2B5EF4-FFF2-40B4-BE49-F238E27FC236}">
                <a16:creationId xmlns:a16="http://schemas.microsoft.com/office/drawing/2014/main" id="{AEFAB65E-774E-7C2F-9733-CE6410F8652F}"/>
              </a:ext>
            </a:extLst>
          </p:cNvPr>
          <p:cNvSpPr>
            <a:spLocks xmlns:a="http://schemas.openxmlformats.org/drawingml/2006/main" noGrp="1"/>
          </p:cNvSpPr>
          <p:nvPr/>
        </p:nvSpPr>
        <p:spPr>
          <a:xfrm xmlns:a="http://schemas.openxmlformats.org/drawingml/2006/main">
            <a:off x="0" y="1260471"/>
            <a:ext cx="10888663" cy="4351342"/>
          </a:xfrm>
          <a:prstGeom xmlns:a="http://schemas.openxmlformats.org/drawingml/2006/main" prst="rect">
            <a:avLst/>
          </a:prstGeom>
          <a:solidFill xmlns:a="http://schemas.openxmlformats.org/drawingml/2006/main">
            <a:schemeClr val="tx1"/>
          </a:solidFill>
          <a:ln xmlns:a="http://schemas.openxmlformats.org/drawingml/2006/main" w="952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lIns="182880" tIns="182880" rIns="182880" bIns="182880" anchor="ctr"/>
          <a:lstStyle xmlns:a="http://schemas.openxmlformats.org/drawingml/2006/main"/>
          <a:p xmlns:a="http://schemas.openxmlformats.org/drawingml/2006/main">
            <a:pPr algn="ctr">
              <a:buNone/>
            </a:pPr>
            <a:endParaRPr sz="1600">
              <a:solidFill>
                <a:schemeClr val="bg1"/>
              </a:solidFill>
            </a:endParaRPr>
          </a:p>
        </p:txBody>
      </p:sp>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155688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20312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373652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373652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2" name="Text Placeholder 5">
            <a:extLst xmlns:a="http://schemas.openxmlformats.org/drawingml/2006/main">
              <a:ext uri="{FF2B5EF4-FFF2-40B4-BE49-F238E27FC236}">
                <a16:creationId xmlns:a16="http://schemas.microsoft.com/office/drawing/2014/main" id="{975F4503-6E14-DE87-30D2-13904F94B354}"/>
              </a:ext>
            </a:extLst>
          </p:cNvPr>
          <p:cNvSpPr>
            <a:spLocks xmlns:a="http://schemas.openxmlformats.org/drawingml/2006/main" noGrp="1"/>
          </p:cNvSpPr>
          <p:nvPr>
            <p:ph type="body" idx="15" hasCustomPrompt="1"/>
          </p:nvPr>
        </p:nvSpPr>
        <p:spPr>
          <a:xfrm xmlns:a="http://schemas.openxmlformats.org/drawingml/2006/main">
            <a:off x="323850" y="436313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4" name="Text Placeholder 9">
            <a:extLst xmlns:a="http://schemas.openxmlformats.org/drawingml/2006/main">
              <a:ext uri="{FF2B5EF4-FFF2-40B4-BE49-F238E27FC236}">
                <a16:creationId xmlns:a16="http://schemas.microsoft.com/office/drawing/2014/main" id="{09DECD55-6AA1-8B80-F758-69B1E9337A04}"/>
              </a:ext>
            </a:extLst>
          </p:cNvPr>
          <p:cNvSpPr>
            <a:spLocks xmlns:a="http://schemas.openxmlformats.org/drawingml/2006/main" noGrp="1"/>
          </p:cNvSpPr>
          <p:nvPr>
            <p:ph type="body" idx="16" hasCustomPrompt="1"/>
          </p:nvPr>
        </p:nvSpPr>
        <p:spPr>
          <a:xfrm xmlns:a="http://schemas.openxmlformats.org/drawingml/2006/main">
            <a:off x="4230687" y="4363133"/>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pic>
        <p:nvPicPr>
          <p:cNvPr id="21" name="Picture 7"/>
          <p:cNvPicPr>
            <a:picLocks xmlns:a="http://schemas.openxmlformats.org/drawingml/2006/main" noChangeAspect="1"/>
          </p:cNvPicPr>
          <p:nvPr/>
        </p:nvPicPr>
        <p:blipFill>
          <a:blip xmlns:r="http://schemas.openxmlformats.org/officeDocument/2006/relationships" xmlns:a="http://schemas.openxmlformats.org/drawingml/2006/main" r:embed="R8d88425df03c4318">
            <a:extLst>
              <a:ext uri="{96DAC541-7B7A-43D3-8B79-37D633B846F1}">
                <asvg:svgBlip xmlns:asvg="http://schemas.microsoft.com/office/drawing/2016/SVG/main" r:embed="R16640490467d42a3"/>
              </a:ext>
            </a:extLst>
          </a:blip>
          <a:srcRect xmlns:a="http://schemas.openxmlformats.org/drawingml/2006/main" l="0" t="0" r="0" b="0"/>
          <a:stretch xmlns:a="http://schemas.openxmlformats.org/drawingml/2006/main"/>
        </p:blipFill>
        <p:spPr>
          <a:xfrm xmlns:a="http://schemas.openxmlformats.org/drawingml/2006/main">
            <a:off x="9058274" y="3188776"/>
            <a:ext cx="914400" cy="480447"/>
          </a:xfrm>
          <a:prstGeom xmlns:a="http://schemas.openxmlformats.org/drawingml/2006/main" prst="rect">
            <a:avLst/>
          </a:prstGeom>
        </p:spPr>
      </p:pic>
    </p:spTree>
  </p:cSld>
</p:sldLayout>
</file>

<file path=ppt/slideLayouts/slideLayout5.xml><?xml version="1.0" encoding="utf-8"?>
<p:sldLayout xmlns:p="http://schemas.openxmlformats.org/presentationml/2006/main" showMasterSp="0" preserve="1" userDrawn="1">
  <p:cSld name="Title Slide 3, Four Speakers">
    <p:bg>
      <p:bgPr>
        <a:solidFill xmlns:a="http://schemas.openxmlformats.org/drawingml/2006/main">
          <a:schemeClr val="tx1"/>
        </a:solidFill>
      </p:bgPr>
    </p:bg>
    <p:spTree>
      <p:nvGrpSpPr>
        <p:cNvPr id="1" name=""/>
        <p:cNvGrpSpPr/>
        <p:nvPr/>
      </p:nvGrpSpPr>
      <p:grpSpPr>
        <a:xfrm xmlns:a="http://schemas.openxmlformats.org/drawingml/2006/main"/>
      </p:grpSpPr>
      <p:pic>
        <p:nvPicPr>
          <p:cNvPr id="15" name="Picture 7"/>
          <p:cNvPicPr>
            <a:picLocks xmlns:a="http://schemas.openxmlformats.org/drawingml/2006/main" noChangeAspect="1"/>
          </p:cNvPicPr>
          <p:nvPr/>
        </p:nvPicPr>
        <p:blipFill>
          <a:blip xmlns:r="http://schemas.openxmlformats.org/officeDocument/2006/relationships" xmlns:a="http://schemas.openxmlformats.org/drawingml/2006/main" r:embed="Rf10eae70c8a346e4">
            <a:extLst>
              <a:ext uri="{96DAC541-7B7A-43D3-8B79-37D633B846F1}">
                <asvg:svgBlip xmlns:asvg="http://schemas.microsoft.com/office/drawing/2016/SVG/main" r:embed="R258026de41734353"/>
              </a:ext>
            </a:extLst>
          </a:blip>
          <a:srcRect xmlns:a="http://schemas.openxmlformats.org/drawingml/2006/main" l="0" t="0" r="0" b="0"/>
          <a:stretch xmlns:a="http://schemas.openxmlformats.org/drawingml/2006/main"/>
        </p:blipFill>
        <p:spPr>
          <a:xfrm xmlns:a="http://schemas.openxmlformats.org/drawingml/2006/main">
            <a:off x="323850" y="320675"/>
            <a:ext cx="792163" cy="416221"/>
          </a:xfrm>
          <a:prstGeom xmlns:a="http://schemas.openxmlformats.org/drawingml/2006/main" prst="rect">
            <a:avLst/>
          </a:prstGeom>
        </p:spPr>
      </p:pic>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2492374"/>
            <a:ext cx="10167938" cy="1243019"/>
          </a:xfrm>
        </p:spPr>
        <p:txBody>
          <a:bodyPr xmlns:a="http://schemas.openxmlformats.org/drawingml/2006/main" anchor="b"/>
          <a:lstStyle xmlns:a="http://schemas.openxmlformats.org/drawingml/2006/main">
            <a:lvl1pPr>
              <a:buNone/>
              <a:defRPr sz="3600">
                <a:solidFill>
                  <a:schemeClr val="bg1"/>
                </a:solidFill>
              </a:defRPr>
            </a:lvl1pPr>
          </a:lstStyle>
          <a:p xmlns:a="http://schemas.openxmlformats.org/drawingml/2006/main">
            <a:r>
              <a:t>Presentation Slide Title Layout 3</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49" y="3827463"/>
            <a:ext cx="1016793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436086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7" name="Text Placeholder 6">
            <a:extLst xmlns:a="http://schemas.openxmlformats.org/drawingml/2006/main">
              <a:ext uri="{FF2B5EF4-FFF2-40B4-BE49-F238E27FC236}">
                <a16:creationId xmlns:a16="http://schemas.microsoft.com/office/drawing/2014/main" id="{872EFECA-80DB-74BA-813F-3952A15A5022}"/>
              </a:ext>
            </a:extLst>
          </p:cNvPr>
          <p:cNvSpPr>
            <a:spLocks xmlns:a="http://schemas.openxmlformats.org/drawingml/2006/main" noGrp="1"/>
          </p:cNvSpPr>
          <p:nvPr>
            <p:ph type="body" idx="15" hasCustomPrompt="1"/>
          </p:nvPr>
        </p:nvSpPr>
        <p:spPr>
          <a:xfrm xmlns:a="http://schemas.openxmlformats.org/drawingml/2006/main">
            <a:off x="4230688" y="4360863"/>
            <a:ext cx="4886325" cy="457200"/>
          </a:xfrm>
        </p:spPr>
        <p:txBody>
          <a:bodyPr xmlns:a="http://schemas.openxmlformats.org/drawingml/2006/main"/>
          <a:lstStyle xmlns:a="http://schemas.openxmlformats.org/drawingml/2006/main">
            <a:lvl1pPr marL="0" indent="0">
              <a:spcAft>
                <a:spcPts val="0"/>
              </a:spcAft>
              <a:buNone/>
              <a:defRPr sz="1400"/>
            </a:lvl1pPr>
            <a:lvl2pPr>
              <a:buNone/>
              <a:defRPr sz="1400"/>
            </a:lvl2pPr>
            <a:lvl3pPr>
              <a:buNone/>
              <a:defRPr sz="1200"/>
            </a:lvl3pPr>
            <a:lvl4pPr>
              <a:buNone/>
              <a:defRPr sz="1100"/>
            </a:lvl4pPr>
            <a:lvl5pPr>
              <a:buNone/>
              <a:defRPr sz="1050"/>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323850" y="4990779"/>
            <a:ext cx="3725863"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13" name="Text Placeholder 12">
            <a:extLst xmlns:a="http://schemas.openxmlformats.org/drawingml/2006/main">
              <a:ext uri="{FF2B5EF4-FFF2-40B4-BE49-F238E27FC236}">
                <a16:creationId xmlns:a16="http://schemas.microsoft.com/office/drawing/2014/main" id="{2BBB47F0-F6D2-5FD5-1C2D-8963A9B280F8}"/>
              </a:ext>
            </a:extLst>
          </p:cNvPr>
          <p:cNvSpPr>
            <a:spLocks xmlns:a="http://schemas.openxmlformats.org/drawingml/2006/main" noGrp="1"/>
          </p:cNvSpPr>
          <p:nvPr>
            <p:ph type="body" idx="16" hasCustomPrompt="1"/>
          </p:nvPr>
        </p:nvSpPr>
        <p:spPr>
          <a:xfrm xmlns:a="http://schemas.openxmlformats.org/drawingml/2006/main">
            <a:off x="4230688" y="4990779"/>
            <a:ext cx="4886325" cy="457200"/>
          </a:xfrm>
        </p:spPr>
        <p:txBody>
          <a:bodyPr xmlns:a="http://schemas.openxmlformats.org/drawingml/2006/main"/>
          <a:lstStyle xmlns:a="http://schemas.openxmlformats.org/drawingml/2006/main">
            <a:lvl1pPr marL="0" indent="0">
              <a:spcAft>
                <a:spcPts val="0"/>
              </a:spcAft>
              <a:buNone/>
              <a:defRPr sz="1400"/>
            </a:lvl1pPr>
            <a:lvl2pPr>
              <a:buNone/>
              <a:defRPr sz="1400"/>
            </a:lvl2pPr>
            <a:lvl3pPr>
              <a:buNone/>
              <a:defRPr sz="1200"/>
            </a:lvl3pPr>
            <a:lvl4pPr>
              <a:buNone/>
              <a:defRPr sz="1100"/>
            </a:lvl4pPr>
            <a:lvl5pPr>
              <a:buNone/>
              <a:defRPr sz="1050"/>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Tree>
  </p:cSld>
</p:sldLayout>
</file>

<file path=ppt/slideLayouts/slideLayout6.xml><?xml version="1.0" encoding="utf-8"?>
<p:sldLayout xmlns:p="http://schemas.openxmlformats.org/presentationml/2006/main" showMasterSp="0" preserve="1" userDrawn="1">
  <p:cSld name="Event Only Title Slide 1, Two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218122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82746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436086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436086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Tree>
  </p:cSld>
</p:sldLayout>
</file>

<file path=ppt/slideLayouts/slideLayout7.xml><?xml version="1.0" encoding="utf-8"?>
<p:sldLayout xmlns:p="http://schemas.openxmlformats.org/presentationml/2006/main" showMasterSp="0" preserve="1" userDrawn="1">
  <p:cSld name="Event Only Title Slide 2, Four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155688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20312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373652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373652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2" name="Text Placeholder 5">
            <a:extLst xmlns:a="http://schemas.openxmlformats.org/drawingml/2006/main">
              <a:ext uri="{FF2B5EF4-FFF2-40B4-BE49-F238E27FC236}">
                <a16:creationId xmlns:a16="http://schemas.microsoft.com/office/drawing/2014/main" id="{975F4503-6E14-DE87-30D2-13904F94B354}"/>
              </a:ext>
            </a:extLst>
          </p:cNvPr>
          <p:cNvSpPr>
            <a:spLocks xmlns:a="http://schemas.openxmlformats.org/drawingml/2006/main" noGrp="1"/>
          </p:cNvSpPr>
          <p:nvPr>
            <p:ph type="body" idx="15" hasCustomPrompt="1"/>
          </p:nvPr>
        </p:nvSpPr>
        <p:spPr>
          <a:xfrm xmlns:a="http://schemas.openxmlformats.org/drawingml/2006/main">
            <a:off x="323850" y="436313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4" name="Text Placeholder 9">
            <a:extLst xmlns:a="http://schemas.openxmlformats.org/drawingml/2006/main">
              <a:ext uri="{FF2B5EF4-FFF2-40B4-BE49-F238E27FC236}">
                <a16:creationId xmlns:a16="http://schemas.microsoft.com/office/drawing/2014/main" id="{09DECD55-6AA1-8B80-F758-69B1E9337A04}"/>
              </a:ext>
            </a:extLst>
          </p:cNvPr>
          <p:cNvSpPr>
            <a:spLocks xmlns:a="http://schemas.openxmlformats.org/drawingml/2006/main" noGrp="1"/>
          </p:cNvSpPr>
          <p:nvPr>
            <p:ph type="body" idx="16" hasCustomPrompt="1"/>
          </p:nvPr>
        </p:nvSpPr>
        <p:spPr>
          <a:xfrm xmlns:a="http://schemas.openxmlformats.org/drawingml/2006/main">
            <a:off x="4230687" y="4363133"/>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Tree>
  </p:cSld>
</p:sldLayout>
</file>

<file path=ppt/slideLayouts/slideLayout8.xml><?xml version="1.0" encoding="utf-8"?>
<p:sldLayout xmlns:p="http://schemas.openxmlformats.org/presentationml/2006/main" showMasterSp="0" preserve="1" userDrawn="1">
  <p:cSld name="Event Only Title Slide 3, Six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155688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20312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373652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373652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
        <p:nvSpPr>
          <p:cNvPr id="2" name="Text Placeholder 5">
            <a:extLst xmlns:a="http://schemas.openxmlformats.org/drawingml/2006/main">
              <a:ext uri="{FF2B5EF4-FFF2-40B4-BE49-F238E27FC236}">
                <a16:creationId xmlns:a16="http://schemas.microsoft.com/office/drawing/2014/main" id="{975F4503-6E14-DE87-30D2-13904F94B354}"/>
              </a:ext>
            </a:extLst>
          </p:cNvPr>
          <p:cNvSpPr>
            <a:spLocks xmlns:a="http://schemas.openxmlformats.org/drawingml/2006/main" noGrp="1"/>
          </p:cNvSpPr>
          <p:nvPr>
            <p:ph type="body" idx="15" hasCustomPrompt="1"/>
          </p:nvPr>
        </p:nvSpPr>
        <p:spPr>
          <a:xfrm xmlns:a="http://schemas.openxmlformats.org/drawingml/2006/main">
            <a:off x="323850" y="436313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4" name="Text Placeholder 9">
            <a:extLst xmlns:a="http://schemas.openxmlformats.org/drawingml/2006/main">
              <a:ext uri="{FF2B5EF4-FFF2-40B4-BE49-F238E27FC236}">
                <a16:creationId xmlns:a16="http://schemas.microsoft.com/office/drawing/2014/main" id="{09DECD55-6AA1-8B80-F758-69B1E9337A04}"/>
              </a:ext>
            </a:extLst>
          </p:cNvPr>
          <p:cNvSpPr>
            <a:spLocks xmlns:a="http://schemas.openxmlformats.org/drawingml/2006/main" noGrp="1"/>
          </p:cNvSpPr>
          <p:nvPr>
            <p:ph type="body" idx="16" hasCustomPrompt="1"/>
          </p:nvPr>
        </p:nvSpPr>
        <p:spPr>
          <a:xfrm xmlns:a="http://schemas.openxmlformats.org/drawingml/2006/main">
            <a:off x="4230687" y="4363133"/>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7" name="Text Placeholder 5">
            <a:extLst xmlns:a="http://schemas.openxmlformats.org/drawingml/2006/main">
              <a:ext uri="{FF2B5EF4-FFF2-40B4-BE49-F238E27FC236}">
                <a16:creationId xmlns:a16="http://schemas.microsoft.com/office/drawing/2014/main" id="{B989D1F9-5949-EAFF-931D-8121D6A66AA8}"/>
              </a:ext>
            </a:extLst>
          </p:cNvPr>
          <p:cNvSpPr>
            <a:spLocks xmlns:a="http://schemas.openxmlformats.org/drawingml/2006/main" noGrp="1"/>
          </p:cNvSpPr>
          <p:nvPr>
            <p:ph type="body" idx="17" hasCustomPrompt="1"/>
          </p:nvPr>
        </p:nvSpPr>
        <p:spPr>
          <a:xfrm xmlns:a="http://schemas.openxmlformats.org/drawingml/2006/main">
            <a:off x="323850" y="4986338"/>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8" name="Text Placeholder 9">
            <a:extLst xmlns:a="http://schemas.openxmlformats.org/drawingml/2006/main">
              <a:ext uri="{FF2B5EF4-FFF2-40B4-BE49-F238E27FC236}">
                <a16:creationId xmlns:a16="http://schemas.microsoft.com/office/drawing/2014/main" id="{3D1ACE7D-3D09-2D50-1C06-DBAD3893A921}"/>
              </a:ext>
            </a:extLst>
          </p:cNvPr>
          <p:cNvSpPr>
            <a:spLocks xmlns:a="http://schemas.openxmlformats.org/drawingml/2006/main" noGrp="1"/>
          </p:cNvSpPr>
          <p:nvPr>
            <p:ph type="body" idx="18" hasCustomPrompt="1"/>
          </p:nvPr>
        </p:nvSpPr>
        <p:spPr>
          <a:xfrm xmlns:a="http://schemas.openxmlformats.org/drawingml/2006/main">
            <a:off x="4230687" y="4986338"/>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Tree>
  </p:cSld>
</p:sldLayout>
</file>

<file path=ppt/slideLayouts/slideLayout9.xml><?xml version="1.0" encoding="utf-8"?>
<p:sldLayout xmlns:p="http://schemas.openxmlformats.org/presentationml/2006/main" preserve="1" userDrawn="1">
  <p:cSld name="Agenda 1">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E637F1A5-67B6-4A78-7FA7-0860E1B6F9B0}"/>
              </a:ext>
            </a:extLst>
          </p:cNvPr>
          <p:cNvSpPr>
            <a:spLocks xmlns:a="http://schemas.openxmlformats.org/drawingml/2006/main" noGrp="1"/>
          </p:cNvSpPr>
          <p:nvPr>
            <p:ph type="ftr" idx="2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2" name="Slide Number Placeholder 1">
            <a:extLst xmlns:a="http://schemas.openxmlformats.org/drawingml/2006/main">
              <a:ext uri="{FF2B5EF4-FFF2-40B4-BE49-F238E27FC236}">
                <a16:creationId xmlns:a16="http://schemas.microsoft.com/office/drawing/2014/main" id="{FB200302-2202-F22C-D162-871BF904F46C}"/>
              </a:ext>
            </a:extLst>
          </p:cNvPr>
          <p:cNvSpPr>
            <a:spLocks xmlns:a="http://schemas.openxmlformats.org/drawingml/2006/main" noGrp="1"/>
          </p:cNvSpPr>
          <p:nvPr>
            <p:ph type="sldNum" idx="19"/>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0.xml><?xml version="1.0" encoding="utf-8"?>
<p:sldLayout xmlns:p="http://schemas.openxmlformats.org/presentationml/2006/main" preserve="1" userDrawn="1">
  <p:cSld name="Title Only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1.xml><?xml version="1.0" encoding="utf-8"?>
<p:sldLayout xmlns:p="http://schemas.openxmlformats.org/presentationml/2006/main" preserve="1" userDrawn="1">
  <p:cSld name="Title, Subtitle Only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2.xml><?xml version="1.0" encoding="utf-8"?>
<p:sldLayout xmlns:p="http://schemas.openxmlformats.org/presentationml/2006/main" preserve="1" userDrawn="1">
  <p:cSld name="1/2 Slide Title, Top Subheading">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AEFB629D-1461-3E6E-194F-1E2781C58CDE}"/>
              </a:ext>
            </a:extLst>
          </p:cNvPr>
          <p:cNvSpPr>
            <a:spLocks xmlns:a="http://schemas.openxmlformats.org/drawingml/2006/main" noGrp="1"/>
          </p:cNvSpPr>
          <p:nvPr>
            <p:ph type="title" idx="0"/>
          </p:nvPr>
        </p:nvSpPr>
        <p:spPr>
          <a:xfrm xmlns:a="http://schemas.openxmlformats.org/drawingml/2006/main">
            <a:off x="323850" y="298146"/>
            <a:ext cx="4703763" cy="946454"/>
          </a:xfrm>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3402D1E1-C16C-597A-29F4-4F0B59039571}"/>
              </a:ext>
            </a:extLst>
          </p:cNvPr>
          <p:cNvSpPr>
            <a:spLocks xmlns:a="http://schemas.openxmlformats.org/drawingml/2006/main" noGrp="1"/>
          </p:cNvSpPr>
          <p:nvPr>
            <p:ph type="body" idx="11" hasCustomPrompt="1"/>
          </p:nvPr>
        </p:nvSpPr>
        <p:spPr>
          <a:xfrm xmlns:a="http://schemas.openxmlformats.org/drawingml/2006/main">
            <a:off x="6184900" y="320675"/>
            <a:ext cx="5683250" cy="923925"/>
          </a:xfrm>
        </p:spPr>
        <p:txBody>
          <a:bodyPr xmlns:a="http://schemas.openxmlformats.org/drawingml/2006/main"/>
          <a:lstStyle xmlns:a="http://schemas.openxmlformats.org/drawingml/2006/main">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xmlns:a="http://schemas.openxmlformats.org/drawingml/2006/main">
            <a:pPr lvl="0">
              <a:buNone/>
            </a:pPr>
            <a:r>
              <a:t>Subheading placeholder</a:t>
            </a:r>
          </a:p>
        </p:txBody>
      </p:sp>
      <p:sp>
        <p:nvSpPr>
          <p:cNvPr id="4" name="Footer Placeholder 3">
            <a:extLst xmlns:a="http://schemas.openxmlformats.org/drawingml/2006/main">
              <a:ext uri="{FF2B5EF4-FFF2-40B4-BE49-F238E27FC236}">
                <a16:creationId xmlns:a16="http://schemas.microsoft.com/office/drawing/2014/main" id="{60599622-5FA2-FEEE-3C33-0A896ADDB122}"/>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3.xml><?xml version="1.0" encoding="utf-8"?>
<p:sldLayout xmlns:p="http://schemas.openxmlformats.org/presentationml/2006/main" preserve="1" userDrawn="1">
  <p:cSld name="Section, Title Only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solidFill>
                  <a:schemeClr val="bg1"/>
                </a:solidFill>
              </a:defRPr>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11544300" cy="492443"/>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4.xml><?xml version="1.0" encoding="utf-8"?>
<p:sldLayout xmlns:p="http://schemas.openxmlformats.org/presentationml/2006/main" preserve="1" userDrawn="1">
  <p:cSld name="Section, Title, Subtitle">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11544300" cy="492443"/>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6A259C3D-581C-B8BC-32B4-EE2B22A753A2}"/>
              </a:ext>
            </a:extLst>
          </p:cNvPr>
          <p:cNvSpPr>
            <a:spLocks xmlns:a="http://schemas.openxmlformats.org/drawingml/2006/main" noGrp="1"/>
          </p:cNvSpPr>
          <p:nvPr>
            <p:ph type="body" idx="13" hasCustomPrompt="1"/>
          </p:nvPr>
        </p:nvSpPr>
        <p:spPr>
          <a:xfrm xmlns:a="http://schemas.openxmlformats.org/drawingml/2006/main">
            <a:off x="323850" y="1114425"/>
            <a:ext cx="5772150" cy="441325"/>
          </a:xfrm>
        </p:spPr>
        <p:txBody>
          <a:bodyPr xmlns:a="http://schemas.openxmlformats.org/drawingml/2006/main"/>
          <a:lstStyle xmlns:a="http://schemas.openxmlformats.org/drawingml/2006/main">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5.xml><?xml version="1.0" encoding="utf-8"?>
<p:sldLayout xmlns:p="http://schemas.openxmlformats.org/presentationml/2006/main" preserve="1" userDrawn="1">
  <p:cSld name="1/2 Slide Title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6.xml><?xml version="1.0" encoding="utf-8"?>
<p:sldLayout xmlns:p="http://schemas.openxmlformats.org/presentationml/2006/main" preserve="1" userDrawn="1">
  <p:cSld name="1/2 Slide, Section, Title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D9785467-C0DB-C17E-5173-C6C6A323A1C3}"/>
              </a:ext>
            </a:extLst>
          </p:cNvPr>
          <p:cNvSpPr>
            <a:spLocks xmlns:a="http://schemas.openxmlformats.org/drawingml/2006/main" noGrp="1"/>
          </p:cNvSpPr>
          <p:nvPr>
            <p:ph type="body" idx="12" hasCustomPrompt="1"/>
          </p:nvPr>
        </p:nvSpPr>
        <p:spPr>
          <a:xfrm xmlns:a="http://schemas.openxmlformats.org/drawingml/2006/main">
            <a:off x="323850" y="0"/>
            <a:ext cx="5772150" cy="466342"/>
          </a:xfrm>
        </p:spPr>
        <p:txBody>
          <a:bodyPr xmlns:a="http://schemas.openxmlformats.org/drawingml/2006/main" anchor="b"/>
          <a:lstStyle xmlns:a="http://schemas.openxmlformats.org/drawingml/2006/main">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5281613" cy="1247775"/>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7.xml><?xml version="1.0" encoding="utf-8"?>
<p:sldLayout xmlns:p="http://schemas.openxmlformats.org/presentationml/2006/main" preserve="1" userDrawn="1">
  <p:cSld name="1/2 Slide, Section, Title 2">
    <p:spTree>
      <p:nvGrpSpPr>
        <p:cNvPr id="1" name=""/>
        <p:cNvGrpSpPr/>
        <p:nvPr/>
      </p:nvGrpSpPr>
      <p:grpSpPr>
        <a:xfrm xmlns:a="http://schemas.openxmlformats.org/drawingml/2006/main"/>
      </p:grpSpPr>
      <p:sp>
        <p:nvSpPr>
          <p:cNvPr id="7" name="Text Placeholder 6">
            <a:extLst xmlns:a="http://schemas.openxmlformats.org/drawingml/2006/main">
              <a:ext uri="{FF2B5EF4-FFF2-40B4-BE49-F238E27FC236}">
                <a16:creationId xmlns:a16="http://schemas.microsoft.com/office/drawing/2014/main" id="{F5376922-1A18-EB35-1718-708DF44FBF1B}"/>
              </a:ext>
            </a:extLst>
          </p:cNvPr>
          <p:cNvSpPr>
            <a:spLocks xmlns:a="http://schemas.openxmlformats.org/drawingml/2006/main" noGrp="1"/>
          </p:cNvSpPr>
          <p:nvPr>
            <p:ph type="body" idx="13" hasCustomPrompt="1"/>
          </p:nvPr>
        </p:nvSpPr>
        <p:spPr>
          <a:xfrm xmlns:a="http://schemas.openxmlformats.org/drawingml/2006/main">
            <a:off x="323850" y="0"/>
            <a:ext cx="5772150" cy="466344"/>
          </a:xfrm>
        </p:spPr>
        <p:txBody>
          <a:bodyPr xmlns:a="http://schemas.openxmlformats.org/drawingml/2006/main" anchor="b"/>
          <a:lstStyle xmlns:a="http://schemas.openxmlformats.org/drawingml/2006/main">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8.xml><?xml version="1.0" encoding="utf-8"?>
<p:sldLayout xmlns:p="http://schemas.openxmlformats.org/presentationml/2006/main" preserve="1" userDrawn="1">
  <p:cSld name="1/2 Slide Title, Body Copy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6" name="Text Placeholder 5">
            <a:extLst xmlns:a="http://schemas.openxmlformats.org/drawingml/2006/main">
              <a:ext uri="{FF2B5EF4-FFF2-40B4-BE49-F238E27FC236}">
                <a16:creationId xmlns:a16="http://schemas.microsoft.com/office/drawing/2014/main" id="{D6125826-3231-68F4-7FEE-8A01F6F42B51}"/>
              </a:ext>
            </a:extLst>
          </p:cNvPr>
          <p:cNvSpPr>
            <a:spLocks xmlns:a="http://schemas.openxmlformats.org/drawingml/2006/main" noGrp="1"/>
          </p:cNvSpPr>
          <p:nvPr>
            <p:ph type="body" idx="12"/>
          </p:nvPr>
        </p:nvSpPr>
        <p:spPr>
          <a:xfrm xmlns:a="http://schemas.openxmlformats.org/drawingml/2006/main">
            <a:off x="6581774" y="1244600"/>
            <a:ext cx="5286375" cy="4367213"/>
          </a:xfrm>
        </p:spPr>
        <p:txBody>
          <a:bodyPr xmlns:a="http://schemas.openxmlformats.org/drawingml/2006/main" anchor="ct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19.xml><?xml version="1.0" encoding="utf-8"?>
<p:sldLayout xmlns:p="http://schemas.openxmlformats.org/presentationml/2006/main" preserve="1" userDrawn="1">
  <p:cSld name="1/2 Slide Section, Title, Body Copy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6" name="Text Placeholder 5">
            <a:extLst xmlns:a="http://schemas.openxmlformats.org/drawingml/2006/main">
              <a:ext uri="{FF2B5EF4-FFF2-40B4-BE49-F238E27FC236}">
                <a16:creationId xmlns:a16="http://schemas.microsoft.com/office/drawing/2014/main" id="{D6125826-3231-68F4-7FEE-8A01F6F42B51}"/>
              </a:ext>
            </a:extLst>
          </p:cNvPr>
          <p:cNvSpPr>
            <a:spLocks xmlns:a="http://schemas.openxmlformats.org/drawingml/2006/main" noGrp="1"/>
          </p:cNvSpPr>
          <p:nvPr>
            <p:ph type="body" idx="12"/>
          </p:nvPr>
        </p:nvSpPr>
        <p:spPr>
          <a:xfrm xmlns:a="http://schemas.openxmlformats.org/drawingml/2006/main">
            <a:off x="6581774" y="1244600"/>
            <a:ext cx="5286375" cy="4367213"/>
          </a:xfrm>
        </p:spPr>
        <p:txBody>
          <a:bodyPr xmlns:a="http://schemas.openxmlformats.org/drawingml/2006/main" anchor="ct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8" name="Text Placeholder 7">
            <a:extLst xmlns:a="http://schemas.openxmlformats.org/drawingml/2006/main">
              <a:ext uri="{FF2B5EF4-FFF2-40B4-BE49-F238E27FC236}">
                <a16:creationId xmlns:a16="http://schemas.microsoft.com/office/drawing/2014/main" id="{73B0377C-E9B5-910F-ED3D-37BEFE794881}"/>
              </a:ext>
            </a:extLst>
          </p:cNvPr>
          <p:cNvSpPr>
            <a:spLocks xmlns:a="http://schemas.openxmlformats.org/drawingml/2006/main" noGrp="1"/>
          </p:cNvSpPr>
          <p:nvPr>
            <p:ph type="body" idx="14" hasCustomPrompt="1"/>
          </p:nvPr>
        </p:nvSpPr>
        <p:spPr>
          <a:xfrm xmlns:a="http://schemas.openxmlformats.org/drawingml/2006/main">
            <a:off x="323850" y="0"/>
            <a:ext cx="5772150" cy="466344"/>
          </a:xfrm>
        </p:spPr>
        <p:txBody>
          <a:bodyPr xmlns:a="http://schemas.openxmlformats.org/drawingml/2006/main" anchor="b"/>
          <a:lstStyle xmlns:a="http://schemas.openxmlformats.org/drawingml/2006/main">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xmlns:a="http://schemas.openxmlformats.org/drawingml/2006/main">
            <a:pPr lvl="0">
              <a:buNone/>
            </a:pPr>
            <a:r>
              <a:t>Section title</a:t>
            </a:r>
          </a:p>
        </p:txBody>
      </p:sp>
    </p:spTree>
  </p:cSld>
</p:sldLayout>
</file>

<file path=ppt/slideLayouts/slideLayout20.xml><?xml version="1.0" encoding="utf-8"?>
<p:sldLayout xmlns:p="http://schemas.openxmlformats.org/presentationml/2006/main" preserve="1" userDrawn="1">
  <p:cSld name="Title, 1 Column with Bullets">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6" name="Text Placeholder 5">
            <a:extLst xmlns:a="http://schemas.openxmlformats.org/drawingml/2006/main">
              <a:ext uri="{FF2B5EF4-FFF2-40B4-BE49-F238E27FC236}">
                <a16:creationId xmlns:a16="http://schemas.microsoft.com/office/drawing/2014/main" id="{141A00D0-7712-950D-34B2-5551B85F9E7B}"/>
              </a:ext>
            </a:extLst>
          </p:cNvPr>
          <p:cNvSpPr>
            <a:spLocks xmlns:a="http://schemas.openxmlformats.org/drawingml/2006/main" noGrp="1"/>
          </p:cNvSpPr>
          <p:nvPr>
            <p:ph type="body" idx="12"/>
          </p:nvPr>
        </p:nvSpPr>
        <p:spPr>
          <a:xfrm xmlns:a="http://schemas.openxmlformats.org/drawingml/2006/main">
            <a:off x="323850" y="952500"/>
            <a:ext cx="11544300" cy="5122863"/>
          </a:xfrm>
        </p:spPr>
        <p:txBody>
          <a:bodyPr xmlns:a="http://schemas.openxmlformats.org/drawingml/2006/main"/>
          <a:lstStyle xmlns:a="http://schemas.openxmlformats.org/drawingml/2006/main">
            <a:lvl1pPr>
              <a:buNone/>
              <a:defRPr sz="2000"/>
            </a:lvl1pPr>
            <a:lvl2pPr>
              <a:buNone/>
              <a:defRPr sz="2000"/>
            </a:lvl2pPr>
            <a:lvl3pPr>
              <a:buNone/>
              <a:defRPr sz="2000"/>
            </a:lvl3pPr>
            <a:lvl4pPr>
              <a:buNone/>
              <a:defRPr sz="2000"/>
            </a:lvl4pPr>
            <a:lvl5pPr>
              <a:buNone/>
              <a:defRPr sz="20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1.xml><?xml version="1.0" encoding="utf-8"?>
<p:sldLayout xmlns:p="http://schemas.openxmlformats.org/presentationml/2006/main" preserve="1" userDrawn="1">
  <p:cSld name="Title, 2 Columns with Bullet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323851" y="249237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6381751" y="249475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2.xml><?xml version="1.0" encoding="utf-8"?>
<p:sldLayout xmlns:p="http://schemas.openxmlformats.org/presentationml/2006/main" preserve="1" userDrawn="1">
  <p:cSld name="Title, Subtitle, 2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323851" y="249237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6381751" y="249475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3.xml><?xml version="1.0" encoding="utf-8"?>
<p:sldLayout xmlns:p="http://schemas.openxmlformats.org/presentationml/2006/main" preserve="1" userDrawn="1">
  <p:cSld name="Title, Subtitle, 3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7" name="Text Placeholder 6">
            <a:extLst xmlns:a="http://schemas.openxmlformats.org/drawingml/2006/main">
              <a:ext uri="{FF2B5EF4-FFF2-40B4-BE49-F238E27FC236}">
                <a16:creationId xmlns:a16="http://schemas.microsoft.com/office/drawing/2014/main" id="{CAFF7876-DE6D-49C2-DD58-608A9798B315}"/>
              </a:ext>
            </a:extLst>
          </p:cNvPr>
          <p:cNvSpPr>
            <a:spLocks xmlns:a="http://schemas.openxmlformats.org/drawingml/2006/main" noGrp="1"/>
          </p:cNvSpPr>
          <p:nvPr>
            <p:ph type="body" idx="13"/>
          </p:nvPr>
        </p:nvSpPr>
        <p:spPr>
          <a:xfrm xmlns:a="http://schemas.openxmlformats.org/drawingml/2006/main">
            <a:off x="323848" y="2179638"/>
            <a:ext cx="347472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4358639" y="2179638"/>
            <a:ext cx="347472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8393430" y="2181225"/>
            <a:ext cx="347472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4.xml><?xml version="1.0" encoding="utf-8"?>
<p:sldLayout xmlns:p="http://schemas.openxmlformats.org/presentationml/2006/main" preserve="1" userDrawn="1">
  <p:cSld name="Title, Subtitle, 4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7" name="Text Placeholder 6">
            <a:extLst xmlns:a="http://schemas.openxmlformats.org/drawingml/2006/main">
              <a:ext uri="{FF2B5EF4-FFF2-40B4-BE49-F238E27FC236}">
                <a16:creationId xmlns:a16="http://schemas.microsoft.com/office/drawing/2014/main" id="{CAFF7876-DE6D-49C2-DD58-608A9798B315}"/>
              </a:ext>
            </a:extLst>
          </p:cNvPr>
          <p:cNvSpPr>
            <a:spLocks xmlns:a="http://schemas.openxmlformats.org/drawingml/2006/main" noGrp="1"/>
          </p:cNvSpPr>
          <p:nvPr>
            <p:ph type="body" idx="13"/>
          </p:nvPr>
        </p:nvSpPr>
        <p:spPr>
          <a:xfrm xmlns:a="http://schemas.openxmlformats.org/drawingml/2006/main">
            <a:off x="330200"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3351107"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6372014"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7" name="Text Placeholder 16">
            <a:extLst xmlns:a="http://schemas.openxmlformats.org/drawingml/2006/main">
              <a:ext uri="{FF2B5EF4-FFF2-40B4-BE49-F238E27FC236}">
                <a16:creationId xmlns:a16="http://schemas.microsoft.com/office/drawing/2014/main" id="{DDFF45C9-081C-CA2E-F4A7-8383A93B6B05}"/>
              </a:ext>
            </a:extLst>
          </p:cNvPr>
          <p:cNvSpPr>
            <a:spLocks xmlns:a="http://schemas.openxmlformats.org/drawingml/2006/main" noGrp="1"/>
          </p:cNvSpPr>
          <p:nvPr>
            <p:ph type="body" idx="16"/>
          </p:nvPr>
        </p:nvSpPr>
        <p:spPr>
          <a:xfrm xmlns:a="http://schemas.openxmlformats.org/drawingml/2006/main">
            <a:off x="9392920"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5.xml><?xml version="1.0" encoding="utf-8"?>
<p:sldLayout xmlns:p="http://schemas.openxmlformats.org/presentationml/2006/main" preserve="1" userDrawn="1">
  <p:cSld name="Title, Subtitle, 5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7" name="Text Placeholder 6">
            <a:extLst xmlns:a="http://schemas.openxmlformats.org/drawingml/2006/main">
              <a:ext uri="{FF2B5EF4-FFF2-40B4-BE49-F238E27FC236}">
                <a16:creationId xmlns:a16="http://schemas.microsoft.com/office/drawing/2014/main" id="{CAFF7876-DE6D-49C2-DD58-608A9798B315}"/>
              </a:ext>
            </a:extLst>
          </p:cNvPr>
          <p:cNvSpPr>
            <a:spLocks xmlns:a="http://schemas.openxmlformats.org/drawingml/2006/main" noGrp="1"/>
          </p:cNvSpPr>
          <p:nvPr>
            <p:ph type="body" idx="13"/>
          </p:nvPr>
        </p:nvSpPr>
        <p:spPr>
          <a:xfrm xmlns:a="http://schemas.openxmlformats.org/drawingml/2006/main">
            <a:off x="33020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271018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509016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7" name="Text Placeholder 16">
            <a:extLst xmlns:a="http://schemas.openxmlformats.org/drawingml/2006/main">
              <a:ext uri="{FF2B5EF4-FFF2-40B4-BE49-F238E27FC236}">
                <a16:creationId xmlns:a16="http://schemas.microsoft.com/office/drawing/2014/main" id="{DDFF45C9-081C-CA2E-F4A7-8383A93B6B05}"/>
              </a:ext>
            </a:extLst>
          </p:cNvPr>
          <p:cNvSpPr>
            <a:spLocks xmlns:a="http://schemas.openxmlformats.org/drawingml/2006/main" noGrp="1"/>
          </p:cNvSpPr>
          <p:nvPr>
            <p:ph type="body" idx="16"/>
          </p:nvPr>
        </p:nvSpPr>
        <p:spPr>
          <a:xfrm xmlns:a="http://schemas.openxmlformats.org/drawingml/2006/main">
            <a:off x="747014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4" name="Text Placeholder 13">
            <a:extLst xmlns:a="http://schemas.openxmlformats.org/drawingml/2006/main">
              <a:ext uri="{FF2B5EF4-FFF2-40B4-BE49-F238E27FC236}">
                <a16:creationId xmlns:a16="http://schemas.microsoft.com/office/drawing/2014/main" id="{3B7038BF-5DE9-94EF-1E39-92627DD8ACA8}"/>
              </a:ext>
            </a:extLst>
          </p:cNvPr>
          <p:cNvSpPr>
            <a:spLocks xmlns:a="http://schemas.openxmlformats.org/drawingml/2006/main" noGrp="1"/>
          </p:cNvSpPr>
          <p:nvPr>
            <p:ph type="body" idx="17"/>
          </p:nvPr>
        </p:nvSpPr>
        <p:spPr>
          <a:xfrm xmlns:a="http://schemas.openxmlformats.org/drawingml/2006/main">
            <a:off x="9850120" y="2181225"/>
            <a:ext cx="2011680" cy="2493963"/>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6.xml><?xml version="1.0" encoding="utf-8"?>
<p:sldLayout xmlns:p="http://schemas.openxmlformats.org/presentationml/2006/main" preserve="1" userDrawn="1">
  <p:cSld name="1/2 Slide, Title, Photo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96862"/>
            <a:ext cx="5281613" cy="125888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FBFEB48-5190-C5F8-C046-27E12C0DAE62}"/>
              </a:ext>
            </a:extLst>
          </p:cNvPr>
          <p:cNvSpPr>
            <a:spLocks xmlns:a="http://schemas.openxmlformats.org/drawingml/2006/main" noGrp="1"/>
          </p:cNvSpPr>
          <p:nvPr>
            <p:ph type="pic" idx="13" hasCustomPrompt="1"/>
          </p:nvPr>
        </p:nvSpPr>
        <p:spPr>
          <a:xfrm xmlns:a="http://schemas.openxmlformats.org/drawingml/2006/main">
            <a:off x="6107430" y="320675"/>
            <a:ext cx="5760720" cy="5759451"/>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27.xml><?xml version="1.0" encoding="utf-8"?>
<p:sldLayout xmlns:p="http://schemas.openxmlformats.org/presentationml/2006/main" preserve="1" userDrawn="1">
  <p:cSld name="1/3 Photo, Title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96862"/>
            <a:ext cx="7235825" cy="94773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FBFEB48-5190-C5F8-C046-27E12C0DAE62}"/>
              </a:ext>
            </a:extLst>
          </p:cNvPr>
          <p:cNvSpPr>
            <a:spLocks xmlns:a="http://schemas.openxmlformats.org/drawingml/2006/main" noGrp="1"/>
          </p:cNvSpPr>
          <p:nvPr>
            <p:ph type="pic" idx="13" hasCustomPrompt="1"/>
          </p:nvPr>
        </p:nvSpPr>
        <p:spPr>
          <a:xfrm xmlns:a="http://schemas.openxmlformats.org/drawingml/2006/main">
            <a:off x="8140700" y="320675"/>
            <a:ext cx="3727450" cy="5759451"/>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55448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28.xml><?xml version="1.0" encoding="utf-8"?>
<p:sldLayout xmlns:p="http://schemas.openxmlformats.org/presentationml/2006/main" preserve="1" userDrawn="1">
  <p:cSld name="2/3 Photo, Title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96862"/>
            <a:ext cx="3328987" cy="125888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FBFEB48-5190-C5F8-C046-27E12C0DAE62}"/>
              </a:ext>
            </a:extLst>
          </p:cNvPr>
          <p:cNvSpPr>
            <a:spLocks xmlns:a="http://schemas.openxmlformats.org/drawingml/2006/main" noGrp="1"/>
          </p:cNvSpPr>
          <p:nvPr>
            <p:ph type="pic" idx="13" hasCustomPrompt="1"/>
          </p:nvPr>
        </p:nvSpPr>
        <p:spPr>
          <a:xfrm xmlns:a="http://schemas.openxmlformats.org/drawingml/2006/main">
            <a:off x="4049713" y="320676"/>
            <a:ext cx="7818436" cy="5754688"/>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29.xml><?xml version="1.0" encoding="utf-8"?>
<p:sldLayout xmlns:p="http://schemas.openxmlformats.org/presentationml/2006/main" preserve="1" userDrawn="1">
  <p:cSld name="1/2 Slide Title, Photo 3">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3116793"/>
            <a:ext cx="5284788" cy="124618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6" name="Picture Placeholder 5">
            <a:extLst xmlns:a="http://schemas.openxmlformats.org/drawingml/2006/main">
              <a:ext uri="{FF2B5EF4-FFF2-40B4-BE49-F238E27FC236}">
                <a16:creationId xmlns:a16="http://schemas.microsoft.com/office/drawing/2014/main" id="{903A889C-4BCD-59AA-132B-C3FD4F8E65F1}"/>
              </a:ext>
            </a:extLst>
          </p:cNvPr>
          <p:cNvSpPr>
            <a:spLocks xmlns:a="http://schemas.openxmlformats.org/drawingml/2006/main" noGrp="1"/>
          </p:cNvSpPr>
          <p:nvPr>
            <p:ph type="pic" idx="12" hasCustomPrompt="1"/>
          </p:nvPr>
        </p:nvSpPr>
        <p:spPr>
          <a:xfrm xmlns:a="http://schemas.openxmlformats.org/drawingml/2006/main">
            <a:off x="6184901" y="795338"/>
            <a:ext cx="5284788" cy="5284788"/>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0.xml><?xml version="1.0" encoding="utf-8"?>
<p:sldLayout xmlns:p="http://schemas.openxmlformats.org/presentationml/2006/main" preserve="1" userDrawn="1">
  <p:cSld name="1/3 Slide Title, Section, Body, 2/3 Photo">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solidFill>
                  <a:schemeClr val="bg1"/>
                </a:solidFill>
              </a:defRPr>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49" y="622300"/>
            <a:ext cx="3328989" cy="1558925"/>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7" name="Text Placeholder 6">
            <a:extLst xmlns:a="http://schemas.openxmlformats.org/drawingml/2006/main">
              <a:ext uri="{FF2B5EF4-FFF2-40B4-BE49-F238E27FC236}">
                <a16:creationId xmlns:a16="http://schemas.microsoft.com/office/drawing/2014/main" id="{A6653D0B-638B-EB5D-F379-EF10C80DCCA3}"/>
              </a:ext>
            </a:extLst>
          </p:cNvPr>
          <p:cNvSpPr>
            <a:spLocks xmlns:a="http://schemas.openxmlformats.org/drawingml/2006/main" noGrp="1"/>
          </p:cNvSpPr>
          <p:nvPr>
            <p:ph type="body" idx="13"/>
          </p:nvPr>
        </p:nvSpPr>
        <p:spPr>
          <a:xfrm xmlns:a="http://schemas.openxmlformats.org/drawingml/2006/main">
            <a:off x="323851" y="3429000"/>
            <a:ext cx="3328988" cy="2646363"/>
          </a:xfrm>
        </p:spPr>
        <p:txBody>
          <a:bodyPr xmlns:a="http://schemas.openxmlformats.org/drawingml/2006/main" anchor="b"/>
          <a:lstStyle xmlns:a="http://schemas.openxmlformats.org/drawingml/2006/main">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Picture Placeholder 5">
            <a:extLst xmlns:a="http://schemas.openxmlformats.org/drawingml/2006/main">
              <a:ext uri="{FF2B5EF4-FFF2-40B4-BE49-F238E27FC236}">
                <a16:creationId xmlns:a16="http://schemas.microsoft.com/office/drawing/2014/main" id="{798C8AA3-6350-A299-E288-D693A8EC8932}"/>
              </a:ext>
            </a:extLst>
          </p:cNvPr>
          <p:cNvSpPr>
            <a:spLocks xmlns:a="http://schemas.openxmlformats.org/drawingml/2006/main" noGrp="1"/>
          </p:cNvSpPr>
          <p:nvPr>
            <p:ph type="pic" idx="14" hasCustomPrompt="1"/>
          </p:nvPr>
        </p:nvSpPr>
        <p:spPr>
          <a:xfrm xmlns:a="http://schemas.openxmlformats.org/drawingml/2006/main">
            <a:off x="4049713" y="622300"/>
            <a:ext cx="7818436" cy="5453063"/>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1.xml><?xml version="1.0" encoding="utf-8"?>
<p:sldLayout xmlns:p="http://schemas.openxmlformats.org/presentationml/2006/main" preserve="1" userDrawn="1">
  <p:cSld name="1/2 Slide Section, Title 1, Photo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D9785467-C0DB-C17E-5173-C6C6A323A1C3}"/>
              </a:ext>
            </a:extLst>
          </p:cNvPr>
          <p:cNvSpPr>
            <a:spLocks xmlns:a="http://schemas.openxmlformats.org/drawingml/2006/main" noGrp="1"/>
          </p:cNvSpPr>
          <p:nvPr>
            <p:ph type="body" idx="12" hasCustomPrompt="1"/>
          </p:nvPr>
        </p:nvSpPr>
        <p:spPr>
          <a:xfrm xmlns:a="http://schemas.openxmlformats.org/drawingml/2006/main">
            <a:off x="323850" y="0"/>
            <a:ext cx="5772150" cy="466342"/>
          </a:xfrm>
        </p:spPr>
        <p:txBody>
          <a:bodyPr xmlns:a="http://schemas.openxmlformats.org/drawingml/2006/main" anchor="b"/>
          <a:lstStyle xmlns:a="http://schemas.openxmlformats.org/drawingml/2006/main">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5281613" cy="1247775"/>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2739B37-658D-FBF5-94C3-66EECB73F7D0}"/>
              </a:ext>
            </a:extLst>
          </p:cNvPr>
          <p:cNvSpPr>
            <a:spLocks xmlns:a="http://schemas.openxmlformats.org/drawingml/2006/main" noGrp="1"/>
          </p:cNvSpPr>
          <p:nvPr>
            <p:ph type="pic" idx="13" hasCustomPrompt="1"/>
          </p:nvPr>
        </p:nvSpPr>
        <p:spPr>
          <a:xfrm xmlns:a="http://schemas.openxmlformats.org/drawingml/2006/main">
            <a:off x="6096001" y="320675"/>
            <a:ext cx="5766436" cy="5754687"/>
          </a:xfrm>
          <a:prstGeom xmlns:a="http://schemas.openxmlformats.org/drawingml/2006/main" prst="roundRect">
            <a:avLst>
              <a:gd name="adj" fmla="val 1714"/>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a:t>
            </a:r>
            <a:br/>
            <a:r>
              <a:t>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2.xml><?xml version="1.0" encoding="utf-8"?>
<p:sldLayout xmlns:p="http://schemas.openxmlformats.org/presentationml/2006/main" preserve="1" userDrawn="1">
  <p:cSld name="Title, Full Margin Photo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323850" y="952500"/>
            <a:ext cx="11544300" cy="5122863"/>
          </a:xfrm>
          <a:prstGeom xmlns:a="http://schemas.openxmlformats.org/drawingml/2006/main" prst="roundRect">
            <a:avLst>
              <a:gd name="adj" fmla="val 1503"/>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Tree>
  </p:cSld>
</p:sldLayout>
</file>

<file path=ppt/slideLayouts/slideLayout33.xml><?xml version="1.0" encoding="utf-8"?>
<p:sldLayout xmlns:p="http://schemas.openxmlformats.org/presentationml/2006/main" preserve="1" userDrawn="1">
  <p:cSld name="Title, Subtitle, Full Margin Photo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1154430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2" name="Picture Placeholder 5">
            <a:extLst xmlns:a="http://schemas.openxmlformats.org/drawingml/2006/main">
              <a:ext uri="{FF2B5EF4-FFF2-40B4-BE49-F238E27FC236}">
                <a16:creationId xmlns:a16="http://schemas.microsoft.com/office/drawing/2014/main" id="{99D23610-D323-6271-753B-C40A3678BD66}"/>
              </a:ext>
            </a:extLst>
          </p:cNvPr>
          <p:cNvSpPr>
            <a:spLocks xmlns:a="http://schemas.openxmlformats.org/drawingml/2006/main" noGrp="1"/>
          </p:cNvSpPr>
          <p:nvPr>
            <p:ph type="pic" idx="13" hasCustomPrompt="1"/>
          </p:nvPr>
        </p:nvSpPr>
        <p:spPr>
          <a:xfrm xmlns:a="http://schemas.openxmlformats.org/drawingml/2006/main">
            <a:off x="323850" y="1244600"/>
            <a:ext cx="11544300" cy="4830763"/>
          </a:xfrm>
          <a:prstGeom xmlns:a="http://schemas.openxmlformats.org/drawingml/2006/main" prst="roundRect">
            <a:avLst>
              <a:gd name="adj" fmla="val 1897"/>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4.xml><?xml version="1.0" encoding="utf-8"?>
<p:sldLayout xmlns:p="http://schemas.openxmlformats.org/presentationml/2006/main" preserve="1" userDrawn="1">
  <p:cSld name="Section, Title, Full Margin Photo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11544300" cy="492443"/>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170B322-9DD5-07FB-D258-3DA95EF8E7B1}"/>
              </a:ext>
            </a:extLst>
          </p:cNvPr>
          <p:cNvSpPr>
            <a:spLocks xmlns:a="http://schemas.openxmlformats.org/drawingml/2006/main" noGrp="1"/>
          </p:cNvSpPr>
          <p:nvPr>
            <p:ph type="pic" idx="13" hasCustomPrompt="1"/>
          </p:nvPr>
        </p:nvSpPr>
        <p:spPr>
          <a:xfrm xmlns:a="http://schemas.openxmlformats.org/drawingml/2006/main">
            <a:off x="323850" y="1244600"/>
            <a:ext cx="11544300" cy="4830763"/>
          </a:xfrm>
          <a:prstGeom xmlns:a="http://schemas.openxmlformats.org/drawingml/2006/main" prst="roundRect">
            <a:avLst>
              <a:gd name="adj" fmla="val 1897"/>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5.xml><?xml version="1.0" encoding="utf-8"?>
<p:sldLayout xmlns:p="http://schemas.openxmlformats.org/presentationml/2006/main" preserve="1" userDrawn="1">
  <p:cSld name="Full-bleed Photo, Title 1">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6858000"/>
          </a:xfrm>
          <a:prstGeom xmlns:a="http://schemas.openxmlformats.org/drawingml/2006/main" prst="roundRect">
            <a:avLst>
              <a:gd name="adj" fmla="val 0"/>
            </a:avLst>
          </a:prstGeom>
        </p:spPr>
        <p:txBody>
          <a:bodyPr xmlns:a="http://schemas.openxmlformats.org/drawingml/2006/main" tIns="210312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1697038" y="952500"/>
            <a:ext cx="8794750" cy="917575"/>
          </a:xfrm>
        </p:spPr>
        <p:txBody>
          <a:bodyPr xmlns:a="http://schemas.openxmlformats.org/drawingml/2006/main"/>
          <a:lstStyle xmlns:a="http://schemas.openxmlformats.org/drawingml/2006/main">
            <a:lvl1pPr algn="ct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DB168980-BFE5-40AF-63BF-9DB031B379C4}"/>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5" name="Slide Number Placeholder 4">
            <a:extLst xmlns:a="http://schemas.openxmlformats.org/drawingml/2006/main">
              <a:ext uri="{FF2B5EF4-FFF2-40B4-BE49-F238E27FC236}">
                <a16:creationId xmlns:a16="http://schemas.microsoft.com/office/drawing/2014/main" id="{7E7B9760-CDAA-BC58-F236-F1837F40C2DB}"/>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6.xml><?xml version="1.0" encoding="utf-8"?>
<p:sldLayout xmlns:p="http://schemas.openxmlformats.org/presentationml/2006/main" preserve="1" userDrawn="1">
  <p:cSld name="Full Bleed Photo, Title 2">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6858000"/>
          </a:xfrm>
          <a:prstGeom xmlns:a="http://schemas.openxmlformats.org/drawingml/2006/main" prst="roundRect">
            <a:avLst>
              <a:gd name="adj" fmla="val 0"/>
            </a:avLst>
          </a:prstGeom>
        </p:spPr>
        <p:txBody>
          <a:bodyPr xmlns:a="http://schemas.openxmlformats.org/drawingml/2006/main" tIns="210312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722312" y="4540250"/>
            <a:ext cx="10747375" cy="1071563"/>
          </a:xfrm>
        </p:spPr>
        <p:txBody>
          <a:bodyPr xmlns:a="http://schemas.openxmlformats.org/drawingml/2006/main" anchor="b"/>
          <a:lstStyle xmlns:a="http://schemas.openxmlformats.org/drawingml/2006/main">
            <a:lvl1pPr algn="ctr">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7.xml><?xml version="1.0" encoding="utf-8"?>
<p:sldLayout xmlns:p="http://schemas.openxmlformats.org/presentationml/2006/main" preserve="1" userDrawn="1">
  <p:cSld name="Full-bleed Photo, Section, Title 1">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6858000"/>
          </a:xfrm>
          <a:prstGeom xmlns:a="http://schemas.openxmlformats.org/drawingml/2006/main" prst="roundRect">
            <a:avLst>
              <a:gd name="adj" fmla="val 0"/>
            </a:avLst>
          </a:prstGeom>
        </p:spPr>
        <p:txBody>
          <a:bodyPr xmlns:a="http://schemas.openxmlformats.org/drawingml/2006/main" tIns="210312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Text Placeholder 3">
            <a:extLst xmlns:a="http://schemas.openxmlformats.org/drawingml/2006/main">
              <a:ext uri="{FF2B5EF4-FFF2-40B4-BE49-F238E27FC236}">
                <a16:creationId xmlns:a16="http://schemas.microsoft.com/office/drawing/2014/main" id="{F8FE21AB-8C85-5F58-60F8-E68917124A6D}"/>
              </a:ext>
            </a:extLst>
          </p:cNvPr>
          <p:cNvSpPr>
            <a:spLocks xmlns:a="http://schemas.openxmlformats.org/drawingml/2006/main" noGrp="1"/>
          </p:cNvSpPr>
          <p:nvPr>
            <p:ph type="body" idx="13" hasCustomPrompt="1"/>
          </p:nvPr>
        </p:nvSpPr>
        <p:spPr>
          <a:xfrm xmlns:a="http://schemas.openxmlformats.org/drawingml/2006/main">
            <a:off x="1697038" y="-7937"/>
            <a:ext cx="8794750" cy="466344"/>
          </a:xfrm>
        </p:spPr>
        <p:txBody>
          <a:bodyPr xmlns:a="http://schemas.openxmlformats.org/drawingml/2006/main" anchor="b"/>
          <a:lstStyle xmlns:a="http://schemas.openxmlformats.org/drawingml/2006/main">
            <a:lvl1pPr marL="0" indent="0" algn="ctr">
              <a:buNone/>
              <a:defRPr sz="1200"/>
            </a:lvl1pPr>
            <a:lvl2pPr algn="ctr">
              <a:buNone/>
              <a:defRPr sz="1400"/>
            </a:lvl2pPr>
            <a:lvl3pPr algn="ctr">
              <a:buNone/>
              <a:defRPr sz="1200"/>
            </a:lvl3pPr>
            <a:lvl4pPr algn="ctr">
              <a:buNone/>
              <a:defRPr sz="1100"/>
            </a:lvl4pPr>
            <a:lvl5pPr algn="ctr">
              <a:buNone/>
              <a:defRPr sz="1050"/>
            </a:lvl5pPr>
          </a:lstStyle>
          <a:p xmlns:a="http://schemas.openxmlformats.org/drawingml/2006/main">
            <a:pPr lvl="0">
              <a:buNone/>
            </a:pPr>
            <a:r>
              <a:t>Section title placeholder</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1697038" y="952500"/>
            <a:ext cx="8794750" cy="917575"/>
          </a:xfrm>
        </p:spPr>
        <p:txBody>
          <a:bodyPr xmlns:a="http://schemas.openxmlformats.org/drawingml/2006/main"/>
          <a:lstStyle xmlns:a="http://schemas.openxmlformats.org/drawingml/2006/main">
            <a:lvl1pPr algn="ctr">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8.xml><?xml version="1.0" encoding="utf-8"?>
<p:sldLayout xmlns:p="http://schemas.openxmlformats.org/presentationml/2006/main" preserve="1" userDrawn="1">
  <p:cSld name="Full-bleed Photo, Section, Title 2">
    <p:bg>
      <p:bgPr>
        <a:blipFill xmlns:a="http://schemas.openxmlformats.org/drawingml/2006/main" rotWithShape="1">
          <a:blip xmlns:r="http://schemas.openxmlformats.org/officeDocument/2006/relationships" r:embed="R4a13af8402364706">
            <a:lum/>
          </a:blip>
          <a:srcRect l="0" t="0" r="0" b="0"/>
          <a:stretch>
            <a:fillRect l="0" t="0" r="0" b="0"/>
          </a:stretch>
        </a:blipFill>
      </p:bgPr>
    </p:bg>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F8FE21AB-8C85-5F58-60F8-E68917124A6D}"/>
              </a:ext>
            </a:extLst>
          </p:cNvPr>
          <p:cNvSpPr>
            <a:spLocks xmlns:a="http://schemas.openxmlformats.org/drawingml/2006/main" noGrp="1"/>
          </p:cNvSpPr>
          <p:nvPr>
            <p:ph type="body" idx="13" hasCustomPrompt="1"/>
          </p:nvPr>
        </p:nvSpPr>
        <p:spPr>
          <a:xfrm xmlns:a="http://schemas.openxmlformats.org/drawingml/2006/main">
            <a:off x="1697038" y="-7937"/>
            <a:ext cx="8794750" cy="466344"/>
          </a:xfrm>
        </p:spPr>
        <p:txBody>
          <a:bodyPr xmlns:a="http://schemas.openxmlformats.org/drawingml/2006/main" anchor="b"/>
          <a:lstStyle xmlns:a="http://schemas.openxmlformats.org/drawingml/2006/main">
            <a:lvl1pPr marL="0" indent="0" algn="ctr">
              <a:buNone/>
              <a:defRPr sz="1200"/>
            </a:lvl1pPr>
            <a:lvl2pPr algn="ctr">
              <a:buNone/>
              <a:defRPr sz="1400"/>
            </a:lvl2pPr>
            <a:lvl3pPr algn="ctr">
              <a:buNone/>
              <a:defRPr sz="1200"/>
            </a:lvl3pPr>
            <a:lvl4pPr algn="ctr">
              <a:buNone/>
              <a:defRPr sz="1100"/>
            </a:lvl4pPr>
            <a:lvl5pPr algn="ctr">
              <a:buNone/>
              <a:defRPr sz="1050"/>
            </a:lvl5pPr>
          </a:lstStyle>
          <a:p xmlns:a="http://schemas.openxmlformats.org/drawingml/2006/main">
            <a:pPr lvl="0">
              <a:buNone/>
            </a:pPr>
            <a:r>
              <a:t>Section title placeholder</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1697038" y="952500"/>
            <a:ext cx="8794750" cy="917575"/>
          </a:xfrm>
        </p:spPr>
        <p:txBody>
          <a:bodyPr xmlns:a="http://schemas.openxmlformats.org/drawingml/2006/main"/>
          <a:lstStyle xmlns:a="http://schemas.openxmlformats.org/drawingml/2006/main">
            <a:lvl1pPr algn="ctr">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9.xml><?xml version="1.0" encoding="utf-8"?>
<p:sldLayout xmlns:p="http://schemas.openxmlformats.org/presentationml/2006/main" preserve="1" userDrawn="1">
  <p:cSld name="Upper 2/3 Photo, Section, Title">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4675188"/>
          </a:xfrm>
          <a:prstGeom xmlns:a="http://schemas.openxmlformats.org/drawingml/2006/main" prst="roundRect">
            <a:avLst>
              <a:gd name="adj" fmla="val 0"/>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4" name="Text Placeholder 3">
            <a:extLst xmlns:a="http://schemas.openxmlformats.org/drawingml/2006/main">
              <a:ext uri="{FF2B5EF4-FFF2-40B4-BE49-F238E27FC236}">
                <a16:creationId xmlns:a16="http://schemas.microsoft.com/office/drawing/2014/main" id="{F8FE21AB-8C85-5F58-60F8-E68917124A6D}"/>
              </a:ext>
            </a:extLst>
          </p:cNvPr>
          <p:cNvSpPr>
            <a:spLocks xmlns:a="http://schemas.openxmlformats.org/drawingml/2006/main" noGrp="1"/>
          </p:cNvSpPr>
          <p:nvPr>
            <p:ph type="body" idx="13" hasCustomPrompt="1"/>
          </p:nvPr>
        </p:nvSpPr>
        <p:spPr>
          <a:xfrm xmlns:a="http://schemas.openxmlformats.org/drawingml/2006/main">
            <a:off x="323850" y="-7937"/>
            <a:ext cx="8612188" cy="466344"/>
          </a:xfrm>
        </p:spPr>
        <p:txBody>
          <a:bodyPr xmlns:a="http://schemas.openxmlformats.org/drawingml/2006/main" anchor="b"/>
          <a:lstStyle xmlns:a="http://schemas.openxmlformats.org/drawingml/2006/main">
            <a:lvl1pPr marL="0" indent="0" algn="l">
              <a:buNone/>
              <a:defRPr sz="1200"/>
            </a:lvl1pPr>
            <a:lvl2pPr algn="ctr">
              <a:buNone/>
              <a:defRPr sz="1400"/>
            </a:lvl2pPr>
            <a:lvl3pPr algn="ctr">
              <a:buNone/>
              <a:defRPr sz="1200"/>
            </a:lvl3pPr>
            <a:lvl4pPr algn="ctr">
              <a:buNone/>
              <a:defRPr sz="1100"/>
            </a:lvl4pPr>
            <a:lvl5pPr algn="ctr">
              <a:buNone/>
              <a:defRPr sz="1050"/>
            </a:lvl5pPr>
          </a:lstStyle>
          <a:p xmlns:a="http://schemas.openxmlformats.org/drawingml/2006/main">
            <a:pPr lvl="0">
              <a:buNone/>
            </a:pPr>
            <a:r>
              <a:t>Section title placeholder</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323850" y="5003800"/>
            <a:ext cx="8612188" cy="1071563"/>
          </a:xfrm>
        </p:spPr>
        <p:txBody>
          <a:bodyPr xmlns:a="http://schemas.openxmlformats.org/drawingml/2006/main"/>
          <a:lstStyle xmlns:a="http://schemas.openxmlformats.org/drawingml/2006/main">
            <a:lvl1pPr algn="l">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0.xml><?xml version="1.0" encoding="utf-8"?>
<p:sldLayout xmlns:p="http://schemas.openxmlformats.org/presentationml/2006/main" preserve="1" userDrawn="1">
  <p:cSld name="Quote 1">
    <p:spTree>
      <p:nvGrpSpPr>
        <p:cNvPr id="1" name=""/>
        <p:cNvGrpSpPr/>
        <p:nvPr/>
      </p:nvGrpSpPr>
      <p:grpSpPr>
        <a:xfrm xmlns:a="http://schemas.openxmlformats.org/drawingml/2006/main"/>
      </p:grpSpPr>
      <p:sp>
        <p:nvSpPr>
          <p:cNvPr id="6" name="Graphic 4">
            <a:extLst xmlns:a="http://schemas.openxmlformats.org/drawingml/2006/main">
              <a:ext uri="{FF2B5EF4-FFF2-40B4-BE49-F238E27FC236}">
                <a16:creationId xmlns:a16="http://schemas.microsoft.com/office/drawing/2014/main" id="{4B52BC46-48EA-B916-39B5-C5FF3FB612BC}"/>
              </a:ext>
            </a:extLst>
          </p:cNvPr>
          <p:cNvSpPr>
            <a:spLocks xmlns:a="http://schemas.openxmlformats.org/drawingml/2006/main" noGrp="1"/>
          </p:cNvSpPr>
          <p:nvPr/>
        </p:nvSpPr>
        <p:spPr>
          <a:xfrm xmlns:a="http://schemas.openxmlformats.org/drawingml/2006/main">
            <a:off x="5731161" y="1132840"/>
            <a:ext cx="516694" cy="416701"/>
          </a:xfrm>
          <a:custGeom xmlns:a="http://schemas.openxmlformats.org/drawingml/2006/main">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xmlns:a="http://schemas.openxmlformats.org/drawingml/2006/main"/>
          <a:ln xmlns:a="http://schemas.openxmlformats.org/drawingml/2006/main" w="15875">
            <a:gradFill rotWithShape="1">
              <a:gsLst>
                <a:gs pos="0">
                  <a:schemeClr val="accent1"/>
                </a:gs>
                <a:gs pos="100000">
                  <a:schemeClr val="accent2"/>
                </a:gs>
              </a:gsLst>
              <a:lin ang="2700000" scaled="1"/>
              <a:tileRect/>
            </a:gradFill>
            <a:prstDash val="solid"/>
          </a:ln>
        </p:spPr>
        <p:txBody>
          <a:bodyPr xmlns:a="http://schemas.openxmlformats.org/drawingml/2006/main" anchor="ctr"/>
          <a:lstStyle xmlns:a="http://schemas.openxmlformats.org/drawingml/2006/main"/>
          <a:p xmlns:a="http://schemas.openxmlformats.org/drawingml/2006/main">
            <a:endParaRPr>
              <a:gradFill>
                <a:gsLst>
                  <a:gs pos="0">
                    <a:srgbClr val="009DE2"/>
                  </a:gs>
                  <a:gs pos="100000">
                    <a:schemeClr val="accent2"/>
                  </a:gs>
                </a:gsLst>
                <a:lin ang="2700000" scaled="1"/>
              </a:gradFill>
            </a:endParaRPr>
          </a:p>
        </p:txBody>
      </p:sp>
      <p:sp>
        <p:nvSpPr>
          <p:cNvPr id="2" name="Title 1">
            <a:extLst xmlns:a="http://schemas.openxmlformats.org/drawingml/2006/main">
              <a:ext uri="{FF2B5EF4-FFF2-40B4-BE49-F238E27FC236}">
                <a16:creationId xmlns:a16="http://schemas.microsoft.com/office/drawing/2014/main" id="{BC368BC5-9F97-A637-CA24-35B03B63AA5A}"/>
              </a:ext>
            </a:extLst>
          </p:cNvPr>
          <p:cNvSpPr>
            <a:spLocks xmlns:a="http://schemas.openxmlformats.org/drawingml/2006/main" noGrp="1"/>
          </p:cNvSpPr>
          <p:nvPr>
            <p:ph type="title" idx="0" hasCustomPrompt="1"/>
          </p:nvPr>
        </p:nvSpPr>
        <p:spPr>
          <a:xfrm xmlns:a="http://schemas.openxmlformats.org/drawingml/2006/main">
            <a:off x="1697038" y="1876424"/>
            <a:ext cx="8794750" cy="2174875"/>
          </a:xfrm>
        </p:spPr>
        <p:txBody>
          <a:bodyPr xmlns:a="http://schemas.openxmlformats.org/drawingml/2006/main"/>
          <a:lstStyle xmlns:a="http://schemas.openxmlformats.org/drawingml/2006/main">
            <a:lvl1pPr algn="ctr">
              <a:buNone/>
              <a:defRPr sz="4000"/>
            </a:lvl1pPr>
          </a:lstStyle>
          <a:p xmlns:a="http://schemas.openxmlformats.org/drawingml/2006/main">
            <a:r>
              <a:t>Quote slide 1, Lorem ipsum dolor sit amet, consectetuer adipiscing elit, sed diam nonummy nibh euismod tincidunt ut laoreet dolore</a:t>
            </a:r>
          </a:p>
        </p:txBody>
      </p:sp>
      <p:sp>
        <p:nvSpPr>
          <p:cNvPr id="7" name="Text Placeholder 6">
            <a:extLst xmlns:a="http://schemas.openxmlformats.org/drawingml/2006/main">
              <a:ext uri="{FF2B5EF4-FFF2-40B4-BE49-F238E27FC236}">
                <a16:creationId xmlns:a16="http://schemas.microsoft.com/office/drawing/2014/main" id="{FE765B2C-5060-1909-C557-ADA0DD5D99D3}"/>
              </a:ext>
            </a:extLst>
          </p:cNvPr>
          <p:cNvSpPr>
            <a:spLocks xmlns:a="http://schemas.openxmlformats.org/drawingml/2006/main" noGrp="1"/>
          </p:cNvSpPr>
          <p:nvPr>
            <p:ph type="body" idx="12" hasCustomPrompt="1"/>
          </p:nvPr>
        </p:nvSpPr>
        <p:spPr>
          <a:xfrm xmlns:a="http://schemas.openxmlformats.org/drawingml/2006/main">
            <a:off x="1697038" y="4360863"/>
            <a:ext cx="8794750" cy="625475"/>
          </a:xfrm>
        </p:spPr>
        <p:txBody>
          <a:bodyPr xmlns:a="http://schemas.openxmlformats.org/drawingml/2006/main"/>
          <a:lstStyle xmlns:a="http://schemas.openxmlformats.org/drawingml/2006/main">
            <a:lvl1pPr marL="0" indent="0" algn="ctr">
              <a:lnSpc>
                <a:spcPct val="110000"/>
              </a:lnSpc>
              <a:spcAft>
                <a:spcPts val="0"/>
              </a:spcAft>
              <a:buNone/>
              <a:defRPr sz="2000"/>
            </a:lvl1pPr>
          </a:lstStyle>
          <a:p xmlns:a="http://schemas.openxmlformats.org/drawingml/2006/main">
            <a:pPr lvl="0">
              <a:buNone/>
            </a:pPr>
            <a:r>
              <a:t>Speaker Name</a:t>
            </a:r>
          </a:p>
          <a:p xmlns:a="http://schemas.openxmlformats.org/drawingml/2006/main">
            <a:pPr lvl="0">
              <a:buNone/>
            </a:pPr>
            <a:r>
              <a:t>Speaker Role</a:t>
            </a:r>
          </a:p>
        </p:txBody>
      </p:sp>
      <p:sp>
        <p:nvSpPr>
          <p:cNvPr id="3" name="Footer Placeholder 2">
            <a:extLst xmlns:a="http://schemas.openxmlformats.org/drawingml/2006/main">
              <a:ext uri="{FF2B5EF4-FFF2-40B4-BE49-F238E27FC236}">
                <a16:creationId xmlns:a16="http://schemas.microsoft.com/office/drawing/2014/main" id="{54CFFC5C-7657-95D9-3E3C-A05AC680CBA5}"/>
              </a:ext>
            </a:extLst>
          </p:cNvPr>
          <p:cNvSpPr>
            <a:spLocks xmlns:a="http://schemas.openxmlformats.org/drawingml/2006/main" noGrp="1"/>
          </p:cNvSpPr>
          <p:nvPr>
            <p:ph type="ftr" idx="10"/>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AA999777-CA26-AFF0-62B3-9D957F6FDE0C}"/>
              </a:ext>
            </a:extLst>
          </p:cNvPr>
          <p:cNvSpPr>
            <a:spLocks xmlns:a="http://schemas.openxmlformats.org/drawingml/2006/main" noGrp="1"/>
          </p:cNvSpPr>
          <p:nvPr>
            <p:ph type="sldNum" idx="11"/>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1.xml><?xml version="1.0" encoding="utf-8"?>
<p:sldLayout xmlns:p="http://schemas.openxmlformats.org/presentationml/2006/main" preserve="1" userDrawn="1">
  <p:cSld name="Quote 2">
    <p:bg>
      <p:bgPr>
        <a:blipFill xmlns:a="http://schemas.openxmlformats.org/drawingml/2006/main" rotWithShape="1">
          <a:blip xmlns:r="http://schemas.openxmlformats.org/officeDocument/2006/relationships" r:embed="Re53d72f9e058402e">
            <a:lum/>
          </a:blip>
          <a:srcRect l="0" t="0" r="0" b="0"/>
          <a:stretch>
            <a:fillRect l="0" t="0" r="0" b="0"/>
          </a:stretch>
        </a:blipFill>
      </p:bgPr>
    </p:bg>
    <p:spTree>
      <p:nvGrpSpPr>
        <p:cNvPr id="1" name=""/>
        <p:cNvGrpSpPr/>
        <p:nvPr/>
      </p:nvGrpSpPr>
      <p:grpSpPr>
        <a:xfrm xmlns:a="http://schemas.openxmlformats.org/drawingml/2006/main"/>
      </p:grpSpPr>
      <p:sp>
        <p:nvSpPr>
          <p:cNvPr id="6" name="Graphic 4">
            <a:extLst xmlns:a="http://schemas.openxmlformats.org/drawingml/2006/main">
              <a:ext uri="{FF2B5EF4-FFF2-40B4-BE49-F238E27FC236}">
                <a16:creationId xmlns:a16="http://schemas.microsoft.com/office/drawing/2014/main" id="{4B52BC46-48EA-B916-39B5-C5FF3FB612BC}"/>
              </a:ext>
            </a:extLst>
          </p:cNvPr>
          <p:cNvSpPr>
            <a:spLocks xmlns:a="http://schemas.openxmlformats.org/drawingml/2006/main" noGrp="1"/>
          </p:cNvSpPr>
          <p:nvPr/>
        </p:nvSpPr>
        <p:spPr>
          <a:xfrm xmlns:a="http://schemas.openxmlformats.org/drawingml/2006/main">
            <a:off x="5731161" y="963295"/>
            <a:ext cx="516694" cy="416701"/>
          </a:xfrm>
          <a:custGeom xmlns:a="http://schemas.openxmlformats.org/drawingml/2006/main">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xmlns:a="http://schemas.openxmlformats.org/drawingml/2006/main"/>
          <a:ln xmlns:a="http://schemas.openxmlformats.org/drawingml/2006/main" w="15875">
            <a:solidFill>
              <a:schemeClr val="bg1"/>
            </a:solidFill>
            <a:prstDash val="solid"/>
          </a:ln>
        </p:spPr>
        <p:txBody>
          <a:bodyPr xmlns:a="http://schemas.openxmlformats.org/drawingml/2006/main" anchor="ctr"/>
          <a:lstStyle xmlns:a="http://schemas.openxmlformats.org/drawingml/2006/main"/>
          <a:p xmlns:a="http://schemas.openxmlformats.org/drawingml/2006/main">
            <a:endParaRPr/>
          </a:p>
        </p:txBody>
      </p:sp>
      <p:sp>
        <p:nvSpPr>
          <p:cNvPr id="2" name="Title 1">
            <a:extLst xmlns:a="http://schemas.openxmlformats.org/drawingml/2006/main">
              <a:ext uri="{FF2B5EF4-FFF2-40B4-BE49-F238E27FC236}">
                <a16:creationId xmlns:a16="http://schemas.microsoft.com/office/drawing/2014/main" id="{BC368BC5-9F97-A637-CA24-35B03B63AA5A}"/>
              </a:ext>
            </a:extLst>
          </p:cNvPr>
          <p:cNvSpPr>
            <a:spLocks xmlns:a="http://schemas.openxmlformats.org/drawingml/2006/main" noGrp="1"/>
          </p:cNvSpPr>
          <p:nvPr>
            <p:ph type="title" idx="0" hasCustomPrompt="1"/>
          </p:nvPr>
        </p:nvSpPr>
        <p:spPr>
          <a:xfrm xmlns:a="http://schemas.openxmlformats.org/drawingml/2006/main">
            <a:off x="1697038" y="1706879"/>
            <a:ext cx="8794750" cy="2174875"/>
          </a:xfrm>
        </p:spPr>
        <p:txBody>
          <a:bodyPr xmlns:a="http://schemas.openxmlformats.org/drawingml/2006/main"/>
          <a:lstStyle xmlns:a="http://schemas.openxmlformats.org/drawingml/2006/main">
            <a:lvl1pPr algn="ctr">
              <a:buNone/>
              <a:defRPr sz="4000"/>
            </a:lvl1pPr>
          </a:lstStyle>
          <a:p xmlns:a="http://schemas.openxmlformats.org/drawingml/2006/main">
            <a:r>
              <a:t>Quote slide 1, Lorem ipsum dolor sit amet, consectetuer adipiscing elit, sed diam nonummy nibh euismod tincidunt ut laoreet dolore</a:t>
            </a:r>
          </a:p>
        </p:txBody>
      </p:sp>
      <p:sp>
        <p:nvSpPr>
          <p:cNvPr id="7" name="Text Placeholder 6">
            <a:extLst xmlns:a="http://schemas.openxmlformats.org/drawingml/2006/main">
              <a:ext uri="{FF2B5EF4-FFF2-40B4-BE49-F238E27FC236}">
                <a16:creationId xmlns:a16="http://schemas.microsoft.com/office/drawing/2014/main" id="{FE765B2C-5060-1909-C557-ADA0DD5D99D3}"/>
              </a:ext>
            </a:extLst>
          </p:cNvPr>
          <p:cNvSpPr>
            <a:spLocks xmlns:a="http://schemas.openxmlformats.org/drawingml/2006/main" noGrp="1"/>
          </p:cNvSpPr>
          <p:nvPr>
            <p:ph type="body" idx="12" hasCustomPrompt="1"/>
          </p:nvPr>
        </p:nvSpPr>
        <p:spPr>
          <a:xfrm xmlns:a="http://schemas.openxmlformats.org/drawingml/2006/main">
            <a:off x="1697038" y="4191318"/>
            <a:ext cx="8794750" cy="625475"/>
          </a:xfrm>
        </p:spPr>
        <p:txBody>
          <a:bodyPr xmlns:a="http://schemas.openxmlformats.org/drawingml/2006/main"/>
          <a:lstStyle xmlns:a="http://schemas.openxmlformats.org/drawingml/2006/main">
            <a:lvl1pPr marL="0" indent="0" algn="ctr">
              <a:lnSpc>
                <a:spcPct val="110000"/>
              </a:lnSpc>
              <a:spcAft>
                <a:spcPts val="0"/>
              </a:spcAft>
              <a:buNone/>
              <a:defRPr sz="2000"/>
            </a:lvl1pPr>
          </a:lstStyle>
          <a:p xmlns:a="http://schemas.openxmlformats.org/drawingml/2006/main">
            <a:pPr lvl="0">
              <a:buNone/>
            </a:pPr>
            <a:r>
              <a:t>Speaker Name</a:t>
            </a:r>
          </a:p>
          <a:p xmlns:a="http://schemas.openxmlformats.org/drawingml/2006/main">
            <a:pPr lvl="0">
              <a:buNone/>
            </a:pPr>
            <a:r>
              <a:t>Speaker Role</a:t>
            </a:r>
          </a:p>
        </p:txBody>
      </p:sp>
      <p:sp>
        <p:nvSpPr>
          <p:cNvPr id="3" name="Footer Placeholder 2">
            <a:extLst xmlns:a="http://schemas.openxmlformats.org/drawingml/2006/main">
              <a:ext uri="{FF2B5EF4-FFF2-40B4-BE49-F238E27FC236}">
                <a16:creationId xmlns:a16="http://schemas.microsoft.com/office/drawing/2014/main" id="{54CFFC5C-7657-95D9-3E3C-A05AC680CBA5}"/>
              </a:ext>
            </a:extLst>
          </p:cNvPr>
          <p:cNvSpPr>
            <a:spLocks xmlns:a="http://schemas.openxmlformats.org/drawingml/2006/main" noGrp="1"/>
          </p:cNvSpPr>
          <p:nvPr>
            <p:ph type="ftr" idx="10"/>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AA999777-CA26-AFF0-62B3-9D957F6FDE0C}"/>
              </a:ext>
            </a:extLst>
          </p:cNvPr>
          <p:cNvSpPr>
            <a:spLocks xmlns:a="http://schemas.openxmlformats.org/drawingml/2006/main" noGrp="1"/>
          </p:cNvSpPr>
          <p:nvPr>
            <p:ph type="sldNum" idx="11"/>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2.xml><?xml version="1.0" encoding="utf-8"?>
<p:sldLayout xmlns:p="http://schemas.openxmlformats.org/presentationml/2006/main" preserve="1" userDrawn="1">
  <p:cSld name="Quote 3">
    <p:bg>
      <p:bgPr>
        <a:blipFill xmlns:a="http://schemas.openxmlformats.org/drawingml/2006/main" rotWithShape="1">
          <a:blip xmlns:r="http://schemas.openxmlformats.org/officeDocument/2006/relationships" r:embed="R711dccb14577411c">
            <a:lum/>
          </a:blip>
          <a:srcRect l="0" t="0" r="0" b="0"/>
          <a:stretch>
            <a:fillRect l="0" t="0" r="0" b="0"/>
          </a:stretch>
        </a:blip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C368BC5-9F97-A637-CA24-35B03B63AA5A}"/>
              </a:ext>
            </a:extLst>
          </p:cNvPr>
          <p:cNvSpPr>
            <a:spLocks xmlns:a="http://schemas.openxmlformats.org/drawingml/2006/main" noGrp="1"/>
          </p:cNvSpPr>
          <p:nvPr>
            <p:ph type="title" idx="0" hasCustomPrompt="1"/>
          </p:nvPr>
        </p:nvSpPr>
        <p:spPr>
          <a:xfrm xmlns:a="http://schemas.openxmlformats.org/drawingml/2006/main">
            <a:off x="6096000" y="1244600"/>
            <a:ext cx="5373688" cy="3167380"/>
          </a:xfrm>
        </p:spPr>
        <p:txBody>
          <a:bodyPr xmlns:a="http://schemas.openxmlformats.org/drawingml/2006/main"/>
          <a:lstStyle xmlns:a="http://schemas.openxmlformats.org/drawingml/2006/main">
            <a:lvl1pPr algn="l">
              <a:buNone/>
              <a:defRPr sz="4000"/>
            </a:lvl1pPr>
          </a:lstStyle>
          <a:p xmlns:a="http://schemas.openxmlformats.org/drawingml/2006/main">
            <a:r>
              <a:t>“Quote slide 1, Lorem ipsum dolor sit amet, consect adipiscing elit, sed diam no nummy nibh euismod tincidunt ut laoreet”</a:t>
            </a:r>
          </a:p>
        </p:txBody>
      </p:sp>
      <p:sp>
        <p:nvSpPr>
          <p:cNvPr id="7" name="Text Placeholder 6">
            <a:extLst xmlns:a="http://schemas.openxmlformats.org/drawingml/2006/main">
              <a:ext uri="{FF2B5EF4-FFF2-40B4-BE49-F238E27FC236}">
                <a16:creationId xmlns:a16="http://schemas.microsoft.com/office/drawing/2014/main" id="{FE765B2C-5060-1909-C557-ADA0DD5D99D3}"/>
              </a:ext>
            </a:extLst>
          </p:cNvPr>
          <p:cNvSpPr>
            <a:spLocks xmlns:a="http://schemas.openxmlformats.org/drawingml/2006/main" noGrp="1"/>
          </p:cNvSpPr>
          <p:nvPr>
            <p:ph type="body" idx="12" hasCustomPrompt="1"/>
          </p:nvPr>
        </p:nvSpPr>
        <p:spPr>
          <a:xfrm xmlns:a="http://schemas.openxmlformats.org/drawingml/2006/main">
            <a:off x="6096000" y="4726305"/>
            <a:ext cx="5373688" cy="673417"/>
          </a:xfrm>
        </p:spPr>
        <p:txBody>
          <a:bodyPr xmlns:a="http://schemas.openxmlformats.org/drawingml/2006/main"/>
          <a:lstStyle xmlns:a="http://schemas.openxmlformats.org/drawingml/2006/main">
            <a:lvl1pPr marL="0" indent="0" algn="l">
              <a:spcAft>
                <a:spcPts val="0"/>
              </a:spcAft>
              <a:buNone/>
              <a:defRPr sz="2000"/>
            </a:lvl1pPr>
          </a:lstStyle>
          <a:p xmlns:a="http://schemas.openxmlformats.org/drawingml/2006/main">
            <a:pPr lvl="0">
              <a:buNone/>
            </a:pPr>
            <a:r>
              <a:t>Speaker Name</a:t>
            </a:r>
          </a:p>
          <a:p xmlns:a="http://schemas.openxmlformats.org/drawingml/2006/main">
            <a:pPr lvl="0">
              <a:buNone/>
            </a:pPr>
            <a:r>
              <a:t>Speaker Role</a:t>
            </a:r>
          </a:p>
        </p:txBody>
      </p:sp>
      <p:sp>
        <p:nvSpPr>
          <p:cNvPr id="3" name="Footer Placeholder 2">
            <a:extLst xmlns:a="http://schemas.openxmlformats.org/drawingml/2006/main">
              <a:ext uri="{FF2B5EF4-FFF2-40B4-BE49-F238E27FC236}">
                <a16:creationId xmlns:a16="http://schemas.microsoft.com/office/drawing/2014/main" id="{54CFFC5C-7657-95D9-3E3C-A05AC680CBA5}"/>
              </a:ext>
            </a:extLst>
          </p:cNvPr>
          <p:cNvSpPr>
            <a:spLocks xmlns:a="http://schemas.openxmlformats.org/drawingml/2006/main" noGrp="1"/>
          </p:cNvSpPr>
          <p:nvPr>
            <p:ph type="ftr" idx="10"/>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AA999777-CA26-AFF0-62B3-9D957F6FDE0C}"/>
              </a:ext>
            </a:extLst>
          </p:cNvPr>
          <p:cNvSpPr>
            <a:spLocks xmlns:a="http://schemas.openxmlformats.org/drawingml/2006/main" noGrp="1"/>
          </p:cNvSpPr>
          <p:nvPr>
            <p:ph type="sldNum" idx="11"/>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3.xml><?xml version="1.0" encoding="utf-8"?>
<p:sldLayout xmlns:p="http://schemas.openxmlformats.org/presentationml/2006/main" preserve="1" userDrawn="1">
  <p:cSld name="1/2 Slide, Title, Body Copy, Graphic">
    <p:bg>
      <p:bgPr>
        <a:blipFill xmlns:a="http://schemas.openxmlformats.org/drawingml/2006/main" rotWithShape="1">
          <a:blip xmlns:r="http://schemas.openxmlformats.org/officeDocument/2006/relationships" r:embed="R6fc21f51de7c4292">
            <a:lum/>
          </a:blip>
          <a:srcRect l="0" t="0" r="0" b="0"/>
          <a:stretch>
            <a:fillRect l="0" t="0" r="0" b="0"/>
          </a:stretch>
        </a:blipFill>
      </p:bgPr>
    </p:bg>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AEFB629D-1461-3E6E-194F-1E2781C58CDE}"/>
              </a:ext>
            </a:extLst>
          </p:cNvPr>
          <p:cNvSpPr>
            <a:spLocks xmlns:a="http://schemas.openxmlformats.org/drawingml/2006/main" noGrp="1"/>
          </p:cNvSpPr>
          <p:nvPr>
            <p:ph type="title" idx="0"/>
          </p:nvPr>
        </p:nvSpPr>
        <p:spPr>
          <a:xfrm xmlns:a="http://schemas.openxmlformats.org/drawingml/2006/main">
            <a:off x="323850" y="298146"/>
            <a:ext cx="5683250" cy="946454"/>
          </a:xfrm>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3402D1E1-C16C-597A-29F4-4F0B59039571}"/>
              </a:ext>
            </a:extLst>
          </p:cNvPr>
          <p:cNvSpPr>
            <a:spLocks xmlns:a="http://schemas.openxmlformats.org/drawingml/2006/main" noGrp="1"/>
          </p:cNvSpPr>
          <p:nvPr>
            <p:ph type="body" idx="11" hasCustomPrompt="1"/>
          </p:nvPr>
        </p:nvSpPr>
        <p:spPr>
          <a:xfrm xmlns:a="http://schemas.openxmlformats.org/drawingml/2006/main">
            <a:off x="323850" y="1555750"/>
            <a:ext cx="5683250" cy="923925"/>
          </a:xfrm>
        </p:spPr>
        <p:txBody>
          <a:bodyPr xmlns:a="http://schemas.openxmlformats.org/drawingml/2006/main"/>
          <a:lstStyle xmlns:a="http://schemas.openxmlformats.org/drawingml/2006/main">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xmlns:a="http://schemas.openxmlformats.org/drawingml/2006/main">
            <a:pPr lvl="0">
              <a:buNone/>
            </a:pPr>
            <a:r>
              <a:t>Body copy placeholder</a:t>
            </a:r>
          </a:p>
        </p:txBody>
      </p:sp>
      <p:sp>
        <p:nvSpPr>
          <p:cNvPr id="4" name="Footer Placeholder 3">
            <a:extLst xmlns:a="http://schemas.openxmlformats.org/drawingml/2006/main">
              <a:ext uri="{FF2B5EF4-FFF2-40B4-BE49-F238E27FC236}">
                <a16:creationId xmlns:a16="http://schemas.microsoft.com/office/drawing/2014/main" id="{60599622-5FA2-FEEE-3C33-0A896ADDB122}"/>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4.xml><?xml version="1.0" encoding="utf-8"?>
<p:sldLayout xmlns:p="http://schemas.openxmlformats.org/presentationml/2006/main" preserve="1" userDrawn="1">
  <p:cSld name="Blank">
    <p:spTree>
      <p:nvGrpSpPr>
        <p:cNvPr id="1" name=""/>
        <p:cNvGrpSpPr/>
        <p:nvPr/>
      </p:nvGrpSpPr>
      <p:grpSpPr>
        <a:xfrm xmlns:a="http://schemas.openxmlformats.org/drawingml/2006/main"/>
      </p:grpSpPr>
      <p:sp>
        <p:nvSpPr>
          <p:cNvPr id="3" name="Slide Number Placeholder 2">
            <a:extLst xmlns:a="http://schemas.openxmlformats.org/drawingml/2006/main">
              <a:ext uri="{FF2B5EF4-FFF2-40B4-BE49-F238E27FC236}">
                <a16:creationId xmlns:a16="http://schemas.microsoft.com/office/drawing/2014/main" id="{5EC50E13-06E5-F6BB-7667-EE8E9893D04E}"/>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2" name="Footer Placeholder 1">
            <a:extLst xmlns:a="http://schemas.openxmlformats.org/drawingml/2006/main">
              <a:ext uri="{FF2B5EF4-FFF2-40B4-BE49-F238E27FC236}">
                <a16:creationId xmlns:a16="http://schemas.microsoft.com/office/drawing/2014/main" id="{8005315C-F3C4-4817-6DB5-825E9E8E969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Tree>
  </p:cSld>
</p:sldLayout>
</file>

<file path=ppt/slideLayouts/slideLayout45.xml><?xml version="1.0" encoding="utf-8"?>
<p:sldLayout xmlns:p="http://schemas.openxmlformats.org/presentationml/2006/main" preserve="1" userDrawn="1">
  <p:cSld name="Title, Subtitle, Chart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9" name="Chart Placeholder 8">
            <a:extLst xmlns:a="http://schemas.openxmlformats.org/drawingml/2006/main">
              <a:ext uri="{FF2B5EF4-FFF2-40B4-BE49-F238E27FC236}">
                <a16:creationId xmlns:a16="http://schemas.microsoft.com/office/drawing/2014/main" id="{BD67761C-12AC-06B4-1032-66C47B765FE0}"/>
              </a:ext>
            </a:extLst>
          </p:cNvPr>
          <p:cNvSpPr>
            <a:spLocks xmlns:a="http://schemas.openxmlformats.org/drawingml/2006/main" noGrp="1"/>
          </p:cNvSpPr>
          <p:nvPr>
            <p:ph type="chart" idx="13" hasCustomPrompt="1"/>
          </p:nvPr>
        </p:nvSpPr>
        <p:spPr>
          <a:xfrm xmlns:a="http://schemas.openxmlformats.org/drawingml/2006/main">
            <a:off x="722313" y="1555750"/>
            <a:ext cx="10747375" cy="4519613"/>
          </a:xfrm>
        </p:spPr>
        <p:txBody>
          <a:bodyPr xmlns:a="http://schemas.openxmlformats.org/drawingml/2006/main" tIns="914400"/>
          <a:lstStyle xmlns:a="http://schemas.openxmlformats.org/drawingml/2006/main">
            <a:lvl1pPr marL="0" indent="0" algn="ctr">
              <a:buNone/>
              <a:defRPr/>
            </a:lvl1pPr>
          </a:lstStyle>
          <a:p xmlns:a="http://schemas.openxmlformats.org/drawingml/2006/main">
            <a:r>
              <a:t>Click on icon below to add a chart</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6.xml><?xml version="1.0" encoding="utf-8"?>
<p:sldLayout xmlns:p="http://schemas.openxmlformats.org/presentationml/2006/main" preserve="1" userDrawn="1">
  <p:cSld name="Title, Subtitle, Table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7" name="Table Placeholder 6">
            <a:extLst xmlns:a="http://schemas.openxmlformats.org/drawingml/2006/main">
              <a:ext uri="{FF2B5EF4-FFF2-40B4-BE49-F238E27FC236}">
                <a16:creationId xmlns:a16="http://schemas.microsoft.com/office/drawing/2014/main" id="{B0E688F9-03DF-D354-A8AF-EF5349F39C6B}"/>
              </a:ext>
            </a:extLst>
          </p:cNvPr>
          <p:cNvSpPr>
            <a:spLocks xmlns:a="http://schemas.openxmlformats.org/drawingml/2006/main" noGrp="1"/>
          </p:cNvSpPr>
          <p:nvPr>
            <p:ph type="tbl" idx="13" hasCustomPrompt="1"/>
          </p:nvPr>
        </p:nvSpPr>
        <p:spPr>
          <a:xfrm xmlns:a="http://schemas.openxmlformats.org/drawingml/2006/main">
            <a:off x="323850" y="1555750"/>
            <a:ext cx="11544300" cy="4519613"/>
          </a:xfrm>
        </p:spPr>
        <p:txBody>
          <a:bodyPr xmlns:a="http://schemas.openxmlformats.org/drawingml/2006/main" tIns="914400"/>
          <a:lstStyle xmlns:a="http://schemas.openxmlformats.org/drawingml/2006/main">
            <a:lvl1pPr marL="0" indent="0" algn="ctr">
              <a:buNone/>
              <a:defRPr/>
            </a:lvl1pPr>
          </a:lstStyle>
          <a:p xmlns:a="http://schemas.openxmlformats.org/drawingml/2006/main">
            <a:r>
              <a:t>Click on icon below to add a table</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7.xml><?xml version="1.0" encoding="utf-8"?>
<p:sldLayout xmlns:p="http://schemas.openxmlformats.org/presentationml/2006/main" preserve="1" userDrawn="1">
  <p:cSld name="1/2 Slide Title, Chart">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6" name="Chart Placeholder 5">
            <a:extLst xmlns:a="http://schemas.openxmlformats.org/drawingml/2006/main">
              <a:ext uri="{FF2B5EF4-FFF2-40B4-BE49-F238E27FC236}">
                <a16:creationId xmlns:a16="http://schemas.microsoft.com/office/drawing/2014/main" id="{89EC94CF-F758-4A7C-3B39-A1EFC1EA815A}"/>
              </a:ext>
            </a:extLst>
          </p:cNvPr>
          <p:cNvSpPr>
            <a:spLocks xmlns:a="http://schemas.openxmlformats.org/drawingml/2006/main" noGrp="1"/>
          </p:cNvSpPr>
          <p:nvPr>
            <p:ph type="chart" idx="12" hasCustomPrompt="1"/>
          </p:nvPr>
        </p:nvSpPr>
        <p:spPr>
          <a:xfrm xmlns:a="http://schemas.openxmlformats.org/drawingml/2006/main">
            <a:off x="6581775" y="952500"/>
            <a:ext cx="4887913" cy="4968875"/>
          </a:xfrm>
        </p:spPr>
        <p:txBody>
          <a:bodyPr xmlns:a="http://schemas.openxmlformats.org/drawingml/2006/main" tIns="914400"/>
          <a:lstStyle xmlns:a="http://schemas.openxmlformats.org/drawingml/2006/main">
            <a:lvl1pPr marL="0" indent="0" algn="ctr">
              <a:buNone/>
              <a:defRPr/>
            </a:lvl1pPr>
          </a:lstStyle>
          <a:p xmlns:a="http://schemas.openxmlformats.org/drawingml/2006/main">
            <a:r>
              <a:t>Click icon below to add chart</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8.xml><?xml version="1.0" encoding="utf-8"?>
<p:sldLayout xmlns:p="http://schemas.openxmlformats.org/presentationml/2006/main" preserve="1" userDrawn="1">
  <p:cSld name="Statement 1, Title, Subtitle">
    <p:bg>
      <p:bgPr>
        <a:blipFill xmlns:a="http://schemas.openxmlformats.org/drawingml/2006/main" rotWithShape="1">
          <a:blip xmlns:r="http://schemas.openxmlformats.org/officeDocument/2006/relationships" r:embed="R163923178ea045d5">
            <a:lum/>
          </a:blip>
          <a:srcRect l="0" t="0" r="0" b="0"/>
          <a:stretch>
            <a:fillRect l="0" t="0" r="0" b="0"/>
          </a:stretch>
        </a:blipFill>
      </p:bgPr>
    </p:bg>
    <p:spTree>
      <p:nvGrpSpPr>
        <p:cNvPr id="1" name=""/>
        <p:cNvGrpSpPr/>
        <p:nvPr/>
      </p:nvGrpSpPr>
      <p:grpSpPr>
        <a:xfrm xmlns:a="http://schemas.openxmlformats.org/drawingml/2006/main"/>
      </p:grpSpPr>
      <p:sp>
        <p:nvSpPr>
          <p:cNvPr id="7" name="Title 6">
            <a:extLst xmlns:a="http://schemas.openxmlformats.org/drawingml/2006/main">
              <a:ext uri="{FF2B5EF4-FFF2-40B4-BE49-F238E27FC236}">
                <a16:creationId xmlns:a16="http://schemas.microsoft.com/office/drawing/2014/main" id="{EE0C9451-8976-3C96-3C4E-F9624BB318AB}"/>
              </a:ext>
            </a:extLst>
          </p:cNvPr>
          <p:cNvSpPr>
            <a:spLocks xmlns:a="http://schemas.openxmlformats.org/drawingml/2006/main" noGrp="1"/>
          </p:cNvSpPr>
          <p:nvPr>
            <p:ph type="title" idx="0"/>
          </p:nvPr>
        </p:nvSpPr>
        <p:spPr>
          <a:xfrm xmlns:a="http://schemas.openxmlformats.org/drawingml/2006/main">
            <a:off x="2278063" y="952500"/>
            <a:ext cx="7634288" cy="2476500"/>
          </a:xfrm>
        </p:spPr>
        <p:txBody>
          <a:bodyPr xmlns:a="http://schemas.openxmlformats.org/drawingml/2006/main" anchor="b"/>
          <a:lstStyle xmlns:a="http://schemas.openxmlformats.org/drawingml/2006/main">
            <a:lvl1pPr algn="ctr">
              <a:buNone/>
              <a:defRPr sz="4000"/>
            </a:lvl1pPr>
          </a:lstStyle>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96D4A8F9-F7CA-7BED-9594-D64F51EE92BB}"/>
              </a:ext>
            </a:extLst>
          </p:cNvPr>
          <p:cNvSpPr>
            <a:spLocks xmlns:a="http://schemas.openxmlformats.org/drawingml/2006/main" noGrp="1"/>
          </p:cNvSpPr>
          <p:nvPr>
            <p:ph type="body" idx="11"/>
          </p:nvPr>
        </p:nvSpPr>
        <p:spPr>
          <a:xfrm xmlns:a="http://schemas.openxmlformats.org/drawingml/2006/main">
            <a:off x="2278063" y="3738563"/>
            <a:ext cx="7634287" cy="936625"/>
          </a:xfrm>
        </p:spPr>
        <p:txBody>
          <a:bodyPr xmlns:a="http://schemas.openxmlformats.org/drawingml/2006/main"/>
          <a:lstStyle xmlns:a="http://schemas.openxmlformats.org/drawingml/2006/main">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Footer Placeholder 3">
            <a:extLst xmlns:a="http://schemas.openxmlformats.org/drawingml/2006/main">
              <a:ext uri="{FF2B5EF4-FFF2-40B4-BE49-F238E27FC236}">
                <a16:creationId xmlns:a16="http://schemas.microsoft.com/office/drawing/2014/main" id="{663146B2-9533-23DF-7DA9-0EBFD969778A}"/>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8FD4EDA1-89C5-8341-7EDE-FCCAAA0607CB}"/>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9.xml><?xml version="1.0" encoding="utf-8"?>
<p:sldLayout xmlns:p="http://schemas.openxmlformats.org/presentationml/2006/main" preserve="1" userDrawn="1">
  <p:cSld name="Photo Statement 1, Title, Subtitle">
    <p:bg>
      <p:bgPr>
        <a:solidFill xmlns:a="http://schemas.openxmlformats.org/drawingml/2006/main">
          <a:schemeClr val="tx1"/>
        </a:solidFill>
      </p:bgPr>
    </p:bg>
    <p:spTree>
      <p:nvGrpSpPr>
        <p:cNvPr id="1" name=""/>
        <p:cNvGrpSpPr/>
        <p:nvPr/>
      </p:nvGrpSpPr>
      <p:grpSpPr>
        <a:xfrm xmlns:a="http://schemas.openxmlformats.org/drawingml/2006/main"/>
      </p:grpSpPr>
      <p:sp>
        <p:nvSpPr>
          <p:cNvPr id="7" name="Picture Placeholder 6">
            <a:extLst xmlns:a="http://schemas.openxmlformats.org/drawingml/2006/main">
              <a:ext uri="{FF2B5EF4-FFF2-40B4-BE49-F238E27FC236}">
                <a16:creationId xmlns:a16="http://schemas.microsoft.com/office/drawing/2014/main" id="{ABE3366F-F43E-6996-B128-0A001300FD22}"/>
              </a:ext>
            </a:extLst>
          </p:cNvPr>
          <p:cNvSpPr>
            <a:spLocks xmlns:a="http://schemas.openxmlformats.org/drawingml/2006/main" noGrp="1"/>
          </p:cNvSpPr>
          <p:nvPr>
            <p:ph type="pic" idx="13" hasCustomPrompt="1"/>
          </p:nvPr>
        </p:nvSpPr>
        <p:spPr>
          <a:xfrm xmlns:a="http://schemas.openxmlformats.org/drawingml/2006/main">
            <a:off x="0" y="0"/>
            <a:ext cx="12192000" cy="6858000"/>
          </a:xfrm>
        </p:spPr>
        <p:txBody>
          <a:bodyPr xmlns:a="http://schemas.openxmlformats.org/drawingml/2006/main" tIns="274320"/>
          <a:lstStyle xmlns:a="http://schemas.openxmlformats.org/drawingml/2006/main">
            <a:lvl1pPr marL="0" indent="0" algn="ctr">
              <a:buNone/>
              <a:defRPr/>
            </a:lvl1pPr>
          </a:lstStyle>
          <a:p xmlns:a="http://schemas.openxmlformats.org/drawingml/2006/main">
            <a:r>
              <a:t>Image placeholder</a:t>
            </a:r>
          </a:p>
        </p:txBody>
      </p:sp>
      <p:sp>
        <p:nvSpPr>
          <p:cNvPr id="6" name="Title 5">
            <a:extLst xmlns:a="http://schemas.openxmlformats.org/drawingml/2006/main">
              <a:ext uri="{FF2B5EF4-FFF2-40B4-BE49-F238E27FC236}">
                <a16:creationId xmlns:a16="http://schemas.microsoft.com/office/drawing/2014/main" id="{576B6A35-8740-9D1E-A189-71BC5C742FCC}"/>
              </a:ext>
            </a:extLst>
          </p:cNvPr>
          <p:cNvSpPr>
            <a:spLocks xmlns:a="http://schemas.openxmlformats.org/drawingml/2006/main" noGrp="1"/>
          </p:cNvSpPr>
          <p:nvPr>
            <p:ph type="title" idx="0"/>
          </p:nvPr>
        </p:nvSpPr>
        <p:spPr>
          <a:xfrm xmlns:a="http://schemas.openxmlformats.org/drawingml/2006/main">
            <a:off x="2278063" y="952500"/>
            <a:ext cx="7634288" cy="1537465"/>
          </a:xfrm>
        </p:spPr>
        <p:txBody>
          <a:bodyPr xmlns:a="http://schemas.openxmlformats.org/drawingml/2006/main" anchor="b"/>
          <a:lstStyle xmlns:a="http://schemas.openxmlformats.org/drawingml/2006/main">
            <a:lvl1pPr algn="ctr">
              <a:buNone/>
              <a:defRPr sz="4000"/>
            </a:lvl1pPr>
          </a:lstStyle>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96D4A8F9-F7CA-7BED-9594-D64F51EE92BB}"/>
              </a:ext>
            </a:extLst>
          </p:cNvPr>
          <p:cNvSpPr>
            <a:spLocks xmlns:a="http://schemas.openxmlformats.org/drawingml/2006/main" noGrp="1"/>
          </p:cNvSpPr>
          <p:nvPr>
            <p:ph type="body" idx="11"/>
          </p:nvPr>
        </p:nvSpPr>
        <p:spPr>
          <a:xfrm xmlns:a="http://schemas.openxmlformats.org/drawingml/2006/main">
            <a:off x="2278063" y="2492374"/>
            <a:ext cx="7634287" cy="311152"/>
          </a:xfrm>
        </p:spPr>
        <p:txBody>
          <a:bodyPr xmlns:a="http://schemas.openxmlformats.org/drawingml/2006/main"/>
          <a:lstStyle xmlns:a="http://schemas.openxmlformats.org/drawingml/2006/main">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xmlns:a="http://schemas.openxmlformats.org/drawingml/2006/main">
            <a:pPr lvl="0">
              <a:buNone/>
            </a:pPr>
            <a:r>
              <a:t>Click to edit Master text styles</a:t>
            </a:r>
          </a:p>
        </p:txBody>
      </p:sp>
      <p:sp>
        <p:nvSpPr>
          <p:cNvPr id="3" name="Footer Placeholder 2">
            <a:extLst xmlns:a="http://schemas.openxmlformats.org/drawingml/2006/main">
              <a:ext uri="{FF2B5EF4-FFF2-40B4-BE49-F238E27FC236}">
                <a16:creationId xmlns:a16="http://schemas.microsoft.com/office/drawing/2014/main" id="{5D703969-9100-4398-1394-9B9B34222C6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D6CFB270-12CC-4B92-85FD-B7710644F26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50.xml><?xml version="1.0" encoding="utf-8"?>
<p:sldLayout xmlns:p="http://schemas.openxmlformats.org/presentationml/2006/main" showMasterSp="0" preserve="1" userDrawn="1">
  <p:cSld name="Segue 1">
    <p:bg>
      <p:bgPr>
        <a:blipFill xmlns:a="http://schemas.openxmlformats.org/drawingml/2006/main" rotWithShape="1">
          <a:blip xmlns:r="http://schemas.openxmlformats.org/officeDocument/2006/relationships" r:embed="R6a1f70e92ce14be8">
            <a:lum/>
          </a:blip>
          <a:srcRect l="0" t="0" r="0" b="0"/>
          <a:stretch>
            <a:fillRect l="0" t="0" r="0" b="0"/>
          </a:stretch>
        </a:blip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a:xfrm xmlns:a="http://schemas.openxmlformats.org/drawingml/2006/main">
            <a:off x="323850" y="2492231"/>
            <a:ext cx="7634288" cy="1870075"/>
          </a:xfrm>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Click to edit Master title style</a:t>
            </a:r>
          </a:p>
        </p:txBody>
      </p:sp>
    </p:spTree>
  </p:cSld>
</p:sldLayout>
</file>

<file path=ppt/slideLayouts/slideLayout51.xml><?xml version="1.0" encoding="utf-8"?>
<p:sldLayout xmlns:p="http://schemas.openxmlformats.org/presentationml/2006/main" showMasterSp="0" preserve="1" userDrawn="1">
  <p:cSld name="Segue 2">
    <p:bg>
      <p:bgPr>
        <a:blipFill xmlns:a="http://schemas.openxmlformats.org/drawingml/2006/main" rotWithShape="1">
          <a:blip xmlns:r="http://schemas.openxmlformats.org/officeDocument/2006/relationships" r:embed="R7f4bfa3a8ea54686">
            <a:lum/>
          </a:blip>
          <a:srcRect l="0" t="0" r="0" b="0"/>
          <a:stretch>
            <a:fillRect l="0" t="0" r="0" b="0"/>
          </a:stretch>
        </a:blipFill>
      </p:bgPr>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9DF17AB4-9E08-0A74-D302-44EB1D55BE7A}"/>
              </a:ext>
            </a:extLst>
          </p:cNvPr>
          <p:cNvSpPr>
            <a:spLocks xmlns:a="http://schemas.openxmlformats.org/drawingml/2006/main" noGrp="1"/>
          </p:cNvSpPr>
          <p:nvPr>
            <p:ph type="title" idx="0"/>
          </p:nvPr>
        </p:nvSpPr>
        <p:spPr>
          <a:xfrm xmlns:a="http://schemas.openxmlformats.org/drawingml/2006/main">
            <a:off x="323850" y="2492375"/>
            <a:ext cx="7634288" cy="1868488"/>
          </a:xfrm>
        </p:spPr>
        <p:txBody>
          <a:bodyPr xmlns:a="http://schemas.openxmlformats.org/drawingml/2006/main" wrap="square" anchor="ctr">
            <a:noAutofit/>
          </a:bodyPr>
          <a:lstStyle xmlns:a="http://schemas.openxmlformats.org/drawingml/2006/main">
            <a:lvl1pPr>
              <a:buNone/>
              <a:defRPr sz="4000"/>
            </a:lvl1pPr>
          </a:lstStyle>
          <a:p xmlns:a="http://schemas.openxmlformats.org/drawingml/2006/main">
            <a:r>
              <a:t>Click to edit Master title style</a:t>
            </a:r>
          </a:p>
        </p:txBody>
      </p:sp>
    </p:spTree>
  </p:cSld>
</p:sldLayout>
</file>

<file path=ppt/slideLayouts/slideLayout52.xml><?xml version="1.0" encoding="utf-8"?>
<p:sldLayout xmlns:p="http://schemas.openxmlformats.org/presentationml/2006/main" showMasterSp="0" preserve="1" userDrawn="1">
  <p:cSld name="Segue 3">
    <p:bg>
      <p:bgPr>
        <a:solidFill xmlns:a="http://schemas.openxmlformats.org/drawingml/2006/main">
          <a:schemeClr val="tx1"/>
        </a:solid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591CEAE-269F-9001-82E1-E63AB48127E3}"/>
              </a:ext>
            </a:extLst>
          </p:cNvPr>
          <p:cNvSpPr>
            <a:spLocks xmlns:a="http://schemas.openxmlformats.org/drawingml/2006/main" noGrp="1"/>
          </p:cNvSpPr>
          <p:nvPr>
            <p:ph type="title" idx="0"/>
          </p:nvPr>
        </p:nvSpPr>
        <p:spPr>
          <a:xfrm xmlns:a="http://schemas.openxmlformats.org/drawingml/2006/main">
            <a:off x="323850" y="2492375"/>
            <a:ext cx="7634288" cy="1868487"/>
          </a:xfrm>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Click to edit Master title style</a:t>
            </a:r>
          </a:p>
        </p:txBody>
      </p:sp>
    </p:spTree>
  </p:cSld>
</p:sldLayout>
</file>

<file path=ppt/slideLayouts/slideLayout53.xml><?xml version="1.0" encoding="utf-8"?>
<p:sldLayout xmlns:p="http://schemas.openxmlformats.org/presentationml/2006/main" showMasterSp="0" preserve="1" userDrawn="1">
  <p:cSld name="Segue 4">
    <p:bg>
      <p:bgPr>
        <a:solidFill xmlns:a="http://schemas.openxmlformats.org/drawingml/2006/main">
          <a:schemeClr val="tx1"/>
        </a:solid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591CEAE-269F-9001-82E1-E63AB48127E3}"/>
              </a:ext>
            </a:extLst>
          </p:cNvPr>
          <p:cNvSpPr>
            <a:spLocks xmlns:a="http://schemas.openxmlformats.org/drawingml/2006/main" noGrp="1"/>
          </p:cNvSpPr>
          <p:nvPr>
            <p:ph type="title" idx="0"/>
          </p:nvPr>
        </p:nvSpPr>
        <p:spPr>
          <a:xfrm xmlns:a="http://schemas.openxmlformats.org/drawingml/2006/main">
            <a:off x="323850" y="2492375"/>
            <a:ext cx="7235825" cy="1868487"/>
          </a:xfrm>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Click to edit Master title style</a:t>
            </a:r>
          </a:p>
        </p:txBody>
      </p:sp>
    </p:spTree>
  </p:cSld>
</p:sldLayout>
</file>

<file path=ppt/slideLayouts/slideLayout54.xml><?xml version="1.0" encoding="utf-8"?>
<p:sldLayout xmlns:p="http://schemas.openxmlformats.org/presentationml/2006/main" showMasterSp="0" preserve="1" userDrawn="1">
  <p:cSld name="Thank you 1">
    <p:bg>
      <p:bgPr>
        <a:blipFill xmlns:a="http://schemas.openxmlformats.org/drawingml/2006/main" rotWithShape="1">
          <a:blip xmlns:r="http://schemas.openxmlformats.org/officeDocument/2006/relationships" r:embed="R172a4c3253754a7c">
            <a:lum/>
          </a:blip>
          <a:srcRect l="0" t="0" r="0" b="0"/>
          <a:stretch>
            <a:fillRect l="0" t="0" r="0" b="0"/>
          </a:stretch>
        </a:blip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925412D7-A614-E163-F131-6847698E7759}"/>
              </a:ext>
            </a:extLst>
          </p:cNvPr>
          <p:cNvSpPr>
            <a:spLocks xmlns:a="http://schemas.openxmlformats.org/drawingml/2006/main" noGrp="1"/>
          </p:cNvSpPr>
          <p:nvPr/>
        </p:nvSpPr>
        <p:spPr>
          <a:xfrm xmlns:a="http://schemas.openxmlformats.org/drawingml/2006/main">
            <a:off x="0" y="1244601"/>
            <a:ext cx="10888663" cy="4367212"/>
          </a:xfrm>
          <a:prstGeom xmlns:a="http://schemas.openxmlformats.org/drawingml/2006/main" prst="rect">
            <a:avLst/>
          </a:prstGeom>
          <a:solidFill xmlns:a="http://schemas.openxmlformats.org/drawingml/2006/main">
            <a:schemeClr val="tx1"/>
          </a:solidFill>
          <a:ln xmlns:a="http://schemas.openxmlformats.org/drawingml/2006/main" w="952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lIns="182880" tIns="182880" rIns="182880" bIns="182880" anchor="ctr"/>
          <a:lstStyle xmlns:a="http://schemas.openxmlformats.org/drawingml/2006/main"/>
          <a:p xmlns:a="http://schemas.openxmlformats.org/drawingml/2006/main">
            <a:pPr algn="ctr">
              <a:buNone/>
            </a:pPr>
            <a:endParaRPr sz="1600">
              <a:solidFill>
                <a:schemeClr val="bg1"/>
              </a:solidFill>
            </a:endParaRPr>
          </a:p>
        </p:txBody>
      </p:sp>
      <p:sp>
        <p:nvSpPr>
          <p:cNvPr id="3" name="Title 2">
            <a:extLst xmlns:a="http://schemas.openxmlformats.org/drawingml/2006/main">
              <a:ext uri="{FF2B5EF4-FFF2-40B4-BE49-F238E27FC236}">
                <a16:creationId xmlns:a16="http://schemas.microsoft.com/office/drawing/2014/main" id="{8BFD99A5-A6E1-0514-02DB-84C6BD18783A}"/>
              </a:ext>
            </a:extLst>
          </p:cNvPr>
          <p:cNvSpPr>
            <a:spLocks xmlns:a="http://schemas.openxmlformats.org/drawingml/2006/main" noGrp="1"/>
          </p:cNvSpPr>
          <p:nvPr>
            <p:ph type="title" idx="0" hasCustomPrompt="1"/>
          </p:nvPr>
        </p:nvSpPr>
        <p:spPr>
          <a:xfrm xmlns:a="http://schemas.openxmlformats.org/drawingml/2006/main">
            <a:off x="323850" y="3114676"/>
            <a:ext cx="2749550" cy="623888"/>
          </a:xfrm>
        </p:spPr>
        <p:txBody>
          <a:bodyPr xmlns:a="http://schemas.openxmlformats.org/drawingml/2006/main" anchor="ctr"/>
          <a:lstStyle xmlns:a="http://schemas.openxmlformats.org/drawingml/2006/main">
            <a:lvl1pPr>
              <a:buNone/>
              <a:defRPr/>
            </a:lvl1pPr>
          </a:lstStyle>
          <a:p xmlns:a="http://schemas.openxmlformats.org/drawingml/2006/main">
            <a:r>
              <a:t>Thank you</a:t>
            </a:r>
          </a:p>
        </p:txBody>
      </p:sp>
      <p:pic>
        <p:nvPicPr>
          <p:cNvPr id="7" name="Picture 7"/>
          <p:cNvPicPr>
            <a:picLocks xmlns:a="http://schemas.openxmlformats.org/drawingml/2006/main" noChangeAspect="1"/>
          </p:cNvPicPr>
          <p:nvPr/>
        </p:nvPicPr>
        <p:blipFill>
          <a:blip xmlns:r="http://schemas.openxmlformats.org/officeDocument/2006/relationships" xmlns:a="http://schemas.openxmlformats.org/drawingml/2006/main" r:embed="Ra1e524ff100e4360">
            <a:extLst>
              <a:ext uri="{96DAC541-7B7A-43D3-8B79-37D633B846F1}">
                <asvg:svgBlip xmlns:asvg="http://schemas.microsoft.com/office/drawing/2016/SVG/main" r:embed="R00a8fbe516d943e2"/>
              </a:ext>
            </a:extLst>
          </a:blip>
          <a:srcRect xmlns:a="http://schemas.openxmlformats.org/drawingml/2006/main" l="0" t="0" r="0" b="0"/>
          <a:stretch xmlns:a="http://schemas.openxmlformats.org/drawingml/2006/main"/>
        </p:blipFill>
        <p:spPr>
          <a:xfrm xmlns:a="http://schemas.openxmlformats.org/drawingml/2006/main">
            <a:off x="9058274" y="3188776"/>
            <a:ext cx="914400" cy="480447"/>
          </a:xfrm>
          <a:prstGeom xmlns:a="http://schemas.openxmlformats.org/drawingml/2006/main" prst="rect">
            <a:avLst/>
          </a:prstGeom>
        </p:spPr>
      </p:pic>
    </p:spTree>
  </p:cSld>
</p:sldLayout>
</file>

<file path=ppt/slideLayouts/slideLayout55.xml><?xml version="1.0" encoding="utf-8"?>
<p:sldLayout xmlns:p="http://schemas.openxmlformats.org/presentationml/2006/main" showMasterSp="0" preserve="1" userDrawn="1">
  <p:cSld name="Thank you 2">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8BFD99A5-A6E1-0514-02DB-84C6BD18783A}"/>
              </a:ext>
            </a:extLst>
          </p:cNvPr>
          <p:cNvSpPr>
            <a:spLocks xmlns:a="http://schemas.openxmlformats.org/drawingml/2006/main" noGrp="1"/>
          </p:cNvSpPr>
          <p:nvPr>
            <p:ph type="title" idx="0" hasCustomPrompt="1"/>
          </p:nvPr>
        </p:nvSpPr>
        <p:spPr>
          <a:xfrm xmlns:a="http://schemas.openxmlformats.org/drawingml/2006/main">
            <a:off x="323850" y="3114676"/>
            <a:ext cx="2749550" cy="623888"/>
          </a:xfrm>
        </p:spPr>
        <p:txBody>
          <a:bodyPr xmlns:a="http://schemas.openxmlformats.org/drawingml/2006/main" anchor="ctr"/>
          <a:lstStyle xmlns:a="http://schemas.openxmlformats.org/drawingml/2006/main">
            <a:lvl1pPr>
              <a:buNone/>
              <a:defRPr/>
            </a:lvl1pPr>
          </a:lstStyle>
          <a:p xmlns:a="http://schemas.openxmlformats.org/drawingml/2006/main">
            <a:r>
              <a:t>Thank you</a:t>
            </a:r>
          </a:p>
        </p:txBody>
      </p:sp>
    </p:spTree>
  </p:cSld>
</p:sldLayout>
</file>

<file path=ppt/slideLayouts/slideLayout56.xml><?xml version="1.0" encoding="utf-8"?>
<p:sldLayout xmlns:p="http://schemas.openxmlformats.org/presentationml/2006/main" showMasterSp="0" preserve="1" userDrawn="1">
  <p:cSld name="Closing 1">
    <p:spTree>
      <p:nvGrpSpPr>
        <p:cNvPr id="1" name=""/>
        <p:cNvGrpSpPr/>
        <p:nvPr/>
      </p:nvGrpSpPr>
      <p:grpSpPr>
        <a:xfrm xmlns:a="http://schemas.openxmlformats.org/drawingml/2006/main"/>
      </p:grpSpPr>
      <p:sp>
        <p:nvSpPr>
          <p:cNvPr id="4" name="Freeform 24">
            <a:extLst xmlns:a="http://schemas.openxmlformats.org/drawingml/2006/main">
              <a:ext uri="{FF2B5EF4-FFF2-40B4-BE49-F238E27FC236}">
                <a16:creationId xmlns:a16="http://schemas.microsoft.com/office/drawing/2014/main" id="{0848F511-CD0C-4E21-1411-CA7D0F6E3A43}"/>
              </a:ext>
            </a:extLst>
          </p:cNvPr>
          <p:cNvSpPr>
            <a:spLocks xmlns:a="http://schemas.openxmlformats.org/drawingml/2006/main" noGrp="1"/>
          </p:cNvSpPr>
          <p:nvPr/>
        </p:nvSpPr>
        <p:spPr>
          <a:xfrm xmlns:a="http://schemas.openxmlformats.org/drawingml/2006/main">
            <a:off x="5831690" y="3403715"/>
            <a:ext cx="53378" cy="210276"/>
          </a:xfrm>
          <a:custGeom xmlns:a="http://schemas.openxmlformats.org/drawingml/2006/main">
            <a:gdLst>
              <a:gd name="connsiteX0" fmla="*/ 0 w 44467"/>
              <a:gd name="connsiteY0" fmla="*/ 0 h 175170"/>
              <a:gd name="connsiteX1" fmla="*/ 44467 w 44467"/>
              <a:gd name="connsiteY1" fmla="*/ 0 h 175170"/>
              <a:gd name="connsiteX2" fmla="*/ 44467 w 44467"/>
              <a:gd name="connsiteY2" fmla="*/ 175170 h 175170"/>
              <a:gd name="connsiteX3" fmla="*/ 0 w 44467"/>
              <a:gd name="connsiteY3" fmla="*/ 175170 h 175170"/>
            </a:gdLst>
            <a:rect l="l" t="t" r="r" b="b"/>
            <a:pathLst>
              <a:path w="44467" h="175170">
                <a:moveTo>
                  <a:pt x="0" y="0"/>
                </a:moveTo>
                <a:lnTo>
                  <a:pt x="44467" y="0"/>
                </a:lnTo>
                <a:lnTo>
                  <a:pt x="44467" y="175170"/>
                </a:lnTo>
                <a:lnTo>
                  <a:pt x="0" y="175170"/>
                </a:lnTo>
                <a:close/>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5" name="Freeform 25">
            <a:extLst xmlns:a="http://schemas.openxmlformats.org/drawingml/2006/main">
              <a:ext uri="{FF2B5EF4-FFF2-40B4-BE49-F238E27FC236}">
                <a16:creationId xmlns:a16="http://schemas.microsoft.com/office/drawing/2014/main" id="{CE7BD058-D0FF-047D-F5E7-7A0A610E086D}"/>
              </a:ext>
            </a:extLst>
          </p:cNvPr>
          <p:cNvSpPr>
            <a:spLocks xmlns:a="http://schemas.openxmlformats.org/drawingml/2006/main" noGrp="1"/>
          </p:cNvSpPr>
          <p:nvPr/>
        </p:nvSpPr>
        <p:spPr>
          <a:xfrm xmlns:a="http://schemas.openxmlformats.org/drawingml/2006/main">
            <a:off x="6154144" y="3400033"/>
            <a:ext cx="161334" cy="217748"/>
          </a:xfrm>
          <a:custGeom xmlns:a="http://schemas.openxmlformats.org/drawingml/2006/main">
            <a:gdLst>
              <a:gd name="connsiteX0" fmla="*/ 0 w 134399"/>
              <a:gd name="connsiteY0" fmla="*/ 90652 h 181394"/>
              <a:gd name="connsiteX1" fmla="*/ 93835 w 134399"/>
              <a:gd name="connsiteY1" fmla="*/ 181394 h 181394"/>
              <a:gd name="connsiteX2" fmla="*/ 134400 w 134399"/>
              <a:gd name="connsiteY2" fmla="*/ 175170 h 181394"/>
              <a:gd name="connsiteX3" fmla="*/ 134400 w 134399"/>
              <a:gd name="connsiteY3" fmla="*/ 128176 h 181394"/>
              <a:gd name="connsiteX4" fmla="*/ 97011 w 134399"/>
              <a:gd name="connsiteY4" fmla="*/ 137196 h 181394"/>
              <a:gd name="connsiteX5" fmla="*/ 50003 w 134399"/>
              <a:gd name="connsiteY5" fmla="*/ 90472 h 181394"/>
              <a:gd name="connsiteX6" fmla="*/ 97011 w 134399"/>
              <a:gd name="connsiteY6" fmla="*/ 43747 h 181394"/>
              <a:gd name="connsiteX7" fmla="*/ 134400 w 134399"/>
              <a:gd name="connsiteY7" fmla="*/ 52768 h 181394"/>
              <a:gd name="connsiteX8" fmla="*/ 134400 w 134399"/>
              <a:gd name="connsiteY8" fmla="*/ 6314 h 181394"/>
              <a:gd name="connsiteX9" fmla="*/ 93835 w 134399"/>
              <a:gd name="connsiteY9" fmla="*/ 0 h 181394"/>
              <a:gd name="connsiteX10" fmla="*/ 0 w 134399"/>
              <a:gd name="connsiteY10" fmla="*/ 90652 h 181394"/>
            </a:gdLst>
            <a:rect l="l" t="t" r="r" b="b"/>
            <a:pathLst>
              <a:path w="134399" h="181394">
                <a:moveTo>
                  <a:pt x="0" y="90652"/>
                </a:moveTo>
                <a:cubicBezTo>
                  <a:pt x="0" y="147118"/>
                  <a:pt x="43832" y="181394"/>
                  <a:pt x="93835" y="181394"/>
                </a:cubicBezTo>
                <a:cubicBezTo>
                  <a:pt x="107583" y="181261"/>
                  <a:pt x="121250" y="179165"/>
                  <a:pt x="134400" y="175170"/>
                </a:cubicBezTo>
                <a:lnTo>
                  <a:pt x="134400" y="128176"/>
                </a:lnTo>
                <a:cubicBezTo>
                  <a:pt x="122893" y="134240"/>
                  <a:pt x="110034" y="137341"/>
                  <a:pt x="97011" y="137196"/>
                </a:cubicBezTo>
                <a:cubicBezTo>
                  <a:pt x="71048" y="137196"/>
                  <a:pt x="50003" y="116276"/>
                  <a:pt x="50003" y="90472"/>
                </a:cubicBezTo>
                <a:cubicBezTo>
                  <a:pt x="50003" y="64667"/>
                  <a:pt x="71048" y="43747"/>
                  <a:pt x="97011" y="43747"/>
                </a:cubicBezTo>
                <a:cubicBezTo>
                  <a:pt x="110034" y="43598"/>
                  <a:pt x="122893" y="46700"/>
                  <a:pt x="134400" y="52768"/>
                </a:cubicBezTo>
                <a:lnTo>
                  <a:pt x="134400" y="6314"/>
                </a:lnTo>
                <a:cubicBezTo>
                  <a:pt x="121287" y="2146"/>
                  <a:pt x="107602" y="15"/>
                  <a:pt x="93835" y="0"/>
                </a:cubicBezTo>
                <a:cubicBezTo>
                  <a:pt x="39385" y="0"/>
                  <a:pt x="0" y="38335"/>
                  <a:pt x="0" y="9065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6" name="Freeform 26">
            <a:extLst xmlns:a="http://schemas.openxmlformats.org/drawingml/2006/main">
              <a:ext uri="{FF2B5EF4-FFF2-40B4-BE49-F238E27FC236}">
                <a16:creationId xmlns:a16="http://schemas.microsoft.com/office/drawing/2014/main" id="{83623A44-0F0F-1370-66F6-0846CAF90985}"/>
              </a:ext>
            </a:extLst>
          </p:cNvPr>
          <p:cNvSpPr>
            <a:spLocks xmlns:a="http://schemas.openxmlformats.org/drawingml/2006/main" noGrp="1"/>
          </p:cNvSpPr>
          <p:nvPr/>
        </p:nvSpPr>
        <p:spPr>
          <a:xfrm xmlns:a="http://schemas.openxmlformats.org/drawingml/2006/main">
            <a:off x="5597040" y="3400033"/>
            <a:ext cx="161553" cy="217748"/>
          </a:xfrm>
          <a:custGeom xmlns:a="http://schemas.openxmlformats.org/drawingml/2006/main">
            <a:gdLst>
              <a:gd name="connsiteX0" fmla="*/ 0 w 134581"/>
              <a:gd name="connsiteY0" fmla="*/ 90652 h 181394"/>
              <a:gd name="connsiteX1" fmla="*/ 93926 w 134581"/>
              <a:gd name="connsiteY1" fmla="*/ 181394 h 181394"/>
              <a:gd name="connsiteX2" fmla="*/ 134581 w 134581"/>
              <a:gd name="connsiteY2" fmla="*/ 175170 h 181394"/>
              <a:gd name="connsiteX3" fmla="*/ 134581 w 134581"/>
              <a:gd name="connsiteY3" fmla="*/ 128176 h 181394"/>
              <a:gd name="connsiteX4" fmla="*/ 97193 w 134581"/>
              <a:gd name="connsiteY4" fmla="*/ 137196 h 181394"/>
              <a:gd name="connsiteX5" fmla="*/ 50184 w 134581"/>
              <a:gd name="connsiteY5" fmla="*/ 90472 h 181394"/>
              <a:gd name="connsiteX6" fmla="*/ 97193 w 134581"/>
              <a:gd name="connsiteY6" fmla="*/ 43747 h 181394"/>
              <a:gd name="connsiteX7" fmla="*/ 134581 w 134581"/>
              <a:gd name="connsiteY7" fmla="*/ 52768 h 181394"/>
              <a:gd name="connsiteX8" fmla="*/ 134581 w 134581"/>
              <a:gd name="connsiteY8" fmla="*/ 6314 h 181394"/>
              <a:gd name="connsiteX9" fmla="*/ 93926 w 134581"/>
              <a:gd name="connsiteY9" fmla="*/ 0 h 181394"/>
              <a:gd name="connsiteX10" fmla="*/ 181 w 134581"/>
              <a:gd name="connsiteY10" fmla="*/ 90652 h 181394"/>
            </a:gdLst>
            <a:rect l="l" t="t" r="r" b="b"/>
            <a:pathLst>
              <a:path w="134581" h="181394">
                <a:moveTo>
                  <a:pt x="0" y="90652"/>
                </a:moveTo>
                <a:cubicBezTo>
                  <a:pt x="0" y="147118"/>
                  <a:pt x="43832" y="181394"/>
                  <a:pt x="93926" y="181394"/>
                </a:cubicBezTo>
                <a:cubicBezTo>
                  <a:pt x="107708" y="181268"/>
                  <a:pt x="121400" y="179172"/>
                  <a:pt x="134581" y="175170"/>
                </a:cubicBezTo>
                <a:lnTo>
                  <a:pt x="134581" y="128176"/>
                </a:lnTo>
                <a:cubicBezTo>
                  <a:pt x="123065" y="134222"/>
                  <a:pt x="110216" y="137322"/>
                  <a:pt x="97193" y="137196"/>
                </a:cubicBezTo>
                <a:cubicBezTo>
                  <a:pt x="71231" y="137196"/>
                  <a:pt x="50184" y="116276"/>
                  <a:pt x="50184" y="90472"/>
                </a:cubicBezTo>
                <a:cubicBezTo>
                  <a:pt x="50184" y="64667"/>
                  <a:pt x="71231" y="43747"/>
                  <a:pt x="97193" y="43747"/>
                </a:cubicBezTo>
                <a:cubicBezTo>
                  <a:pt x="110217" y="43613"/>
                  <a:pt x="123068" y="46714"/>
                  <a:pt x="134581" y="52768"/>
                </a:cubicBezTo>
                <a:lnTo>
                  <a:pt x="134581" y="6314"/>
                </a:lnTo>
                <a:cubicBezTo>
                  <a:pt x="121434" y="2159"/>
                  <a:pt x="107722" y="30"/>
                  <a:pt x="93926" y="0"/>
                </a:cubicBezTo>
                <a:cubicBezTo>
                  <a:pt x="39476" y="0"/>
                  <a:pt x="181" y="38335"/>
                  <a:pt x="181" y="9065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7" name="Freeform 27">
            <a:extLst xmlns:a="http://schemas.openxmlformats.org/drawingml/2006/main">
              <a:ext uri="{FF2B5EF4-FFF2-40B4-BE49-F238E27FC236}">
                <a16:creationId xmlns:a16="http://schemas.microsoft.com/office/drawing/2014/main" id="{8ABAB402-379C-A6D8-AF39-B22717AC8652}"/>
              </a:ext>
            </a:extLst>
          </p:cNvPr>
          <p:cNvSpPr>
            <a:spLocks xmlns:a="http://schemas.openxmlformats.org/drawingml/2006/main" noGrp="1"/>
          </p:cNvSpPr>
          <p:nvPr/>
        </p:nvSpPr>
        <p:spPr>
          <a:xfrm xmlns:a="http://schemas.openxmlformats.org/drawingml/2006/main">
            <a:off x="6375724" y="3399999"/>
            <a:ext cx="219185" cy="218412"/>
          </a:xfrm>
          <a:custGeom xmlns:a="http://schemas.openxmlformats.org/drawingml/2006/main">
            <a:gdLst>
              <a:gd name="connsiteX0" fmla="*/ 89568 w 182591"/>
              <a:gd name="connsiteY0" fmla="*/ 137224 h 181947"/>
              <a:gd name="connsiteX1" fmla="*/ 42832 w 182591"/>
              <a:gd name="connsiteY1" fmla="*/ 91494 h 181947"/>
              <a:gd name="connsiteX2" fmla="*/ 88842 w 182591"/>
              <a:gd name="connsiteY2" fmla="*/ 45041 h 181947"/>
              <a:gd name="connsiteX3" fmla="*/ 135578 w 182591"/>
              <a:gd name="connsiteY3" fmla="*/ 90772 h 181947"/>
              <a:gd name="connsiteX4" fmla="*/ 135578 w 182591"/>
              <a:gd name="connsiteY4" fmla="*/ 91131 h 181947"/>
              <a:gd name="connsiteX5" fmla="*/ 91220 w 182591"/>
              <a:gd name="connsiteY5" fmla="*/ 137218 h 181947"/>
              <a:gd name="connsiteX6" fmla="*/ 89568 w 182591"/>
              <a:gd name="connsiteY6" fmla="*/ 137224 h 181947"/>
              <a:gd name="connsiteX7" fmla="*/ 89568 w 182591"/>
              <a:gd name="connsiteY7" fmla="*/ 479 h 181947"/>
              <a:gd name="connsiteX8" fmla="*/ 17 w 182591"/>
              <a:gd name="connsiteY8" fmla="*/ 92919 h 181947"/>
              <a:gd name="connsiteX9" fmla="*/ 93017 w 182591"/>
              <a:gd name="connsiteY9" fmla="*/ 181931 h 181947"/>
              <a:gd name="connsiteX10" fmla="*/ 182586 w 182591"/>
              <a:gd name="connsiteY10" fmla="*/ 91131 h 181947"/>
              <a:gd name="connsiteX11" fmla="*/ 92781 w 182591"/>
              <a:gd name="connsiteY11" fmla="*/ 5 h 181947"/>
              <a:gd name="connsiteX12" fmla="*/ 89568 w 182591"/>
              <a:gd name="connsiteY12" fmla="*/ 28 h 181947"/>
            </a:gdLst>
            <a:rect l="l" t="t" r="r" b="b"/>
            <a:pathLst>
              <a:path w="182591" h="181947">
                <a:moveTo>
                  <a:pt x="89568" y="137224"/>
                </a:moveTo>
                <a:cubicBezTo>
                  <a:pt x="63959" y="137423"/>
                  <a:pt x="43032" y="116949"/>
                  <a:pt x="42832" y="91494"/>
                </a:cubicBezTo>
                <a:cubicBezTo>
                  <a:pt x="42633" y="66038"/>
                  <a:pt x="63233" y="45241"/>
                  <a:pt x="88842" y="45041"/>
                </a:cubicBezTo>
                <a:cubicBezTo>
                  <a:pt x="114452" y="44842"/>
                  <a:pt x="135378" y="65317"/>
                  <a:pt x="135578" y="90772"/>
                </a:cubicBezTo>
                <a:cubicBezTo>
                  <a:pt x="135578" y="90891"/>
                  <a:pt x="135578" y="91011"/>
                  <a:pt x="135578" y="91131"/>
                </a:cubicBezTo>
                <a:cubicBezTo>
                  <a:pt x="136132" y="116033"/>
                  <a:pt x="116267" y="136667"/>
                  <a:pt x="91220" y="137218"/>
                </a:cubicBezTo>
                <a:cubicBezTo>
                  <a:pt x="90666" y="137229"/>
                  <a:pt x="90122" y="137232"/>
                  <a:pt x="89568" y="137224"/>
                </a:cubicBezTo>
                <a:moveTo>
                  <a:pt x="89568" y="479"/>
                </a:moveTo>
                <a:cubicBezTo>
                  <a:pt x="39157" y="1425"/>
                  <a:pt x="-936" y="42812"/>
                  <a:pt x="17" y="92919"/>
                </a:cubicBezTo>
                <a:cubicBezTo>
                  <a:pt x="969" y="143026"/>
                  <a:pt x="42605" y="182877"/>
                  <a:pt x="93017" y="181931"/>
                </a:cubicBezTo>
                <a:cubicBezTo>
                  <a:pt x="142784" y="180997"/>
                  <a:pt x="182623" y="140607"/>
                  <a:pt x="182586" y="91131"/>
                </a:cubicBezTo>
                <a:cubicBezTo>
                  <a:pt x="183104" y="41317"/>
                  <a:pt x="142893" y="519"/>
                  <a:pt x="92781" y="5"/>
                </a:cubicBezTo>
                <a:cubicBezTo>
                  <a:pt x="91710" y="-6"/>
                  <a:pt x="90639" y="1"/>
                  <a:pt x="89568" y="28"/>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8" name="Freeform 28">
            <a:extLst xmlns:a="http://schemas.openxmlformats.org/drawingml/2006/main">
              <a:ext uri="{FF2B5EF4-FFF2-40B4-BE49-F238E27FC236}">
                <a16:creationId xmlns:a16="http://schemas.microsoft.com/office/drawing/2014/main" id="{A0F49F63-D861-23D0-7A32-6898EA38AA9E}"/>
              </a:ext>
            </a:extLst>
          </p:cNvPr>
          <p:cNvSpPr>
            <a:spLocks xmlns:a="http://schemas.openxmlformats.org/drawingml/2006/main" noGrp="1"/>
          </p:cNvSpPr>
          <p:nvPr/>
        </p:nvSpPr>
        <p:spPr>
          <a:xfrm xmlns:a="http://schemas.openxmlformats.org/drawingml/2006/main">
            <a:off x="5956314" y="3399925"/>
            <a:ext cx="145321" cy="217856"/>
          </a:xfrm>
          <a:custGeom xmlns:a="http://schemas.openxmlformats.org/drawingml/2006/main">
            <a:gdLst>
              <a:gd name="connsiteX0" fmla="*/ 79678 w 121059"/>
              <a:gd name="connsiteY0" fmla="*/ 72612 h 181484"/>
              <a:gd name="connsiteX1" fmla="*/ 67427 w 121059"/>
              <a:gd name="connsiteY1" fmla="*/ 68733 h 181484"/>
              <a:gd name="connsiteX2" fmla="*/ 47099 w 121059"/>
              <a:gd name="connsiteY2" fmla="*/ 52046 h 181484"/>
              <a:gd name="connsiteX3" fmla="*/ 74324 w 121059"/>
              <a:gd name="connsiteY3" fmla="*/ 37614 h 181484"/>
              <a:gd name="connsiteX4" fmla="*/ 109081 w 121059"/>
              <a:gd name="connsiteY4" fmla="*/ 43026 h 181484"/>
              <a:gd name="connsiteX5" fmla="*/ 109081 w 121059"/>
              <a:gd name="connsiteY5" fmla="*/ 5592 h 181484"/>
              <a:gd name="connsiteX6" fmla="*/ 65703 w 121059"/>
              <a:gd name="connsiteY6" fmla="*/ 0 h 181484"/>
              <a:gd name="connsiteX7" fmla="*/ 0 w 121059"/>
              <a:gd name="connsiteY7" fmla="*/ 54752 h 181484"/>
              <a:gd name="connsiteX8" fmla="*/ 45375 w 121059"/>
              <a:gd name="connsiteY8" fmla="*/ 105986 h 181484"/>
              <a:gd name="connsiteX9" fmla="*/ 54994 w 121059"/>
              <a:gd name="connsiteY9" fmla="*/ 109143 h 181484"/>
              <a:gd name="connsiteX10" fmla="*/ 74778 w 121059"/>
              <a:gd name="connsiteY10" fmla="*/ 126462 h 181484"/>
              <a:gd name="connsiteX11" fmla="*/ 42471 w 121059"/>
              <a:gd name="connsiteY11" fmla="*/ 142878 h 181484"/>
              <a:gd name="connsiteX12" fmla="*/ 454 w 121059"/>
              <a:gd name="connsiteY12" fmla="*/ 136384 h 181484"/>
              <a:gd name="connsiteX13" fmla="*/ 454 w 121059"/>
              <a:gd name="connsiteY13" fmla="*/ 176704 h 181484"/>
              <a:gd name="connsiteX14" fmla="*/ 48460 w 121059"/>
              <a:gd name="connsiteY14" fmla="*/ 181484 h 181484"/>
              <a:gd name="connsiteX15" fmla="*/ 121060 w 121059"/>
              <a:gd name="connsiteY15" fmla="*/ 122673 h 181484"/>
              <a:gd name="connsiteX16" fmla="*/ 79043 w 121059"/>
              <a:gd name="connsiteY16" fmla="*/ 72612 h 181484"/>
            </a:gdLst>
            <a:rect l="l" t="t" r="r" b="b"/>
            <a:pathLst>
              <a:path w="121059" h="181484">
                <a:moveTo>
                  <a:pt x="79678" y="72612"/>
                </a:moveTo>
                <a:lnTo>
                  <a:pt x="67427" y="68733"/>
                </a:lnTo>
                <a:cubicBezTo>
                  <a:pt x="60167" y="66388"/>
                  <a:pt x="47099" y="62690"/>
                  <a:pt x="47099" y="52046"/>
                </a:cubicBezTo>
                <a:cubicBezTo>
                  <a:pt x="47099" y="43567"/>
                  <a:pt x="56718" y="37614"/>
                  <a:pt x="74324" y="37614"/>
                </a:cubicBezTo>
                <a:cubicBezTo>
                  <a:pt x="86085" y="38079"/>
                  <a:pt x="97746" y="39896"/>
                  <a:pt x="109081" y="43026"/>
                </a:cubicBezTo>
                <a:lnTo>
                  <a:pt x="109081" y="5592"/>
                </a:lnTo>
                <a:cubicBezTo>
                  <a:pt x="94888" y="2071"/>
                  <a:pt x="80331" y="194"/>
                  <a:pt x="65703" y="0"/>
                </a:cubicBezTo>
                <a:cubicBezTo>
                  <a:pt x="24684" y="0"/>
                  <a:pt x="0" y="22009"/>
                  <a:pt x="0" y="54752"/>
                </a:cubicBezTo>
                <a:cubicBezTo>
                  <a:pt x="0" y="83797"/>
                  <a:pt x="20691" y="98229"/>
                  <a:pt x="45375" y="105986"/>
                </a:cubicBezTo>
                <a:cubicBezTo>
                  <a:pt x="48188" y="106888"/>
                  <a:pt x="52272" y="108151"/>
                  <a:pt x="54994" y="109143"/>
                </a:cubicBezTo>
                <a:cubicBezTo>
                  <a:pt x="65975" y="112571"/>
                  <a:pt x="74778" y="117622"/>
                  <a:pt x="74778" y="126462"/>
                </a:cubicBezTo>
                <a:cubicBezTo>
                  <a:pt x="74778" y="135301"/>
                  <a:pt x="64614" y="142878"/>
                  <a:pt x="42471" y="142878"/>
                </a:cubicBezTo>
                <a:cubicBezTo>
                  <a:pt x="28250" y="142457"/>
                  <a:pt x="14130" y="140275"/>
                  <a:pt x="454" y="136384"/>
                </a:cubicBezTo>
                <a:lnTo>
                  <a:pt x="454" y="176704"/>
                </a:lnTo>
                <a:cubicBezTo>
                  <a:pt x="16281" y="179724"/>
                  <a:pt x="32343" y="181324"/>
                  <a:pt x="48460" y="181484"/>
                </a:cubicBezTo>
                <a:cubicBezTo>
                  <a:pt x="82491" y="181484"/>
                  <a:pt x="121060" y="166691"/>
                  <a:pt x="121060" y="122673"/>
                </a:cubicBezTo>
                <a:cubicBezTo>
                  <a:pt x="121060" y="101296"/>
                  <a:pt x="107901" y="81632"/>
                  <a:pt x="79043" y="7261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9" name="Freeform 29">
            <a:extLst xmlns:a="http://schemas.openxmlformats.org/drawingml/2006/main">
              <a:ext uri="{FF2B5EF4-FFF2-40B4-BE49-F238E27FC236}">
                <a16:creationId xmlns:a16="http://schemas.microsoft.com/office/drawing/2014/main" id="{62CA1BBC-594E-0B3B-ACB5-5180E647EB68}"/>
              </a:ext>
            </a:extLst>
          </p:cNvPr>
          <p:cNvSpPr>
            <a:spLocks xmlns:a="http://schemas.openxmlformats.org/drawingml/2006/main" noGrp="1"/>
          </p:cNvSpPr>
          <p:nvPr/>
        </p:nvSpPr>
        <p:spPr>
          <a:xfrm xmlns:a="http://schemas.openxmlformats.org/drawingml/2006/main">
            <a:off x="5487122" y="3151534"/>
            <a:ext cx="53051" cy="106155"/>
          </a:xfrm>
          <a:custGeom xmlns:a="http://schemas.openxmlformats.org/drawingml/2006/main">
            <a:gdLst>
              <a:gd name="connsiteX0" fmla="*/ 22143 w 44194"/>
              <a:gd name="connsiteY0" fmla="*/ 0 h 88432"/>
              <a:gd name="connsiteX1" fmla="*/ 0 w 44194"/>
              <a:gd name="connsiteY1" fmla="*/ 21919 h 88432"/>
              <a:gd name="connsiteX2" fmla="*/ 0 w 44194"/>
              <a:gd name="connsiteY2" fmla="*/ 67831 h 88432"/>
              <a:gd name="connsiteX3" fmla="*/ 23514 w 44194"/>
              <a:gd name="connsiteY3" fmla="*/ 88387 h 88432"/>
              <a:gd name="connsiteX4" fmla="*/ 44195 w 44194"/>
              <a:gd name="connsiteY4" fmla="*/ 67831 h 88432"/>
              <a:gd name="connsiteX5" fmla="*/ 44195 w 44194"/>
              <a:gd name="connsiteY5" fmla="*/ 21919 h 88432"/>
              <a:gd name="connsiteX6" fmla="*/ 22143 w 44194"/>
              <a:gd name="connsiteY6" fmla="*/ 0 h 88432"/>
            </a:gdLst>
            <a:rect l="l" t="t" r="r" b="b"/>
            <a:pathLst>
              <a:path w="44194" h="88432">
                <a:moveTo>
                  <a:pt x="22143" y="0"/>
                </a:moveTo>
                <a:cubicBezTo>
                  <a:pt x="9949" y="0"/>
                  <a:pt x="50" y="9799"/>
                  <a:pt x="0" y="21919"/>
                </a:cubicBezTo>
                <a:lnTo>
                  <a:pt x="0" y="67831"/>
                </a:lnTo>
                <a:cubicBezTo>
                  <a:pt x="782" y="79961"/>
                  <a:pt x="11310" y="89165"/>
                  <a:pt x="23514" y="88387"/>
                </a:cubicBezTo>
                <a:cubicBezTo>
                  <a:pt x="34627" y="87679"/>
                  <a:pt x="43483" y="78877"/>
                  <a:pt x="44195" y="67831"/>
                </a:cubicBezTo>
                <a:lnTo>
                  <a:pt x="44195" y="21919"/>
                </a:lnTo>
                <a:cubicBezTo>
                  <a:pt x="44195" y="9813"/>
                  <a:pt x="34321" y="0"/>
                  <a:pt x="22143" y="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0" name="Freeform 30">
            <a:extLst xmlns:a="http://schemas.openxmlformats.org/drawingml/2006/main">
              <a:ext uri="{FF2B5EF4-FFF2-40B4-BE49-F238E27FC236}">
                <a16:creationId xmlns:a16="http://schemas.microsoft.com/office/drawing/2014/main" id="{51B57147-07A3-179D-3B44-669E31BA0779}"/>
              </a:ext>
            </a:extLst>
          </p:cNvPr>
          <p:cNvSpPr>
            <a:spLocks xmlns:a="http://schemas.openxmlformats.org/drawingml/2006/main" noGrp="1"/>
          </p:cNvSpPr>
          <p:nvPr/>
        </p:nvSpPr>
        <p:spPr>
          <a:xfrm xmlns:a="http://schemas.openxmlformats.org/drawingml/2006/main">
            <a:off x="5632989" y="3079095"/>
            <a:ext cx="52943" cy="180175"/>
          </a:xfrm>
          <a:custGeom xmlns:a="http://schemas.openxmlformats.org/drawingml/2006/main">
            <a:gdLst>
              <a:gd name="connsiteX0" fmla="*/ 22052 w 44104"/>
              <a:gd name="connsiteY0" fmla="*/ 150094 h 150094"/>
              <a:gd name="connsiteX1" fmla="*/ 44104 w 44104"/>
              <a:gd name="connsiteY1" fmla="*/ 128176 h 150094"/>
              <a:gd name="connsiteX2" fmla="*/ 44104 w 44104"/>
              <a:gd name="connsiteY2" fmla="*/ 21919 h 150094"/>
              <a:gd name="connsiteX3" fmla="*/ 22052 w 44104"/>
              <a:gd name="connsiteY3" fmla="*/ 0 h 150094"/>
              <a:gd name="connsiteX4" fmla="*/ 0 w 44104"/>
              <a:gd name="connsiteY4" fmla="*/ 21919 h 150094"/>
              <a:gd name="connsiteX5" fmla="*/ 0 w 44104"/>
              <a:gd name="connsiteY5" fmla="*/ 128176 h 150094"/>
              <a:gd name="connsiteX6" fmla="*/ 22052 w 44104"/>
              <a:gd name="connsiteY6" fmla="*/ 150094 h 150094"/>
            </a:gdLst>
            <a:rect l="l" t="t" r="r" b="b"/>
            <a:pathLst>
              <a:path w="44104" h="150094">
                <a:moveTo>
                  <a:pt x="22052" y="150094"/>
                </a:moveTo>
                <a:cubicBezTo>
                  <a:pt x="34231" y="150094"/>
                  <a:pt x="44104" y="140281"/>
                  <a:pt x="44104" y="128176"/>
                </a:cubicBezTo>
                <a:lnTo>
                  <a:pt x="44104" y="21919"/>
                </a:lnTo>
                <a:cubicBezTo>
                  <a:pt x="44104" y="9813"/>
                  <a:pt x="34231" y="0"/>
                  <a:pt x="22052" y="0"/>
                </a:cubicBezTo>
                <a:cubicBezTo>
                  <a:pt x="9873" y="0"/>
                  <a:pt x="0" y="9813"/>
                  <a:pt x="0" y="21919"/>
                </a:cubicBezTo>
                <a:lnTo>
                  <a:pt x="0" y="128176"/>
                </a:lnTo>
                <a:cubicBezTo>
                  <a:pt x="0" y="140281"/>
                  <a:pt x="9873" y="150094"/>
                  <a:pt x="22052" y="150094"/>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1" name="Freeform 31">
            <a:extLst xmlns:a="http://schemas.openxmlformats.org/drawingml/2006/main">
              <a:ext uri="{FF2B5EF4-FFF2-40B4-BE49-F238E27FC236}">
                <a16:creationId xmlns:a16="http://schemas.microsoft.com/office/drawing/2014/main" id="{D2F4977B-6C3A-1749-28D3-74067758D800}"/>
              </a:ext>
            </a:extLst>
          </p:cNvPr>
          <p:cNvSpPr>
            <a:spLocks xmlns:a="http://schemas.openxmlformats.org/drawingml/2006/main" noGrp="1"/>
          </p:cNvSpPr>
          <p:nvPr/>
        </p:nvSpPr>
        <p:spPr>
          <a:xfrm xmlns:a="http://schemas.openxmlformats.org/drawingml/2006/main">
            <a:off x="5778528" y="2980021"/>
            <a:ext cx="52943" cy="331765"/>
          </a:xfrm>
          <a:custGeom xmlns:a="http://schemas.openxmlformats.org/drawingml/2006/main">
            <a:gdLst>
              <a:gd name="connsiteX0" fmla="*/ 22052 w 44104"/>
              <a:gd name="connsiteY0" fmla="*/ 0 h 276375"/>
              <a:gd name="connsiteX1" fmla="*/ 0 w 44104"/>
              <a:gd name="connsiteY1" fmla="*/ 21919 h 276375"/>
              <a:gd name="connsiteX2" fmla="*/ 0 w 44104"/>
              <a:gd name="connsiteY2" fmla="*/ 254457 h 276375"/>
              <a:gd name="connsiteX3" fmla="*/ 22052 w 44104"/>
              <a:gd name="connsiteY3" fmla="*/ 276376 h 276375"/>
              <a:gd name="connsiteX4" fmla="*/ 44104 w 44104"/>
              <a:gd name="connsiteY4" fmla="*/ 254457 h 276375"/>
              <a:gd name="connsiteX5" fmla="*/ 44104 w 44104"/>
              <a:gd name="connsiteY5" fmla="*/ 21919 h 276375"/>
              <a:gd name="connsiteX6" fmla="*/ 22052 w 44104"/>
              <a:gd name="connsiteY6" fmla="*/ 0 h 276375"/>
            </a:gdLst>
            <a:rect l="l" t="t" r="r" b="b"/>
            <a:pathLst>
              <a:path w="44104" h="276375">
                <a:moveTo>
                  <a:pt x="22052" y="0"/>
                </a:moveTo>
                <a:cubicBezTo>
                  <a:pt x="9873" y="0"/>
                  <a:pt x="0" y="9813"/>
                  <a:pt x="0" y="21919"/>
                </a:cubicBezTo>
                <a:lnTo>
                  <a:pt x="0" y="254457"/>
                </a:lnTo>
                <a:cubicBezTo>
                  <a:pt x="0" y="266563"/>
                  <a:pt x="9873" y="276376"/>
                  <a:pt x="22052" y="276376"/>
                </a:cubicBezTo>
                <a:cubicBezTo>
                  <a:pt x="34231" y="276376"/>
                  <a:pt x="44104" y="266563"/>
                  <a:pt x="44104" y="254457"/>
                </a:cubicBezTo>
                <a:lnTo>
                  <a:pt x="44104" y="21919"/>
                </a:lnTo>
                <a:cubicBezTo>
                  <a:pt x="44104" y="9813"/>
                  <a:pt x="34231" y="0"/>
                  <a:pt x="22052" y="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2" name="Freeform 32">
            <a:extLst xmlns:a="http://schemas.openxmlformats.org/drawingml/2006/main">
              <a:ext uri="{FF2B5EF4-FFF2-40B4-BE49-F238E27FC236}">
                <a16:creationId xmlns:a16="http://schemas.microsoft.com/office/drawing/2014/main" id="{7539BE40-6861-0AFB-E72A-25B2630122C7}"/>
              </a:ext>
            </a:extLst>
          </p:cNvPr>
          <p:cNvSpPr>
            <a:spLocks xmlns:a="http://schemas.openxmlformats.org/drawingml/2006/main" noGrp="1"/>
          </p:cNvSpPr>
          <p:nvPr/>
        </p:nvSpPr>
        <p:spPr>
          <a:xfrm xmlns:a="http://schemas.openxmlformats.org/drawingml/2006/main">
            <a:off x="5924177" y="3079095"/>
            <a:ext cx="52943" cy="180175"/>
          </a:xfrm>
          <a:custGeom xmlns:a="http://schemas.openxmlformats.org/drawingml/2006/main">
            <a:gdLst>
              <a:gd name="connsiteX0" fmla="*/ 44104 w 44104"/>
              <a:gd name="connsiteY0" fmla="*/ 128176 h 150094"/>
              <a:gd name="connsiteX1" fmla="*/ 44104 w 44104"/>
              <a:gd name="connsiteY1" fmla="*/ 21919 h 150094"/>
              <a:gd name="connsiteX2" fmla="*/ 22052 w 44104"/>
              <a:gd name="connsiteY2" fmla="*/ 0 h 150094"/>
              <a:gd name="connsiteX3" fmla="*/ 0 w 44104"/>
              <a:gd name="connsiteY3" fmla="*/ 21919 h 150094"/>
              <a:gd name="connsiteX4" fmla="*/ 0 w 44104"/>
              <a:gd name="connsiteY4" fmla="*/ 128176 h 150094"/>
              <a:gd name="connsiteX5" fmla="*/ 22052 w 44104"/>
              <a:gd name="connsiteY5" fmla="*/ 150094 h 150094"/>
              <a:gd name="connsiteX6" fmla="*/ 44104 w 44104"/>
              <a:gd name="connsiteY6" fmla="*/ 128176 h 150094"/>
            </a:gdLst>
            <a:rect l="l" t="t" r="r" b="b"/>
            <a:pathLst>
              <a:path w="44104" h="150094">
                <a:moveTo>
                  <a:pt x="44104" y="128176"/>
                </a:moveTo>
                <a:lnTo>
                  <a:pt x="44104" y="21919"/>
                </a:lnTo>
                <a:cubicBezTo>
                  <a:pt x="44104" y="9813"/>
                  <a:pt x="34231" y="0"/>
                  <a:pt x="22052" y="0"/>
                </a:cubicBezTo>
                <a:cubicBezTo>
                  <a:pt x="9874" y="0"/>
                  <a:pt x="0" y="9813"/>
                  <a:pt x="0" y="21919"/>
                </a:cubicBezTo>
                <a:lnTo>
                  <a:pt x="0" y="128176"/>
                </a:lnTo>
                <a:cubicBezTo>
                  <a:pt x="0" y="140281"/>
                  <a:pt x="9874" y="150094"/>
                  <a:pt x="22052" y="150094"/>
                </a:cubicBezTo>
                <a:cubicBezTo>
                  <a:pt x="34231" y="150094"/>
                  <a:pt x="44104" y="140281"/>
                  <a:pt x="44104" y="128176"/>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3" name="Freeform 33">
            <a:extLst xmlns:a="http://schemas.openxmlformats.org/drawingml/2006/main">
              <a:ext uri="{FF2B5EF4-FFF2-40B4-BE49-F238E27FC236}">
                <a16:creationId xmlns:a16="http://schemas.microsoft.com/office/drawing/2014/main" id="{8726BE87-6F3D-1887-CD70-E89DF7FE7BFC}"/>
              </a:ext>
            </a:extLst>
          </p:cNvPr>
          <p:cNvSpPr>
            <a:spLocks xmlns:a="http://schemas.openxmlformats.org/drawingml/2006/main" noGrp="1"/>
          </p:cNvSpPr>
          <p:nvPr/>
        </p:nvSpPr>
        <p:spPr>
          <a:xfrm xmlns:a="http://schemas.openxmlformats.org/drawingml/2006/main">
            <a:off x="6069283" y="3151531"/>
            <a:ext cx="52943" cy="107738"/>
          </a:xfrm>
          <a:custGeom xmlns:a="http://schemas.openxmlformats.org/drawingml/2006/main">
            <a:gdLst>
              <a:gd name="connsiteX0" fmla="*/ 22415 w 44104"/>
              <a:gd name="connsiteY0" fmla="*/ 2 h 89751"/>
              <a:gd name="connsiteX1" fmla="*/ 0 w 44104"/>
              <a:gd name="connsiteY1" fmla="*/ 21738 h 89751"/>
              <a:gd name="connsiteX2" fmla="*/ 0 w 44104"/>
              <a:gd name="connsiteY2" fmla="*/ 21921 h 89751"/>
              <a:gd name="connsiteX3" fmla="*/ 0 w 44104"/>
              <a:gd name="connsiteY3" fmla="*/ 67833 h 89751"/>
              <a:gd name="connsiteX4" fmla="*/ 22052 w 44104"/>
              <a:gd name="connsiteY4" fmla="*/ 89752 h 89751"/>
              <a:gd name="connsiteX5" fmla="*/ 44104 w 44104"/>
              <a:gd name="connsiteY5" fmla="*/ 67833 h 89751"/>
              <a:gd name="connsiteX6" fmla="*/ 44104 w 44104"/>
              <a:gd name="connsiteY6" fmla="*/ 21921 h 89751"/>
              <a:gd name="connsiteX7" fmla="*/ 22143 w 44104"/>
              <a:gd name="connsiteY7" fmla="*/ 2 h 89751"/>
            </a:gdLst>
            <a:rect l="l" t="t" r="r" b="b"/>
            <a:pathLst>
              <a:path w="44104" h="89751">
                <a:moveTo>
                  <a:pt x="22415" y="2"/>
                </a:moveTo>
                <a:cubicBezTo>
                  <a:pt x="10191" y="-148"/>
                  <a:pt x="154" y="9584"/>
                  <a:pt x="0" y="21738"/>
                </a:cubicBezTo>
                <a:cubicBezTo>
                  <a:pt x="0" y="21799"/>
                  <a:pt x="0" y="21860"/>
                  <a:pt x="0" y="21921"/>
                </a:cubicBezTo>
                <a:lnTo>
                  <a:pt x="0" y="67833"/>
                </a:lnTo>
                <a:cubicBezTo>
                  <a:pt x="0" y="79939"/>
                  <a:pt x="9874" y="89752"/>
                  <a:pt x="22052" y="89752"/>
                </a:cubicBezTo>
                <a:cubicBezTo>
                  <a:pt x="34231" y="89752"/>
                  <a:pt x="44104" y="79939"/>
                  <a:pt x="44104" y="67833"/>
                </a:cubicBezTo>
                <a:lnTo>
                  <a:pt x="44104" y="21921"/>
                </a:lnTo>
                <a:cubicBezTo>
                  <a:pt x="44104" y="9850"/>
                  <a:pt x="34285" y="51"/>
                  <a:pt x="22143" y="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4" name="Freeform 34">
            <a:extLst xmlns:a="http://schemas.openxmlformats.org/drawingml/2006/main">
              <a:ext uri="{FF2B5EF4-FFF2-40B4-BE49-F238E27FC236}">
                <a16:creationId xmlns:a16="http://schemas.microsoft.com/office/drawing/2014/main" id="{EB3564BA-B2F9-645B-AD4D-30EC3199A221}"/>
              </a:ext>
            </a:extLst>
          </p:cNvPr>
          <p:cNvSpPr>
            <a:spLocks xmlns:a="http://schemas.openxmlformats.org/drawingml/2006/main" noGrp="1"/>
          </p:cNvSpPr>
          <p:nvPr/>
        </p:nvSpPr>
        <p:spPr>
          <a:xfrm xmlns:a="http://schemas.openxmlformats.org/drawingml/2006/main">
            <a:off x="6215310" y="3077407"/>
            <a:ext cx="52946" cy="181863"/>
          </a:xfrm>
          <a:custGeom xmlns:a="http://schemas.openxmlformats.org/drawingml/2006/main">
            <a:gdLst>
              <a:gd name="connsiteX0" fmla="*/ 22009 w 44107"/>
              <a:gd name="connsiteY0" fmla="*/ 151500 h 151500"/>
              <a:gd name="connsiteX1" fmla="*/ 44061 w 44107"/>
              <a:gd name="connsiteY1" fmla="*/ 129582 h 151500"/>
              <a:gd name="connsiteX2" fmla="*/ 44061 w 44107"/>
              <a:gd name="connsiteY2" fmla="*/ 23325 h 151500"/>
              <a:gd name="connsiteX3" fmla="*/ 23470 w 44107"/>
              <a:gd name="connsiteY3" fmla="*/ 46 h 151500"/>
              <a:gd name="connsiteX4" fmla="*/ 48 w 44107"/>
              <a:gd name="connsiteY4" fmla="*/ 20514 h 151500"/>
              <a:gd name="connsiteX5" fmla="*/ 48 w 44107"/>
              <a:gd name="connsiteY5" fmla="*/ 23325 h 151500"/>
              <a:gd name="connsiteX6" fmla="*/ 48 w 44107"/>
              <a:gd name="connsiteY6" fmla="*/ 129582 h 151500"/>
              <a:gd name="connsiteX7" fmla="*/ 21918 w 44107"/>
              <a:gd name="connsiteY7" fmla="*/ 151500 h 151500"/>
              <a:gd name="connsiteX8" fmla="*/ 22009 w 44107"/>
              <a:gd name="connsiteY8" fmla="*/ 151500 h 151500"/>
            </a:gdLst>
            <a:rect l="l" t="t" r="r" b="b"/>
            <a:pathLst>
              <a:path w="44107" h="151500">
                <a:moveTo>
                  <a:pt x="22009" y="151500"/>
                </a:moveTo>
                <a:cubicBezTo>
                  <a:pt x="34188" y="151500"/>
                  <a:pt x="44061" y="141688"/>
                  <a:pt x="44061" y="129582"/>
                </a:cubicBezTo>
                <a:lnTo>
                  <a:pt x="44061" y="23325"/>
                </a:lnTo>
                <a:cubicBezTo>
                  <a:pt x="44841" y="11244"/>
                  <a:pt x="35621" y="822"/>
                  <a:pt x="23470" y="46"/>
                </a:cubicBezTo>
                <a:cubicBezTo>
                  <a:pt x="11319" y="-730"/>
                  <a:pt x="828" y="8434"/>
                  <a:pt x="48" y="20514"/>
                </a:cubicBezTo>
                <a:cubicBezTo>
                  <a:pt x="-16" y="21451"/>
                  <a:pt x="-16" y="22389"/>
                  <a:pt x="48" y="23325"/>
                </a:cubicBezTo>
                <a:lnTo>
                  <a:pt x="48" y="129582"/>
                </a:lnTo>
                <a:cubicBezTo>
                  <a:pt x="-7" y="141637"/>
                  <a:pt x="9785" y="151451"/>
                  <a:pt x="21918" y="151500"/>
                </a:cubicBezTo>
                <a:cubicBezTo>
                  <a:pt x="21945" y="151500"/>
                  <a:pt x="21982" y="151500"/>
                  <a:pt x="22009" y="15150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5" name="Freeform 35">
            <a:extLst xmlns:a="http://schemas.openxmlformats.org/drawingml/2006/main">
              <a:ext uri="{FF2B5EF4-FFF2-40B4-BE49-F238E27FC236}">
                <a16:creationId xmlns:a16="http://schemas.microsoft.com/office/drawing/2014/main" id="{0B4EEF7D-1D1F-7611-2AD6-3168E2EE165C}"/>
              </a:ext>
            </a:extLst>
          </p:cNvPr>
          <p:cNvSpPr>
            <a:spLocks xmlns:a="http://schemas.openxmlformats.org/drawingml/2006/main" noGrp="1"/>
          </p:cNvSpPr>
          <p:nvPr/>
        </p:nvSpPr>
        <p:spPr>
          <a:xfrm xmlns:a="http://schemas.openxmlformats.org/drawingml/2006/main">
            <a:off x="6360959" y="2978332"/>
            <a:ext cx="52948" cy="335140"/>
          </a:xfrm>
          <a:custGeom xmlns:a="http://schemas.openxmlformats.org/drawingml/2006/main">
            <a:gdLst>
              <a:gd name="connsiteX0" fmla="*/ 44061 w 44108"/>
              <a:gd name="connsiteY0" fmla="*/ 255863 h 279187"/>
              <a:gd name="connsiteX1" fmla="*/ 44061 w 44108"/>
              <a:gd name="connsiteY1" fmla="*/ 23325 h 279187"/>
              <a:gd name="connsiteX2" fmla="*/ 23470 w 44108"/>
              <a:gd name="connsiteY2" fmla="*/ 46 h 279187"/>
              <a:gd name="connsiteX3" fmla="*/ 48 w 44108"/>
              <a:gd name="connsiteY3" fmla="*/ 20514 h 279187"/>
              <a:gd name="connsiteX4" fmla="*/ 48 w 44108"/>
              <a:gd name="connsiteY4" fmla="*/ 23325 h 279187"/>
              <a:gd name="connsiteX5" fmla="*/ 48 w 44108"/>
              <a:gd name="connsiteY5" fmla="*/ 255863 h 279187"/>
              <a:gd name="connsiteX6" fmla="*/ 20639 w 44108"/>
              <a:gd name="connsiteY6" fmla="*/ 279142 h 279187"/>
              <a:gd name="connsiteX7" fmla="*/ 44061 w 44108"/>
              <a:gd name="connsiteY7" fmla="*/ 258674 h 279187"/>
              <a:gd name="connsiteX8" fmla="*/ 44061 w 44108"/>
              <a:gd name="connsiteY8" fmla="*/ 255863 h 279187"/>
            </a:gdLst>
            <a:rect l="l" t="t" r="r" b="b"/>
            <a:pathLst>
              <a:path w="44108" h="279187">
                <a:moveTo>
                  <a:pt x="44061" y="255863"/>
                </a:moveTo>
                <a:lnTo>
                  <a:pt x="44061" y="23325"/>
                </a:lnTo>
                <a:cubicBezTo>
                  <a:pt x="44842" y="11244"/>
                  <a:pt x="35621" y="822"/>
                  <a:pt x="23470" y="46"/>
                </a:cubicBezTo>
                <a:cubicBezTo>
                  <a:pt x="11319" y="-730"/>
                  <a:pt x="828" y="8434"/>
                  <a:pt x="48" y="20514"/>
                </a:cubicBezTo>
                <a:cubicBezTo>
                  <a:pt x="-16" y="21450"/>
                  <a:pt x="-16" y="22389"/>
                  <a:pt x="48" y="23325"/>
                </a:cubicBezTo>
                <a:lnTo>
                  <a:pt x="48" y="255863"/>
                </a:lnTo>
                <a:cubicBezTo>
                  <a:pt x="-733" y="267944"/>
                  <a:pt x="8487" y="278366"/>
                  <a:pt x="20639" y="279142"/>
                </a:cubicBezTo>
                <a:cubicBezTo>
                  <a:pt x="32790" y="279919"/>
                  <a:pt x="43281" y="270754"/>
                  <a:pt x="44061" y="258674"/>
                </a:cubicBezTo>
                <a:cubicBezTo>
                  <a:pt x="44125" y="257737"/>
                  <a:pt x="44125" y="256799"/>
                  <a:pt x="44061" y="255863"/>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6" name="Freeform 36">
            <a:extLst xmlns:a="http://schemas.openxmlformats.org/drawingml/2006/main">
              <a:ext uri="{FF2B5EF4-FFF2-40B4-BE49-F238E27FC236}">
                <a16:creationId xmlns:a16="http://schemas.microsoft.com/office/drawing/2014/main" id="{9A55B643-50C9-ECA1-F047-7AF4A01DADB7}"/>
              </a:ext>
            </a:extLst>
          </p:cNvPr>
          <p:cNvSpPr>
            <a:spLocks xmlns:a="http://schemas.openxmlformats.org/drawingml/2006/main" noGrp="1"/>
          </p:cNvSpPr>
          <p:nvPr/>
        </p:nvSpPr>
        <p:spPr>
          <a:xfrm xmlns:a="http://schemas.openxmlformats.org/drawingml/2006/main">
            <a:off x="6506338" y="3078987"/>
            <a:ext cx="53160" cy="180286"/>
          </a:xfrm>
          <a:custGeom xmlns:a="http://schemas.openxmlformats.org/drawingml/2006/main">
            <a:gdLst>
              <a:gd name="connsiteX0" fmla="*/ 21961 w 44285"/>
              <a:gd name="connsiteY0" fmla="*/ 150185 h 150187"/>
              <a:gd name="connsiteX1" fmla="*/ 44286 w 44285"/>
              <a:gd name="connsiteY1" fmla="*/ 128720 h 150187"/>
              <a:gd name="connsiteX2" fmla="*/ 44286 w 44285"/>
              <a:gd name="connsiteY2" fmla="*/ 128266 h 150187"/>
              <a:gd name="connsiteX3" fmla="*/ 44286 w 44285"/>
              <a:gd name="connsiteY3" fmla="*/ 22009 h 150187"/>
              <a:gd name="connsiteX4" fmla="*/ 22143 w 44285"/>
              <a:gd name="connsiteY4" fmla="*/ 0 h 150187"/>
              <a:gd name="connsiteX5" fmla="*/ 0 w 44285"/>
              <a:gd name="connsiteY5" fmla="*/ 22009 h 150187"/>
              <a:gd name="connsiteX6" fmla="*/ 0 w 44285"/>
              <a:gd name="connsiteY6" fmla="*/ 128266 h 150187"/>
              <a:gd name="connsiteX7" fmla="*/ 22052 w 44285"/>
              <a:gd name="connsiteY7" fmla="*/ 150185 h 150187"/>
            </a:gdLst>
            <a:rect l="l" t="t" r="r" b="b"/>
            <a:pathLst>
              <a:path w="44285" h="150187">
                <a:moveTo>
                  <a:pt x="21961" y="150185"/>
                </a:moveTo>
                <a:cubicBezTo>
                  <a:pt x="34086" y="150384"/>
                  <a:pt x="44086" y="140774"/>
                  <a:pt x="44286" y="128720"/>
                </a:cubicBezTo>
                <a:cubicBezTo>
                  <a:pt x="44286" y="128569"/>
                  <a:pt x="44286" y="128417"/>
                  <a:pt x="44286" y="128266"/>
                </a:cubicBezTo>
                <a:lnTo>
                  <a:pt x="44286" y="22009"/>
                </a:lnTo>
                <a:cubicBezTo>
                  <a:pt x="44286" y="9854"/>
                  <a:pt x="34376" y="0"/>
                  <a:pt x="22143" y="0"/>
                </a:cubicBezTo>
                <a:cubicBezTo>
                  <a:pt x="9910" y="0"/>
                  <a:pt x="0" y="9854"/>
                  <a:pt x="0" y="22009"/>
                </a:cubicBezTo>
                <a:lnTo>
                  <a:pt x="0" y="128266"/>
                </a:lnTo>
                <a:cubicBezTo>
                  <a:pt x="0" y="140372"/>
                  <a:pt x="9874" y="150185"/>
                  <a:pt x="22052" y="150185"/>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7" name="Freeform 37">
            <a:extLst xmlns:a="http://schemas.openxmlformats.org/drawingml/2006/main">
              <a:ext uri="{FF2B5EF4-FFF2-40B4-BE49-F238E27FC236}">
                <a16:creationId xmlns:a16="http://schemas.microsoft.com/office/drawing/2014/main" id="{46A6ACD1-E596-9055-243C-B9CF5CFB813D}"/>
              </a:ext>
            </a:extLst>
          </p:cNvPr>
          <p:cNvSpPr>
            <a:spLocks xmlns:a="http://schemas.openxmlformats.org/drawingml/2006/main" noGrp="1"/>
          </p:cNvSpPr>
          <p:nvPr/>
        </p:nvSpPr>
        <p:spPr>
          <a:xfrm xmlns:a="http://schemas.openxmlformats.org/drawingml/2006/main">
            <a:off x="6651932" y="3151534"/>
            <a:ext cx="52946" cy="109425"/>
          </a:xfrm>
          <a:custGeom xmlns:a="http://schemas.openxmlformats.org/drawingml/2006/main">
            <a:gdLst>
              <a:gd name="connsiteX0" fmla="*/ 22007 w 44107"/>
              <a:gd name="connsiteY0" fmla="*/ 0 h 91156"/>
              <a:gd name="connsiteX1" fmla="*/ 46 w 44107"/>
              <a:gd name="connsiteY1" fmla="*/ 21829 h 91156"/>
              <a:gd name="connsiteX2" fmla="*/ 46 w 44107"/>
              <a:gd name="connsiteY2" fmla="*/ 21919 h 91156"/>
              <a:gd name="connsiteX3" fmla="*/ 46 w 44107"/>
              <a:gd name="connsiteY3" fmla="*/ 67831 h 91156"/>
              <a:gd name="connsiteX4" fmla="*/ 20637 w 44107"/>
              <a:gd name="connsiteY4" fmla="*/ 91110 h 91156"/>
              <a:gd name="connsiteX5" fmla="*/ 44059 w 44107"/>
              <a:gd name="connsiteY5" fmla="*/ 70642 h 91156"/>
              <a:gd name="connsiteX6" fmla="*/ 44059 w 44107"/>
              <a:gd name="connsiteY6" fmla="*/ 67831 h 91156"/>
              <a:gd name="connsiteX7" fmla="*/ 44059 w 44107"/>
              <a:gd name="connsiteY7" fmla="*/ 21919 h 91156"/>
              <a:gd name="connsiteX8" fmla="*/ 22007 w 44107"/>
              <a:gd name="connsiteY8" fmla="*/ 0 h 91156"/>
            </a:gdLst>
            <a:rect l="l" t="t" r="r" b="b"/>
            <a:pathLst>
              <a:path w="44107" h="91156">
                <a:moveTo>
                  <a:pt x="22007" y="0"/>
                </a:moveTo>
                <a:cubicBezTo>
                  <a:pt x="9874" y="0"/>
                  <a:pt x="46" y="9773"/>
                  <a:pt x="46" y="21829"/>
                </a:cubicBezTo>
                <a:cubicBezTo>
                  <a:pt x="46" y="21858"/>
                  <a:pt x="46" y="21889"/>
                  <a:pt x="46" y="21919"/>
                </a:cubicBezTo>
                <a:lnTo>
                  <a:pt x="46" y="67831"/>
                </a:lnTo>
                <a:cubicBezTo>
                  <a:pt x="-734" y="79912"/>
                  <a:pt x="8486" y="90334"/>
                  <a:pt x="20637" y="91110"/>
                </a:cubicBezTo>
                <a:cubicBezTo>
                  <a:pt x="32789" y="91887"/>
                  <a:pt x="43279" y="82722"/>
                  <a:pt x="44059" y="70642"/>
                </a:cubicBezTo>
                <a:cubicBezTo>
                  <a:pt x="44123" y="69705"/>
                  <a:pt x="44123" y="68767"/>
                  <a:pt x="44059" y="67831"/>
                </a:cubicBezTo>
                <a:lnTo>
                  <a:pt x="44059" y="21919"/>
                </a:lnTo>
                <a:cubicBezTo>
                  <a:pt x="44059" y="9813"/>
                  <a:pt x="34186" y="0"/>
                  <a:pt x="22007" y="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image" Target="/ppt/media/image.png" Id="R2dfd5e7777944196" /><Relationship Type="http://schemas.openxmlformats.org/officeDocument/2006/relationships/image" Target="/ppt/media/image.svg" Id="R3258f7dfaae14668" /><Relationship Type="http://schemas.openxmlformats.org/officeDocument/2006/relationships/theme" Target="/ppt/slideMasters/theme/theme2.xml" Id="R7f99cc48572c47c6" /><Relationship Type="http://schemas.openxmlformats.org/officeDocument/2006/relationships/slideLayout" Target="/ppt/slideLayouts/slideLayout1.xml" Id="R6349f84c878946b2" /><Relationship Type="http://schemas.openxmlformats.org/officeDocument/2006/relationships/slideLayout" Target="/ppt/slideLayouts/slideLayout2.xml" Id="Rbcb007d29c624640" /><Relationship Type="http://schemas.openxmlformats.org/officeDocument/2006/relationships/slideLayout" Target="/ppt/slideLayouts/slideLayout3.xml" Id="R37da21cfe4d94305" /><Relationship Type="http://schemas.openxmlformats.org/officeDocument/2006/relationships/slideLayout" Target="/ppt/slideLayouts/slideLayout4.xml" Id="Rf8a8c32de4df4dd3" /><Relationship Type="http://schemas.openxmlformats.org/officeDocument/2006/relationships/slideLayout" Target="/ppt/slideLayouts/slideLayout5.xml" Id="R3e16e5fffc614e64" /><Relationship Type="http://schemas.openxmlformats.org/officeDocument/2006/relationships/slideLayout" Target="/ppt/slideLayouts/slideLayout6.xml" Id="R969cb10f48874d8a" /><Relationship Type="http://schemas.openxmlformats.org/officeDocument/2006/relationships/slideLayout" Target="/ppt/slideLayouts/slideLayout7.xml" Id="R9c1481a012804c7c" /><Relationship Type="http://schemas.openxmlformats.org/officeDocument/2006/relationships/slideLayout" Target="/ppt/slideLayouts/slideLayout8.xml" Id="R99b6bc8865184321" /><Relationship Type="http://schemas.openxmlformats.org/officeDocument/2006/relationships/slideLayout" Target="/ppt/slideLayouts/slideLayout9.xml" Id="R0a5ade31932d45c5" /><Relationship Type="http://schemas.openxmlformats.org/officeDocument/2006/relationships/slideLayout" Target="/ppt/slideLayouts/slideLayout10.xml" Id="Recca4053dd0b445f" /><Relationship Type="http://schemas.openxmlformats.org/officeDocument/2006/relationships/slideLayout" Target="/ppt/slideLayouts/slideLayout11.xml" Id="Rb30d8cfa73f14adc" /><Relationship Type="http://schemas.openxmlformats.org/officeDocument/2006/relationships/slideLayout" Target="/ppt/slideLayouts/slideLayout12.xml" Id="R60c3a990b2524be1" /><Relationship Type="http://schemas.openxmlformats.org/officeDocument/2006/relationships/slideLayout" Target="/ppt/slideLayouts/slideLayout13.xml" Id="Re6ac77de3e844bcc" /><Relationship Type="http://schemas.openxmlformats.org/officeDocument/2006/relationships/slideLayout" Target="/ppt/slideLayouts/slideLayout14.xml" Id="Rf60761821fd544d4" /><Relationship Type="http://schemas.openxmlformats.org/officeDocument/2006/relationships/slideLayout" Target="/ppt/slideLayouts/slideLayout15.xml" Id="Ra24afd9f0bae4ae2" /><Relationship Type="http://schemas.openxmlformats.org/officeDocument/2006/relationships/slideLayout" Target="/ppt/slideLayouts/slideLayout16.xml" Id="Rc1fc676d81964533" /><Relationship Type="http://schemas.openxmlformats.org/officeDocument/2006/relationships/slideLayout" Target="/ppt/slideLayouts/slideLayout17.xml" Id="Re3a0ea964a794eba" /><Relationship Type="http://schemas.openxmlformats.org/officeDocument/2006/relationships/slideLayout" Target="/ppt/slideLayouts/slideLayout18.xml" Id="Re6648176d1cc405f" /><Relationship Type="http://schemas.openxmlformats.org/officeDocument/2006/relationships/slideLayout" Target="/ppt/slideLayouts/slideLayout19.xml" Id="R355c67812e9e4b1d" /><Relationship Type="http://schemas.openxmlformats.org/officeDocument/2006/relationships/slideLayout" Target="/ppt/slideLayouts/slideLayout20.xml" Id="Rab05620782cd4966" /><Relationship Type="http://schemas.openxmlformats.org/officeDocument/2006/relationships/slideLayout" Target="/ppt/slideLayouts/slideLayout21.xml" Id="R96dc183ddce348fd" /><Relationship Type="http://schemas.openxmlformats.org/officeDocument/2006/relationships/slideLayout" Target="/ppt/slideLayouts/slideLayout22.xml" Id="R2817bfd3aaaf48a3" /><Relationship Type="http://schemas.openxmlformats.org/officeDocument/2006/relationships/slideLayout" Target="/ppt/slideLayouts/slideLayout23.xml" Id="Ree61441b94974e84" /><Relationship Type="http://schemas.openxmlformats.org/officeDocument/2006/relationships/slideLayout" Target="/ppt/slideLayouts/slideLayout24.xml" Id="Ra4aab906b8d44414" /><Relationship Type="http://schemas.openxmlformats.org/officeDocument/2006/relationships/slideLayout" Target="/ppt/slideLayouts/slideLayout25.xml" Id="R2ec2e0249d1942ed" /><Relationship Type="http://schemas.openxmlformats.org/officeDocument/2006/relationships/slideLayout" Target="/ppt/slideLayouts/slideLayout26.xml" Id="R8c65cc0efa4f4584" /><Relationship Type="http://schemas.openxmlformats.org/officeDocument/2006/relationships/slideLayout" Target="/ppt/slideLayouts/slideLayout27.xml" Id="R52b9660b54a54488" /><Relationship Type="http://schemas.openxmlformats.org/officeDocument/2006/relationships/slideLayout" Target="/ppt/slideLayouts/slideLayout28.xml" Id="R8db56c1ee0074bd9" /><Relationship Type="http://schemas.openxmlformats.org/officeDocument/2006/relationships/slideLayout" Target="/ppt/slideLayouts/slideLayout29.xml" Id="Ra941f0648bda42e2" /><Relationship Type="http://schemas.openxmlformats.org/officeDocument/2006/relationships/slideLayout" Target="/ppt/slideLayouts/slideLayout30.xml" Id="R8b51aaa20e7b4aa3" /><Relationship Type="http://schemas.openxmlformats.org/officeDocument/2006/relationships/slideLayout" Target="/ppt/slideLayouts/slideLayout31.xml" Id="Rc289d98332084c1d" /><Relationship Type="http://schemas.openxmlformats.org/officeDocument/2006/relationships/slideLayout" Target="/ppt/slideLayouts/slideLayout32.xml" Id="R60f1a2a6e5c14e58" /><Relationship Type="http://schemas.openxmlformats.org/officeDocument/2006/relationships/slideLayout" Target="/ppt/slideLayouts/slideLayout33.xml" Id="R4d2b6d0084e6405e" /><Relationship Type="http://schemas.openxmlformats.org/officeDocument/2006/relationships/slideLayout" Target="/ppt/slideLayouts/slideLayout34.xml" Id="R935d94f25307460b" /><Relationship Type="http://schemas.openxmlformats.org/officeDocument/2006/relationships/slideLayout" Target="/ppt/slideLayouts/slideLayout35.xml" Id="Rdf7f482ee59b44f0" /><Relationship Type="http://schemas.openxmlformats.org/officeDocument/2006/relationships/slideLayout" Target="/ppt/slideLayouts/slideLayout36.xml" Id="R379dab5ba399442b" /><Relationship Type="http://schemas.openxmlformats.org/officeDocument/2006/relationships/slideLayout" Target="/ppt/slideLayouts/slideLayout37.xml" Id="R9e021a110caf4e44" /><Relationship Type="http://schemas.openxmlformats.org/officeDocument/2006/relationships/slideLayout" Target="/ppt/slideLayouts/slideLayout38.xml" Id="Rbc9344ed71ac4a17" /><Relationship Type="http://schemas.openxmlformats.org/officeDocument/2006/relationships/slideLayout" Target="/ppt/slideLayouts/slideLayout39.xml" Id="Rb417250898ff458d" /><Relationship Type="http://schemas.openxmlformats.org/officeDocument/2006/relationships/slideLayout" Target="/ppt/slideLayouts/slideLayout40.xml" Id="R5543c7bdfbb14e71" /><Relationship Type="http://schemas.openxmlformats.org/officeDocument/2006/relationships/slideLayout" Target="/ppt/slideLayouts/slideLayout41.xml" Id="R132e638afa4b478f" /><Relationship Type="http://schemas.openxmlformats.org/officeDocument/2006/relationships/slideLayout" Target="/ppt/slideLayouts/slideLayout42.xml" Id="Rd05583b1f05a42d3" /><Relationship Type="http://schemas.openxmlformats.org/officeDocument/2006/relationships/slideLayout" Target="/ppt/slideLayouts/slideLayout43.xml" Id="Rc70c32e320d9476d" /><Relationship Type="http://schemas.openxmlformats.org/officeDocument/2006/relationships/slideLayout" Target="/ppt/slideLayouts/slideLayout44.xml" Id="R487a527115974bff" /><Relationship Type="http://schemas.openxmlformats.org/officeDocument/2006/relationships/slideLayout" Target="/ppt/slideLayouts/slideLayout45.xml" Id="R55e7c1c7cbd64edc" /><Relationship Type="http://schemas.openxmlformats.org/officeDocument/2006/relationships/slideLayout" Target="/ppt/slideLayouts/slideLayout46.xml" Id="R209e88da55134483" /><Relationship Type="http://schemas.openxmlformats.org/officeDocument/2006/relationships/slideLayout" Target="/ppt/slideLayouts/slideLayout47.xml" Id="R05fcea5771434a02" /><Relationship Type="http://schemas.openxmlformats.org/officeDocument/2006/relationships/slideLayout" Target="/ppt/slideLayouts/slideLayout48.xml" Id="Rdf7cf02bfbc44bc6" /><Relationship Type="http://schemas.openxmlformats.org/officeDocument/2006/relationships/slideLayout" Target="/ppt/slideLayouts/slideLayout49.xml" Id="R990e2eb0382c46b8" /><Relationship Type="http://schemas.openxmlformats.org/officeDocument/2006/relationships/slideLayout" Target="/ppt/slideLayouts/slideLayout50.xml" Id="R211f967604da4dcc" /><Relationship Type="http://schemas.openxmlformats.org/officeDocument/2006/relationships/slideLayout" Target="/ppt/slideLayouts/slideLayout51.xml" Id="Rc83566562ef54b0a" /><Relationship Type="http://schemas.openxmlformats.org/officeDocument/2006/relationships/slideLayout" Target="/ppt/slideLayouts/slideLayout52.xml" Id="R8aedea82da424121" /><Relationship Type="http://schemas.openxmlformats.org/officeDocument/2006/relationships/slideLayout" Target="/ppt/slideLayouts/slideLayout53.xml" Id="R10039c69d42f4065" /><Relationship Type="http://schemas.openxmlformats.org/officeDocument/2006/relationships/slideLayout" Target="/ppt/slideLayouts/slideLayout54.xml" Id="R08a776d608f44acc" /><Relationship Type="http://schemas.openxmlformats.org/officeDocument/2006/relationships/slideLayout" Target="/ppt/slideLayouts/slideLayout55.xml" Id="R0439cd071fcb46b4" /><Relationship Type="http://schemas.openxmlformats.org/officeDocument/2006/relationships/slideLayout" Target="/ppt/slideLayouts/slideLayout56.xml" Id="Re7bbf3faa4e243cd" /></Relationships>
</file>

<file path=ppt/slideMasters/slideMaster1.xml><?xml version="1.0" encoding="utf-8"?>
<p:sldMaster xmlns:p="http://schemas.openxmlformats.org/presentationml/2006/main">
  <p:cSld>
    <p:bg>
      <p:bgPr>
        <a:solidFill xmlns:a="http://schemas.openxmlformats.org/drawingml/2006/main">
          <a:schemeClr val="tx1"/>
        </a:solidFill>
      </p:bgPr>
    </p:bg>
    <p:spTree>
      <p:nvGrpSpPr>
        <p:cNvPr id="1" name=""/>
        <p:cNvGrpSpPr/>
        <p:nvPr/>
      </p:nvGrpSpPr>
      <p:grpSpPr>
        <a:xfrm xmlns:a="http://schemas.openxmlformats.org/drawingml/2006/main"/>
      </p:grpSpPr>
      <p:sp>
        <p:nvSpPr>
          <p:cNvPr id="3" name="Title Placeholder 1">
            <a:extLst xmlns:a="http://schemas.openxmlformats.org/drawingml/2006/main">
              <a:ext uri="{FF2B5EF4-FFF2-40B4-BE49-F238E27FC236}">
                <a16:creationId xmlns:a16="http://schemas.microsoft.com/office/drawing/2014/main" id="{F21F2830-F0A3-2EAC-C709-5C928A8C49EF}"/>
              </a:ext>
            </a:extLst>
          </p:cNvPr>
          <p:cNvSpPr>
            <a:spLocks xmlns:a="http://schemas.openxmlformats.org/drawingml/2006/main" noGrp="1"/>
          </p:cNvSpPr>
          <p:nvPr>
            <p:ph type="title" idx="0"/>
          </p:nvPr>
        </p:nvSpPr>
        <p:spPr>
          <a:xfrm xmlns:a="http://schemas.openxmlformats.org/drawingml/2006/main">
            <a:off x="323850" y="298146"/>
            <a:ext cx="11544300" cy="492443"/>
          </a:xfrm>
          <a:prstGeom xmlns:a="http://schemas.openxmlformats.org/drawingml/2006/main" prst="rect">
            <a:avLst/>
          </a:prstGeom>
          <a:noFill xmlns:a="http://schemas.openxmlformats.org/drawingml/2006/main"/>
        </p:spPr>
        <p:txBody>
          <a:bodyPr xmlns:a="http://schemas.openxmlformats.org/drawingml/2006/main" vert="horz" lIns="0" tIns="0" rIns="0" bIns="0" anchor="t">
            <a:noAutofit/>
          </a:bodyPr>
          <a:lstStyle xmlns:a="http://schemas.openxmlformats.org/drawingml/2006/main"/>
          <a:p xmlns:a="http://schemas.openxmlformats.org/drawingml/2006/main">
            <a:r>
              <a:t>Click to edit Master title style</a:t>
            </a:r>
          </a:p>
        </p:txBody>
      </p:sp>
      <p:sp>
        <p:nvSpPr>
          <p:cNvPr id="7" name="Text Placeholder 2">
            <a:extLst xmlns:a="http://schemas.openxmlformats.org/drawingml/2006/main">
              <a:ext uri="{FF2B5EF4-FFF2-40B4-BE49-F238E27FC236}">
                <a16:creationId xmlns:a16="http://schemas.microsoft.com/office/drawing/2014/main" id="{455BE63C-8C0C-FC75-3DF2-F8F96A3C87BE}"/>
              </a:ext>
            </a:extLst>
          </p:cNvPr>
          <p:cNvSpPr>
            <a:spLocks xmlns:a="http://schemas.openxmlformats.org/drawingml/2006/main" noGrp="1"/>
          </p:cNvSpPr>
          <p:nvPr>
            <p:ph type="body" idx="1"/>
          </p:nvPr>
        </p:nvSpPr>
        <p:spPr>
          <a:xfrm xmlns:a="http://schemas.openxmlformats.org/drawingml/2006/main">
            <a:off x="323754" y="1244599"/>
            <a:ext cx="11544396" cy="4835321"/>
          </a:xfrm>
          <a:prstGeom xmlns:a="http://schemas.openxmlformats.org/drawingml/2006/main" prst="rect">
            <a:avLst/>
          </a:prstGeom>
          <a:noFill xmlns:a="http://schemas.openxmlformats.org/drawingml/2006/main"/>
        </p:spPr>
        <p:txBody>
          <a:bodyPr xmlns:a="http://schemas.openxmlformats.org/drawingml/2006/main" vert="horz" lIns="0" tIns="0" rIns="0" bIns="0">
            <a:no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Rectangle 4">
            <a:extLst xmlns:a="http://schemas.openxmlformats.org/drawingml/2006/main">
              <a:ext uri="{FF2B5EF4-FFF2-40B4-BE49-F238E27FC236}">
                <a16:creationId xmlns:a16="http://schemas.microsoft.com/office/drawing/2014/main" id="{239B4362-70A2-3ADC-C4AA-ADA6E4E09C94}"/>
              </a:ext>
            </a:extLst>
          </p:cNvPr>
          <p:cNvSpPr>
            <a:spLocks xmlns:a="http://schemas.openxmlformats.org/drawingml/2006/main" noGrp="1"/>
          </p:cNvSpPr>
          <p:nvPr/>
        </p:nvSpPr>
        <p:spPr>
          <a:xfrm xmlns:a="http://schemas.openxmlformats.org/drawingml/2006/main">
            <a:off x="323850" y="6448930"/>
            <a:ext cx="3285935" cy="409069"/>
          </a:xfrm>
          <a:prstGeom xmlns:a="http://schemas.openxmlformats.org/drawingml/2006/main" prst="rect">
            <a:avLst/>
          </a:prstGeom>
          <a:noFill xmlns:a="http://schemas.openxmlformats.org/drawingml/2006/main"/>
          <a:ln xmlns:a="http://schemas.openxmlformats.org/drawingml/2006/main" w="9525">
            <a:noFill/>
          </a:ln>
        </p:spPr>
        <p:txBody>
          <a:bodyPr xmlns:a="http://schemas.openxmlformats.org/drawingml/2006/main" wrap="square" lIns="0" tIns="0" rIns="0" bIns="0" anchor="t">
            <a:noAutofit/>
          </a:bodyPr>
          <a:lstStyle xmlns:a="http://schemas.openxmlformats.org/drawingml/2006/main"/>
          <a:p xmlns:a="http://schemas.openxmlformats.org/drawingml/2006/main">
            <a:pPr marL="0" marR="0" lvl="0" indent="0" algn="l" defTabSz="814318">
              <a:lnSpc>
                <a:spcPct val="100000"/>
              </a:lnSpc>
              <a:spcBef>
                <a:spcPts val="0"/>
              </a:spcBef>
              <a:spcAft>
                <a:spcPts val="0"/>
              </a:spcAft>
              <a:buClrTx/>
              <a:buSzTx/>
              <a:buFontTx/>
              <a:buNone/>
            </a:pPr>
            <a:r>
              <a:rPr sz="700" b="0" i="0" u="none" cap="none" spc="0">
                <a:ln>
                  <a:noFill/>
                </a:ln>
                <a:solidFill>
                  <a:schemeClr val="bg1"/>
                </a:solidFill>
                <a:latin typeface="+mn-lt"/>
                <a:ea typeface="+mn-lt"/>
                <a:cs typeface="+mn-lt"/>
              </a:rPr>
              <a:t>© 2026 Cisco and/or its affiliates. All rights reserved.</a:t>
            </a:r>
          </a:p>
        </p:txBody>
      </p:sp>
      <p:sp>
        <p:nvSpPr>
          <p:cNvPr id="6" name="Footer Placeholder 5">
            <a:extLst xmlns:a="http://schemas.openxmlformats.org/drawingml/2006/main">
              <a:ext uri="{FF2B5EF4-FFF2-40B4-BE49-F238E27FC236}">
                <a16:creationId xmlns:a16="http://schemas.microsoft.com/office/drawing/2014/main" id="{B042B348-7CFA-9BD7-7FBA-A3E160A67776}"/>
              </a:ext>
            </a:extLst>
          </p:cNvPr>
          <p:cNvSpPr>
            <a:spLocks xmlns:a="http://schemas.openxmlformats.org/drawingml/2006/main" noGrp="1"/>
          </p:cNvSpPr>
          <p:nvPr>
            <p:ph type="ftr" idx="3"/>
          </p:nvPr>
        </p:nvSpPr>
        <p:spPr>
          <a:xfrm xmlns:a="http://schemas.openxmlformats.org/drawingml/2006/main">
            <a:off x="4230688" y="6445885"/>
            <a:ext cx="3727450" cy="411480"/>
          </a:xfrm>
          <a:prstGeom xmlns:a="http://schemas.openxmlformats.org/drawingml/2006/main" prst="rect">
            <a:avLst/>
          </a:prstGeom>
        </p:spPr>
        <p:txBody>
          <a:bodyPr xmlns:a="http://schemas.openxmlformats.org/drawingml/2006/main" vert="horz" lIns="0" tIns="0" rIns="0" bIns="0" anchor="t"/>
          <a:lstStyle xmlns:a="http://schemas.openxmlformats.org/drawingml/2006/main">
            <a:lvl1pPr algn="ctr">
              <a:buNone/>
              <a:defRPr sz="700" b="0" i="0" u="none" kern="1200" cap="none" spc="0" baseline="0">
                <a:ln>
                  <a:noFill/>
                </a:ln>
                <a:solidFill>
                  <a:schemeClr val="bg1"/>
                </a:solidFill>
                <a:latin typeface="+mn-lt"/>
                <a:ea typeface="+mn-lt"/>
                <a:cs typeface="+mn-lt"/>
              </a:defRPr>
            </a:lvl1pPr>
          </a:lstStyle>
          <a:p xmlns:a="http://schemas.openxmlformats.org/drawingml/2006/main">
            <a:pPr defTabSz="814318">
              <a:buNone/>
            </a:pPr>
            <a:r>
              <a:t>Session ID: BRKSEC-XXXX</a:t>
            </a:r>
          </a:p>
        </p:txBody>
      </p:sp>
      <p:sp>
        <p:nvSpPr>
          <p:cNvPr id="2" name="Slide Number Placeholder 1">
            <a:extLst xmlns:a="http://schemas.openxmlformats.org/drawingml/2006/main">
              <a:ext uri="{FF2B5EF4-FFF2-40B4-BE49-F238E27FC236}">
                <a16:creationId xmlns:a16="http://schemas.microsoft.com/office/drawing/2014/main" id="{10ECAE8E-F596-3416-3914-B7C065191A87}"/>
              </a:ext>
            </a:extLst>
          </p:cNvPr>
          <p:cNvSpPr>
            <a:spLocks xmlns:a="http://schemas.openxmlformats.org/drawingml/2006/main" noGrp="1"/>
          </p:cNvSpPr>
          <p:nvPr>
            <p:ph type="sldNum" idx="4"/>
          </p:nvPr>
        </p:nvSpPr>
        <p:spPr>
          <a:xfrm xmlns:a="http://schemas.openxmlformats.org/drawingml/2006/main">
            <a:off x="9115425" y="6448929"/>
            <a:ext cx="1773238" cy="411480"/>
          </a:xfrm>
          <a:prstGeom xmlns:a="http://schemas.openxmlformats.org/drawingml/2006/main" prst="rect">
            <a:avLst/>
          </a:prstGeom>
        </p:spPr>
        <p:txBody>
          <a:bodyPr xmlns:a="http://schemas.openxmlformats.org/drawingml/2006/main" vert="horz" lIns="0" tIns="0" rIns="0" bIns="0" anchor="t"/>
          <a:lstStyle xmlns:a="http://schemas.openxmlformats.org/drawingml/2006/main">
            <a:lvl1pPr algn="r">
              <a:buNone/>
              <a:defRPr sz="700" b="0" i="0" u="none" kern="1200" cap="none" spc="0" baseline="0">
                <a:ln>
                  <a:noFill/>
                </a:ln>
                <a:solidFill>
                  <a:schemeClr val="bg1"/>
                </a:solidFill>
                <a:latin typeface="+mn-lt"/>
                <a:ea typeface="+mn-lt"/>
                <a:cs typeface="+mn-lt"/>
              </a:defRPr>
            </a:lvl1pPr>
          </a:lstStyle>
          <a:p xmlns:a="http://schemas.openxmlformats.org/drawingml/2006/main">
            <a:fld id="{C3C42FAE-7A31-41D3-A712-51D9B15D0B10}" type="slidenum">
              <a:t>‹#›</a:t>
            </a:fld>
            <a:endParaRPr/>
          </a:p>
        </p:txBody>
      </p:sp>
      <p:pic>
        <p:nvPicPr>
          <p:cNvPr id="16" name="Picture 7"/>
          <p:cNvPicPr>
            <a:picLocks xmlns:a="http://schemas.openxmlformats.org/drawingml/2006/main" noChangeAspect="1"/>
          </p:cNvPicPr>
          <p:nvPr/>
        </p:nvPicPr>
        <p:blipFill>
          <a:blip xmlns:r="http://schemas.openxmlformats.org/officeDocument/2006/relationships" xmlns:a="http://schemas.openxmlformats.org/drawingml/2006/main" r:embed="R2dfd5e7777944196">
            <a:extLst>
              <a:ext uri="{96DAC541-7B7A-43D3-8B79-37D633B846F1}">
                <asvg:svgBlip xmlns:asvg="http://schemas.microsoft.com/office/drawing/2016/SVG/main" r:embed="R3258f7dfaae14668"/>
              </a:ext>
            </a:extLst>
          </a:blip>
          <a:srcRect xmlns:a="http://schemas.openxmlformats.org/drawingml/2006/main" l="0" t="0" r="0" b="0"/>
          <a:stretch xmlns:a="http://schemas.openxmlformats.org/drawingml/2006/main"/>
        </p:blipFill>
        <p:spPr>
          <a:xfrm xmlns:a="http://schemas.openxmlformats.org/drawingml/2006/main">
            <a:off x="11520088" y="6354445"/>
            <a:ext cx="348061" cy="182880"/>
          </a:xfrm>
          <a:prstGeom xmlns:a="http://schemas.openxmlformats.org/drawingml/2006/main" prst="rect">
            <a:avLst/>
          </a:prstGeom>
        </p:spPr>
      </p:pic>
      <p:sp>
        <p:nvSpPr>
          <p:cNvPr id="8" name="TextBox 7">
            <a:extLst xmlns:a="http://schemas.openxmlformats.org/drawingml/2006/main">
              <a:ext uri="{FF2B5EF4-FFF2-40B4-BE49-F238E27FC236}">
                <a16:creationId xmlns:a16="http://schemas.microsoft.com/office/drawing/2014/main" id="{DCAE3397-B7E0-F9B7-D1AC-C859F3CFC5AF}"/>
              </a:ext>
            </a:extLst>
          </p:cNvPr>
          <p:cNvSpPr>
            <a:spLocks xmlns:a="http://schemas.openxmlformats.org/drawingml/2006/main" noGrp="1"/>
          </p:cNvSpPr>
          <p:nvPr/>
        </p:nvSpPr>
        <p:spPr>
          <a:xfrm xmlns:a="http://schemas.openxmlformats.org/drawingml/2006/main">
            <a:off x="11385550" y="6672580"/>
            <a:ext cx="765175" cy="107722"/>
          </a:xfrm>
          <a:prstGeom xmlns:a="http://schemas.openxmlformats.org/drawingml/2006/main" prst="rect">
            <a:avLst/>
          </a:prstGeom>
        </p:spPr>
        <p:txBody>
          <a:bodyPr xmlns:a="http://schemas.openxmlformats.org/drawingml/2006/main" lIns="0" tIns="0" rIns="0" bIns="0">
            <a:spAutoFit/>
          </a:bodyPr>
          <a:lstStyle xmlns:a="http://schemas.openxmlformats.org/drawingml/2006/main"/>
          <a:p xmlns:a="http://schemas.openxmlformats.org/drawingml/2006/main">
            <a:pPr algn="l">
              <a:buNone/>
            </a:pPr>
            <a:r>
              <a:rPr sz="700">
                <a:solidFill>
                  <a:schemeClr val="bg2"/>
                </a:solidFill>
                <a:latin typeface="Calibri"/>
                <a:ea typeface="Calibri"/>
                <a:cs typeface="Calibri"/>
              </a:rPr>
              <a:t>Cisco Confidential</a:t>
            </a:r>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6349f84c878946b2"/>
    <p:sldLayoutId xmlns:r="http://schemas.openxmlformats.org/officeDocument/2006/relationships" id="2147483650" r:id="Rbcb007d29c624640"/>
    <p:sldLayoutId xmlns:r="http://schemas.openxmlformats.org/officeDocument/2006/relationships" id="2147483651" r:id="R37da21cfe4d94305"/>
    <p:sldLayoutId xmlns:r="http://schemas.openxmlformats.org/officeDocument/2006/relationships" id="2147483652" r:id="Rf8a8c32de4df4dd3"/>
    <p:sldLayoutId xmlns:r="http://schemas.openxmlformats.org/officeDocument/2006/relationships" id="2147483653" r:id="R3e16e5fffc614e64"/>
    <p:sldLayoutId xmlns:r="http://schemas.openxmlformats.org/officeDocument/2006/relationships" id="2147483654" r:id="R969cb10f48874d8a"/>
    <p:sldLayoutId xmlns:r="http://schemas.openxmlformats.org/officeDocument/2006/relationships" id="2147483655" r:id="R9c1481a012804c7c"/>
    <p:sldLayoutId xmlns:r="http://schemas.openxmlformats.org/officeDocument/2006/relationships" id="2147483656" r:id="R99b6bc8865184321"/>
    <p:sldLayoutId xmlns:r="http://schemas.openxmlformats.org/officeDocument/2006/relationships" id="2147483657" r:id="R0a5ade31932d45c5"/>
    <p:sldLayoutId xmlns:r="http://schemas.openxmlformats.org/officeDocument/2006/relationships" id="2147483658" r:id="Recca4053dd0b445f"/>
    <p:sldLayoutId xmlns:r="http://schemas.openxmlformats.org/officeDocument/2006/relationships" id="2147483659" r:id="Rb30d8cfa73f14adc"/>
    <p:sldLayoutId xmlns:r="http://schemas.openxmlformats.org/officeDocument/2006/relationships" id="2147483660" r:id="R60c3a990b2524be1"/>
    <p:sldLayoutId xmlns:r="http://schemas.openxmlformats.org/officeDocument/2006/relationships" id="2147483661" r:id="Re6ac77de3e844bcc"/>
    <p:sldLayoutId xmlns:r="http://schemas.openxmlformats.org/officeDocument/2006/relationships" id="2147483662" r:id="Rf60761821fd544d4"/>
    <p:sldLayoutId xmlns:r="http://schemas.openxmlformats.org/officeDocument/2006/relationships" id="2147483663" r:id="Ra24afd9f0bae4ae2"/>
    <p:sldLayoutId xmlns:r="http://schemas.openxmlformats.org/officeDocument/2006/relationships" id="2147483664" r:id="Rc1fc676d81964533"/>
    <p:sldLayoutId xmlns:r="http://schemas.openxmlformats.org/officeDocument/2006/relationships" id="2147483665" r:id="Re3a0ea964a794eba"/>
    <p:sldLayoutId xmlns:r="http://schemas.openxmlformats.org/officeDocument/2006/relationships" id="2147483666" r:id="Re6648176d1cc405f"/>
    <p:sldLayoutId xmlns:r="http://schemas.openxmlformats.org/officeDocument/2006/relationships" id="2147483667" r:id="R355c67812e9e4b1d"/>
    <p:sldLayoutId xmlns:r="http://schemas.openxmlformats.org/officeDocument/2006/relationships" id="2147483668" r:id="Rab05620782cd4966"/>
    <p:sldLayoutId xmlns:r="http://schemas.openxmlformats.org/officeDocument/2006/relationships" id="2147483669" r:id="R96dc183ddce348fd"/>
    <p:sldLayoutId xmlns:r="http://schemas.openxmlformats.org/officeDocument/2006/relationships" id="2147483670" r:id="R2817bfd3aaaf48a3"/>
    <p:sldLayoutId xmlns:r="http://schemas.openxmlformats.org/officeDocument/2006/relationships" id="2147483671" r:id="Ree61441b94974e84"/>
    <p:sldLayoutId xmlns:r="http://schemas.openxmlformats.org/officeDocument/2006/relationships" id="2147483672" r:id="Ra4aab906b8d44414"/>
    <p:sldLayoutId xmlns:r="http://schemas.openxmlformats.org/officeDocument/2006/relationships" id="2147483673" r:id="R2ec2e0249d1942ed"/>
    <p:sldLayoutId xmlns:r="http://schemas.openxmlformats.org/officeDocument/2006/relationships" id="2147483674" r:id="R8c65cc0efa4f4584"/>
    <p:sldLayoutId xmlns:r="http://schemas.openxmlformats.org/officeDocument/2006/relationships" id="2147483675" r:id="R52b9660b54a54488"/>
    <p:sldLayoutId xmlns:r="http://schemas.openxmlformats.org/officeDocument/2006/relationships" id="2147483676" r:id="R8db56c1ee0074bd9"/>
    <p:sldLayoutId xmlns:r="http://schemas.openxmlformats.org/officeDocument/2006/relationships" id="2147483677" r:id="Ra941f0648bda42e2"/>
    <p:sldLayoutId xmlns:r="http://schemas.openxmlformats.org/officeDocument/2006/relationships" id="2147483678" r:id="R8b51aaa20e7b4aa3"/>
    <p:sldLayoutId xmlns:r="http://schemas.openxmlformats.org/officeDocument/2006/relationships" id="2147483679" r:id="Rc289d98332084c1d"/>
    <p:sldLayoutId xmlns:r="http://schemas.openxmlformats.org/officeDocument/2006/relationships" id="2147483680" r:id="R60f1a2a6e5c14e58"/>
    <p:sldLayoutId xmlns:r="http://schemas.openxmlformats.org/officeDocument/2006/relationships" id="2147483681" r:id="R4d2b6d0084e6405e"/>
    <p:sldLayoutId xmlns:r="http://schemas.openxmlformats.org/officeDocument/2006/relationships" id="2147483682" r:id="R935d94f25307460b"/>
    <p:sldLayoutId xmlns:r="http://schemas.openxmlformats.org/officeDocument/2006/relationships" id="2147483683" r:id="Rdf7f482ee59b44f0"/>
    <p:sldLayoutId xmlns:r="http://schemas.openxmlformats.org/officeDocument/2006/relationships" id="2147483684" r:id="R379dab5ba399442b"/>
    <p:sldLayoutId xmlns:r="http://schemas.openxmlformats.org/officeDocument/2006/relationships" id="2147483685" r:id="R9e021a110caf4e44"/>
    <p:sldLayoutId xmlns:r="http://schemas.openxmlformats.org/officeDocument/2006/relationships" id="2147483686" r:id="Rbc9344ed71ac4a17"/>
    <p:sldLayoutId xmlns:r="http://schemas.openxmlformats.org/officeDocument/2006/relationships" id="2147483687" r:id="Rb417250898ff458d"/>
    <p:sldLayoutId xmlns:r="http://schemas.openxmlformats.org/officeDocument/2006/relationships" id="2147483688" r:id="R5543c7bdfbb14e71"/>
    <p:sldLayoutId xmlns:r="http://schemas.openxmlformats.org/officeDocument/2006/relationships" id="2147483689" r:id="R132e638afa4b478f"/>
    <p:sldLayoutId xmlns:r="http://schemas.openxmlformats.org/officeDocument/2006/relationships" id="2147483690" r:id="Rd05583b1f05a42d3"/>
    <p:sldLayoutId xmlns:r="http://schemas.openxmlformats.org/officeDocument/2006/relationships" id="2147483691" r:id="Rc70c32e320d9476d"/>
    <p:sldLayoutId xmlns:r="http://schemas.openxmlformats.org/officeDocument/2006/relationships" id="2147483692" r:id="R487a527115974bff"/>
    <p:sldLayoutId xmlns:r="http://schemas.openxmlformats.org/officeDocument/2006/relationships" id="2147483693" r:id="R55e7c1c7cbd64edc"/>
    <p:sldLayoutId xmlns:r="http://schemas.openxmlformats.org/officeDocument/2006/relationships" id="2147483694" r:id="R209e88da55134483"/>
    <p:sldLayoutId xmlns:r="http://schemas.openxmlformats.org/officeDocument/2006/relationships" id="2147483695" r:id="R05fcea5771434a02"/>
    <p:sldLayoutId xmlns:r="http://schemas.openxmlformats.org/officeDocument/2006/relationships" id="2147483696" r:id="Rdf7cf02bfbc44bc6"/>
    <p:sldLayoutId xmlns:r="http://schemas.openxmlformats.org/officeDocument/2006/relationships" id="2147483697" r:id="R990e2eb0382c46b8"/>
    <p:sldLayoutId xmlns:r="http://schemas.openxmlformats.org/officeDocument/2006/relationships" id="2147483698" r:id="R211f967604da4dcc"/>
    <p:sldLayoutId xmlns:r="http://schemas.openxmlformats.org/officeDocument/2006/relationships" id="2147483699" r:id="Rc83566562ef54b0a"/>
    <p:sldLayoutId xmlns:r="http://schemas.openxmlformats.org/officeDocument/2006/relationships" id="2147483700" r:id="R8aedea82da424121"/>
    <p:sldLayoutId xmlns:r="http://schemas.openxmlformats.org/officeDocument/2006/relationships" id="2147483701" r:id="R10039c69d42f4065"/>
    <p:sldLayoutId xmlns:r="http://schemas.openxmlformats.org/officeDocument/2006/relationships" id="2147483702" r:id="R08a776d608f44acc"/>
    <p:sldLayoutId xmlns:r="http://schemas.openxmlformats.org/officeDocument/2006/relationships" id="2147483703" r:id="R0439cd071fcb46b4"/>
    <p:sldLayoutId xmlns:r="http://schemas.openxmlformats.org/officeDocument/2006/relationships" id="2147483704" r:id="Re7bbf3faa4e243cd"/>
  </p:sldLayoutIdLst>
  <p:hf sldNum="0" hdr="0" ftr="0" dt="0"/>
  <p:txStyles>
    <p:titleStyle>
      <a:lvl1pPr xmlns:a="http://schemas.openxmlformats.org/drawingml/2006/main" marL="0" indent="0" algn="l" defTabSz="912276">
        <a:lnSpc>
          <a:spcPct val="90000"/>
        </a:lnSpc>
        <a:spcBef>
          <a:spcPct val="0"/>
        </a:spcBef>
        <a:spcAft>
          <a:spcPct val="0"/>
        </a:spcAft>
        <a:buClrTx/>
        <a:buSzPct val="70000"/>
        <a:buFont typeface="Arial"/>
        <a:buNone/>
        <a:defRPr sz="3200" b="0" i="0" u="none" kern="1200">
          <a:solidFill>
            <a:schemeClr val="bg1"/>
          </a:solidFill>
          <a:latin typeface="+mj-lt"/>
          <a:ea typeface="+mj-lt"/>
          <a:cs typeface="+mj-lt"/>
        </a:defRPr>
      </a:lvl1pPr>
      <a:lvl2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2pPr>
      <a:lvl3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3pPr>
      <a:lvl4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4pPr>
      <a:lvl5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5pPr>
      <a:lvl6pPr xmlns:a="http://schemas.openxmlformats.org/drawingml/2006/main" marL="609595" algn="l" defTabSz="912276">
        <a:lnSpc>
          <a:spcPct val="80000"/>
        </a:lnSpc>
        <a:spcBef>
          <a:spcPct val="0"/>
        </a:spcBef>
        <a:spcAft>
          <a:spcPct val="0"/>
        </a:spcAft>
        <a:buNone/>
        <a:defRPr sz="4267">
          <a:solidFill>
            <a:srgbClr val="676767"/>
          </a:solidFill>
          <a:latin typeface="Arial"/>
          <a:ea typeface="Arial"/>
          <a:cs typeface="Arial"/>
        </a:defRPr>
      </a:lvl6pPr>
      <a:lvl7pPr xmlns:a="http://schemas.openxmlformats.org/drawingml/2006/main" marL="1219190" algn="l" defTabSz="912276">
        <a:lnSpc>
          <a:spcPct val="80000"/>
        </a:lnSpc>
        <a:spcBef>
          <a:spcPct val="0"/>
        </a:spcBef>
        <a:spcAft>
          <a:spcPct val="0"/>
        </a:spcAft>
        <a:buNone/>
        <a:defRPr sz="4267">
          <a:solidFill>
            <a:srgbClr val="676767"/>
          </a:solidFill>
          <a:latin typeface="Arial"/>
          <a:ea typeface="Arial"/>
          <a:cs typeface="Arial"/>
        </a:defRPr>
      </a:lvl7pPr>
      <a:lvl8pPr xmlns:a="http://schemas.openxmlformats.org/drawingml/2006/main" marL="1828785" algn="l" defTabSz="912276">
        <a:lnSpc>
          <a:spcPct val="80000"/>
        </a:lnSpc>
        <a:spcBef>
          <a:spcPct val="0"/>
        </a:spcBef>
        <a:spcAft>
          <a:spcPct val="0"/>
        </a:spcAft>
        <a:buNone/>
        <a:defRPr sz="4267">
          <a:solidFill>
            <a:srgbClr val="676767"/>
          </a:solidFill>
          <a:latin typeface="Arial"/>
          <a:ea typeface="Arial"/>
          <a:cs typeface="Arial"/>
        </a:defRPr>
      </a:lvl8pPr>
      <a:lvl9pPr xmlns:a="http://schemas.openxmlformats.org/drawingml/2006/main" marL="2438379" algn="l" defTabSz="912276">
        <a:lnSpc>
          <a:spcPct val="80000"/>
        </a:lnSpc>
        <a:spcBef>
          <a:spcPct val="0"/>
        </a:spcBef>
        <a:spcAft>
          <a:spcPct val="0"/>
        </a:spcAft>
        <a:buNone/>
        <a:defRPr sz="4267">
          <a:solidFill>
            <a:srgbClr val="676767"/>
          </a:solidFill>
          <a:latin typeface="Arial"/>
          <a:ea typeface="Arial"/>
          <a:cs typeface="Arial"/>
        </a:defRPr>
      </a:lvl9pPr>
    </p:titleStyle>
    <p:bodyStyle>
      <a:lvl1pPr xmlns:a="http://schemas.openxmlformats.org/drawingml/2006/main" marL="182880" indent="-182880" algn="l" defTabSz="912276">
        <a:lnSpc>
          <a:spcPct val="100000"/>
        </a:lnSpc>
        <a:spcBef>
          <a:spcPts val="0"/>
        </a:spcBef>
        <a:spcAft>
          <a:spcPts val="1000"/>
        </a:spcAft>
        <a:buClr>
          <a:schemeClr val="bg1"/>
        </a:buClr>
        <a:buSzPct val="100000"/>
        <a:buFont typeface="Arial"/>
        <a:buChar char="•"/>
        <a:defRPr sz="2000" kern="1200">
          <a:solidFill>
            <a:schemeClr val="bg1"/>
          </a:solidFill>
          <a:latin typeface="+mn-lt"/>
          <a:ea typeface="+mn-lt"/>
          <a:cs typeface="+mn-lt"/>
        </a:defRPr>
      </a:lvl1pPr>
      <a:lvl2pPr xmlns:a="http://schemas.openxmlformats.org/drawingml/2006/main" marL="365760" indent="-182880" algn="l" defTabSz="912276">
        <a:lnSpc>
          <a:spcPct val="100000"/>
        </a:lnSpc>
        <a:spcBef>
          <a:spcPts val="0"/>
        </a:spcBef>
        <a:spcAft>
          <a:spcPts val="1000"/>
        </a:spcAft>
        <a:buClr>
          <a:schemeClr val="bg1"/>
        </a:buClr>
        <a:buSzPct val="100000"/>
        <a:buFont typeface="Arial"/>
        <a:buChar char="•"/>
        <a:defRPr sz="1800" kern="1200">
          <a:solidFill>
            <a:schemeClr val="bg1"/>
          </a:solidFill>
          <a:latin typeface="+mn-lt"/>
          <a:ea typeface="+mn-lt"/>
          <a:cs typeface="+mn-lt"/>
        </a:defRPr>
      </a:lvl2pPr>
      <a:lvl3pPr xmlns:a="http://schemas.openxmlformats.org/drawingml/2006/main" marL="548640" indent="-182880" algn="l" defTabSz="912276">
        <a:lnSpc>
          <a:spcPct val="100000"/>
        </a:lnSpc>
        <a:spcBef>
          <a:spcPts val="0"/>
        </a:spcBef>
        <a:spcAft>
          <a:spcPts val="1000"/>
        </a:spcAft>
        <a:buClr>
          <a:schemeClr val="bg1"/>
        </a:buClr>
        <a:buSzPct val="100000"/>
        <a:buFont typeface="Arial"/>
        <a:buChar char="•"/>
        <a:defRPr sz="1600" kern="1200">
          <a:solidFill>
            <a:schemeClr val="bg1"/>
          </a:solidFill>
          <a:latin typeface="+mn-lt"/>
          <a:ea typeface="+mn-lt"/>
          <a:cs typeface="+mn-lt"/>
        </a:defRPr>
      </a:lvl3pPr>
      <a:lvl4pPr xmlns:a="http://schemas.openxmlformats.org/drawingml/2006/main" marL="731520" indent="-182880" algn="l" defTabSz="912276">
        <a:lnSpc>
          <a:spcPct val="100000"/>
        </a:lnSpc>
        <a:spcBef>
          <a:spcPts val="0"/>
        </a:spcBef>
        <a:spcAft>
          <a:spcPts val="1000"/>
        </a:spcAft>
        <a:buClr>
          <a:schemeClr val="bg1"/>
        </a:buClr>
        <a:buSzPct val="100000"/>
        <a:buFont typeface="Arial"/>
        <a:buChar char="•"/>
        <a:defRPr sz="1400" kern="1200">
          <a:solidFill>
            <a:schemeClr val="bg1"/>
          </a:solidFill>
          <a:latin typeface="+mn-lt"/>
          <a:ea typeface="+mn-lt"/>
          <a:cs typeface="+mn-lt"/>
        </a:defRPr>
      </a:lvl4pPr>
      <a:lvl5pPr xmlns:a="http://schemas.openxmlformats.org/drawingml/2006/main" marL="914400" indent="-182880" algn="l" defTabSz="912276">
        <a:lnSpc>
          <a:spcPct val="100000"/>
        </a:lnSpc>
        <a:spcBef>
          <a:spcPts val="0"/>
        </a:spcBef>
        <a:spcAft>
          <a:spcPts val="1000"/>
        </a:spcAft>
        <a:buClr>
          <a:schemeClr val="bg1"/>
        </a:buClr>
        <a:buSzPct val="100000"/>
        <a:buFont typeface="Arial"/>
        <a:buChar char="•"/>
        <a:defRPr sz="1200" kern="1200">
          <a:solidFill>
            <a:schemeClr val="bg1"/>
          </a:solidFill>
          <a:latin typeface="+mn-lt"/>
          <a:ea typeface="+mn-lt"/>
          <a:cs typeface="+mn-lt"/>
        </a:defRPr>
      </a:lvl5pPr>
      <a:lvl6pPr xmlns:a="http://schemas.openxmlformats.org/drawingml/2006/main" marL="1151798" indent="-228592" algn="l" defTabSz="914362">
        <a:spcBef>
          <a:spcPts val="800"/>
        </a:spcBef>
        <a:buFont typeface="Arial"/>
        <a:buChar char="•"/>
        <a:defRPr sz="1200" kern="1200" baseline="0">
          <a:solidFill>
            <a:schemeClr val="tx1"/>
          </a:solidFill>
          <a:latin typeface="+mn-lt"/>
          <a:ea typeface="+mn-lt"/>
          <a:cs typeface="+mn-lt"/>
        </a:defRPr>
      </a:lvl6pPr>
      <a:lvl7pPr xmlns:a="http://schemas.openxmlformats.org/drawingml/2006/main" marL="1247781" indent="-228561" algn="l" defTabSz="914362">
        <a:spcBef>
          <a:spcPts val="800"/>
        </a:spcBef>
        <a:buFont typeface="Arial"/>
        <a:buChar char="•"/>
        <a:defRPr sz="1067" kern="1200" baseline="0">
          <a:solidFill>
            <a:schemeClr val="tx1"/>
          </a:solidFill>
          <a:latin typeface="+mn-lt"/>
          <a:ea typeface="+mn-lt"/>
          <a:cs typeface="+mn-lt"/>
        </a:defRPr>
      </a:lvl7pPr>
      <a:lvl8pPr xmlns:a="http://schemas.openxmlformats.org/drawingml/2006/main" marL="3200267" indent="0" algn="l" defTabSz="914362">
        <a:spcBef>
          <a:spcPct val="20000"/>
        </a:spcBef>
        <a:buFont typeface="Arial"/>
        <a:buNone/>
        <a:defRPr sz="2000" kern="1200">
          <a:solidFill>
            <a:schemeClr val="tx1"/>
          </a:solidFill>
          <a:latin typeface="+mn-lt"/>
          <a:ea typeface="+mn-lt"/>
          <a:cs typeface="+mn-lt"/>
        </a:defRPr>
      </a:lvl8pPr>
      <a:lvl9pPr xmlns:a="http://schemas.openxmlformats.org/drawingml/2006/main" marL="3886038" indent="-228592" algn="l" defTabSz="914362">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362">
        <a:buNone/>
        <a:defRPr sz="1867" kern="1200">
          <a:solidFill>
            <a:schemeClr val="tx1"/>
          </a:solidFill>
          <a:latin typeface="+mn-lt"/>
          <a:ea typeface="+mn-lt"/>
          <a:cs typeface="+mn-lt"/>
        </a:defRPr>
      </a:lvl1pPr>
      <a:lvl2pPr xmlns:a="http://schemas.openxmlformats.org/drawingml/2006/main" marL="457178" algn="l" defTabSz="914362">
        <a:buNone/>
        <a:defRPr sz="1867" kern="1200">
          <a:solidFill>
            <a:schemeClr val="tx1"/>
          </a:solidFill>
          <a:latin typeface="+mn-lt"/>
          <a:ea typeface="+mn-lt"/>
          <a:cs typeface="+mn-lt"/>
        </a:defRPr>
      </a:lvl2pPr>
      <a:lvl3pPr xmlns:a="http://schemas.openxmlformats.org/drawingml/2006/main" marL="914362" algn="l" defTabSz="914362">
        <a:buNone/>
        <a:defRPr sz="1867" kern="1200">
          <a:solidFill>
            <a:schemeClr val="tx1"/>
          </a:solidFill>
          <a:latin typeface="+mn-lt"/>
          <a:ea typeface="+mn-lt"/>
          <a:cs typeface="+mn-lt"/>
        </a:defRPr>
      </a:lvl3pPr>
      <a:lvl4pPr xmlns:a="http://schemas.openxmlformats.org/drawingml/2006/main" marL="1371542" algn="l" defTabSz="914362">
        <a:buNone/>
        <a:defRPr sz="1867" kern="1200">
          <a:solidFill>
            <a:schemeClr val="tx1"/>
          </a:solidFill>
          <a:latin typeface="+mn-lt"/>
          <a:ea typeface="+mn-lt"/>
          <a:cs typeface="+mn-lt"/>
        </a:defRPr>
      </a:lvl4pPr>
      <a:lvl5pPr xmlns:a="http://schemas.openxmlformats.org/drawingml/2006/main" marL="1828725" algn="l" defTabSz="914362">
        <a:buNone/>
        <a:defRPr sz="1867" kern="1200">
          <a:solidFill>
            <a:schemeClr val="tx1"/>
          </a:solidFill>
          <a:latin typeface="+mn-lt"/>
          <a:ea typeface="+mn-lt"/>
          <a:cs typeface="+mn-lt"/>
        </a:defRPr>
      </a:lvl5pPr>
      <a:lvl6pPr xmlns:a="http://schemas.openxmlformats.org/drawingml/2006/main" marL="2285903" algn="l" defTabSz="914362">
        <a:buNone/>
        <a:defRPr sz="1867" kern="1200">
          <a:solidFill>
            <a:schemeClr val="tx1"/>
          </a:solidFill>
          <a:latin typeface="+mn-lt"/>
          <a:ea typeface="+mn-lt"/>
          <a:cs typeface="+mn-lt"/>
        </a:defRPr>
      </a:lvl6pPr>
      <a:lvl7pPr xmlns:a="http://schemas.openxmlformats.org/drawingml/2006/main" marL="2743086" algn="l" defTabSz="914362">
        <a:buNone/>
        <a:defRPr sz="1867" kern="1200">
          <a:solidFill>
            <a:schemeClr val="tx1"/>
          </a:solidFill>
          <a:latin typeface="+mn-lt"/>
          <a:ea typeface="+mn-lt"/>
          <a:cs typeface="+mn-lt"/>
        </a:defRPr>
      </a:lvl7pPr>
      <a:lvl8pPr xmlns:a="http://schemas.openxmlformats.org/drawingml/2006/main" marL="3200267" algn="l" defTabSz="914362">
        <a:buNone/>
        <a:defRPr sz="1867" kern="1200">
          <a:solidFill>
            <a:schemeClr val="tx1"/>
          </a:solidFill>
          <a:latin typeface="+mn-lt"/>
          <a:ea typeface="+mn-lt"/>
          <a:cs typeface="+mn-lt"/>
        </a:defRPr>
      </a:lvl8pPr>
      <a:lvl9pPr xmlns:a="http://schemas.openxmlformats.org/drawingml/2006/main" marL="3657450" algn="l" defTabSz="914362">
        <a:buNone/>
        <a:defRPr sz="1867" kern="1200">
          <a:solidFill>
            <a:schemeClr val="tx1"/>
          </a:solidFill>
          <a:latin typeface="+mn-lt"/>
          <a:ea typeface="+mn-lt"/>
          <a:cs typeface="+mn-lt"/>
        </a:defRPr>
      </a:lvl9pPr>
    </p:otherStyle>
  </p:txStyles>
  <p:extLst>
    <p:ext uri="{27BBF7A9-308A-43DC-89C8-2F10F3537804}">
      <p15:sldGuideLst xmlns:p15="http://schemas.microsoft.com/office/powerpoint/2012/main">
        <p15:guide id="2" pos="204" userDrawn="1">
          <p15:clr>
            <a:srgbClr xmlns:a="http://schemas.openxmlformats.org/drawingml/2006/main" val="F26B43"/>
          </p15:clr>
        </p15:guide>
        <p15:guide id="3" pos="7476" userDrawn="1">
          <p15:clr>
            <a:srgbClr xmlns:a="http://schemas.openxmlformats.org/drawingml/2006/main" val="F26B43"/>
          </p15:clr>
        </p15:guide>
        <p15:guide id="6" pos="3840" userDrawn="1">
          <p15:clr>
            <a:srgbClr xmlns:a="http://schemas.openxmlformats.org/drawingml/2006/main" val="F26B43"/>
          </p15:clr>
        </p15:guide>
        <p15:guide id="9" orient="horz" pos="3827" userDrawn="1">
          <p15:clr>
            <a:srgbClr xmlns:a="http://schemas.openxmlformats.org/drawingml/2006/main" val="9FCC3B"/>
          </p15:clr>
        </p15:guide>
        <p15:guide id="10" orient="horz" pos="202" userDrawn="1">
          <p15:clr>
            <a:srgbClr xmlns:a="http://schemas.openxmlformats.org/drawingml/2006/main" val="F26B43"/>
          </p15:clr>
        </p15:guide>
        <p15:guide id="11" orient="horz" pos="2160">
          <p15:clr>
            <a:srgbClr xmlns:a="http://schemas.openxmlformats.org/drawingml/2006/main" val="F26B43"/>
          </p15:clr>
        </p15:guide>
        <p15:guide id="12" orient="horz" pos="392" userDrawn="1">
          <p15:clr>
            <a:srgbClr xmlns:a="http://schemas.openxmlformats.org/drawingml/2006/main" val="A4A3A4"/>
          </p15:clr>
        </p15:guide>
        <p15:guide id="13" orient="horz" pos="2552" userDrawn="1">
          <p15:clr>
            <a:srgbClr xmlns:a="http://schemas.openxmlformats.org/drawingml/2006/main" val="A4A3A4"/>
          </p15:clr>
        </p15:guide>
        <p15:guide id="14" orient="horz" pos="600" userDrawn="1">
          <p15:clr>
            <a:srgbClr xmlns:a="http://schemas.openxmlformats.org/drawingml/2006/main" val="A4A3A4"/>
          </p15:clr>
        </p15:guide>
        <p15:guide id="15" orient="horz" pos="1766" userDrawn="1">
          <p15:clr>
            <a:srgbClr xmlns:a="http://schemas.openxmlformats.org/drawingml/2006/main" val="A4A3A4"/>
          </p15:clr>
        </p15:guide>
        <p15:guide id="16" orient="horz" pos="2355" userDrawn="1">
          <p15:clr>
            <a:srgbClr xmlns:a="http://schemas.openxmlformats.org/drawingml/2006/main" val="A4A3A4"/>
          </p15:clr>
        </p15:guide>
        <p15:guide id="18" orient="horz" pos="4118" userDrawn="1">
          <p15:clr>
            <a:srgbClr xmlns:a="http://schemas.openxmlformats.org/drawingml/2006/main" val="F26B43"/>
          </p15:clr>
        </p15:guide>
        <p15:guide id="19" orient="horz" pos="1178" userDrawn="1">
          <p15:clr>
            <a:srgbClr xmlns:a="http://schemas.openxmlformats.org/drawingml/2006/main" val="A4A3A4"/>
          </p15:clr>
        </p15:guide>
        <p15:guide id="20" orient="horz" pos="1374" userDrawn="1">
          <p15:clr>
            <a:srgbClr xmlns:a="http://schemas.openxmlformats.org/drawingml/2006/main" val="A4A3A4"/>
          </p15:clr>
        </p15:guide>
        <p15:guide id="21" orient="horz" pos="1570" userDrawn="1">
          <p15:clr>
            <a:srgbClr xmlns:a="http://schemas.openxmlformats.org/drawingml/2006/main" val="A4A3A4"/>
          </p15:clr>
        </p15:guide>
        <p15:guide id="22" pos="703" userDrawn="1">
          <p15:clr>
            <a:srgbClr xmlns:a="http://schemas.openxmlformats.org/drawingml/2006/main" val="A4A3A4"/>
          </p15:clr>
        </p15:guide>
        <p15:guide id="23" pos="820" userDrawn="1">
          <p15:clr>
            <a:srgbClr xmlns:a="http://schemas.openxmlformats.org/drawingml/2006/main" val="A4A3A4"/>
          </p15:clr>
        </p15:guide>
        <p15:guide id="24" pos="1321" userDrawn="1">
          <p15:clr>
            <a:srgbClr xmlns:a="http://schemas.openxmlformats.org/drawingml/2006/main" val="A4A3A4"/>
          </p15:clr>
        </p15:guide>
        <p15:guide id="25" pos="1435" userDrawn="1">
          <p15:clr>
            <a:srgbClr xmlns:a="http://schemas.openxmlformats.org/drawingml/2006/main" val="A4A3A4"/>
          </p15:clr>
        </p15:guide>
        <p15:guide id="26" pos="1936" userDrawn="1">
          <p15:clr>
            <a:srgbClr xmlns:a="http://schemas.openxmlformats.org/drawingml/2006/main" val="A4A3A4"/>
          </p15:clr>
        </p15:guide>
        <p15:guide id="27" pos="2051" userDrawn="1">
          <p15:clr>
            <a:srgbClr xmlns:a="http://schemas.openxmlformats.org/drawingml/2006/main" val="A4A3A4"/>
          </p15:clr>
        </p15:guide>
        <p15:guide id="28" pos="2551" userDrawn="1">
          <p15:clr>
            <a:srgbClr xmlns:a="http://schemas.openxmlformats.org/drawingml/2006/main" val="A4A3A4"/>
          </p15:clr>
        </p15:guide>
        <p15:guide id="29" pos="2665" userDrawn="1">
          <p15:clr>
            <a:srgbClr xmlns:a="http://schemas.openxmlformats.org/drawingml/2006/main" val="A4A3A4"/>
          </p15:clr>
        </p15:guide>
        <p15:guide id="30" pos="3167" userDrawn="1">
          <p15:clr>
            <a:srgbClr xmlns:a="http://schemas.openxmlformats.org/drawingml/2006/main" val="A4A3A4"/>
          </p15:clr>
        </p15:guide>
        <p15:guide id="31" pos="3281" userDrawn="1">
          <p15:clr>
            <a:srgbClr xmlns:a="http://schemas.openxmlformats.org/drawingml/2006/main" val="A4A3A4"/>
          </p15:clr>
        </p15:guide>
        <p15:guide id="32" pos="3783" userDrawn="1">
          <p15:clr>
            <a:srgbClr xmlns:a="http://schemas.openxmlformats.org/drawingml/2006/main" val="A4A3A4"/>
          </p15:clr>
        </p15:guide>
        <p15:guide id="33" pos="3896" userDrawn="1">
          <p15:clr>
            <a:srgbClr xmlns:a="http://schemas.openxmlformats.org/drawingml/2006/main" val="A4A3A4"/>
          </p15:clr>
        </p15:guide>
        <p15:guide id="34" pos="4397" userDrawn="1">
          <p15:clr>
            <a:srgbClr xmlns:a="http://schemas.openxmlformats.org/drawingml/2006/main" val="A4A3A4"/>
          </p15:clr>
        </p15:guide>
        <p15:guide id="35" pos="4512" userDrawn="1">
          <p15:clr>
            <a:srgbClr xmlns:a="http://schemas.openxmlformats.org/drawingml/2006/main" val="A4A3A4"/>
          </p15:clr>
        </p15:guide>
        <p15:guide id="36" pos="5013" userDrawn="1">
          <p15:clr>
            <a:srgbClr xmlns:a="http://schemas.openxmlformats.org/drawingml/2006/main" val="A4A3A4"/>
          </p15:clr>
        </p15:guide>
        <p15:guide id="37" pos="5128" userDrawn="1">
          <p15:clr>
            <a:srgbClr xmlns:a="http://schemas.openxmlformats.org/drawingml/2006/main" val="A4A3A4"/>
          </p15:clr>
        </p15:guide>
        <p15:guide id="38" pos="5629" userDrawn="1">
          <p15:clr>
            <a:srgbClr xmlns:a="http://schemas.openxmlformats.org/drawingml/2006/main" val="A4A3A4"/>
          </p15:clr>
        </p15:guide>
        <p15:guide id="39" pos="5742" userDrawn="1">
          <p15:clr>
            <a:srgbClr xmlns:a="http://schemas.openxmlformats.org/drawingml/2006/main" val="A4A3A4"/>
          </p15:clr>
        </p15:guide>
        <p15:guide id="40" pos="6244" userDrawn="1">
          <p15:clr>
            <a:srgbClr xmlns:a="http://schemas.openxmlformats.org/drawingml/2006/main" val="A4A3A4"/>
          </p15:clr>
        </p15:guide>
        <p15:guide id="41" pos="6359" userDrawn="1">
          <p15:clr>
            <a:srgbClr xmlns:a="http://schemas.openxmlformats.org/drawingml/2006/main" val="A4A3A4"/>
          </p15:clr>
        </p15:guide>
        <p15:guide id="42" pos="6859" userDrawn="1">
          <p15:clr>
            <a:srgbClr xmlns:a="http://schemas.openxmlformats.org/drawingml/2006/main" val="A4A3A4"/>
          </p15:clr>
        </p15:guide>
        <p15:guide id="43" pos="6975" userDrawn="1">
          <p15:clr>
            <a:srgbClr xmlns:a="http://schemas.openxmlformats.org/drawingml/2006/main" val="A4A3A4"/>
          </p15:clr>
        </p15:guide>
        <p15:guide id="44" orient="horz" pos="784" userDrawn="1">
          <p15:clr>
            <a:srgbClr xmlns:a="http://schemas.openxmlformats.org/drawingml/2006/main" val="A4A3A4"/>
          </p15:clr>
        </p15:guide>
        <p15:guide id="45" orient="horz" pos="980" userDrawn="1">
          <p15:clr>
            <a:srgbClr xmlns:a="http://schemas.openxmlformats.org/drawingml/2006/main" val="A4A3A4"/>
          </p15:clr>
        </p15:guide>
        <p15:guide id="46" orient="horz" pos="1962" userDrawn="1">
          <p15:clr>
            <a:srgbClr xmlns:a="http://schemas.openxmlformats.org/drawingml/2006/main" val="A4A3A4"/>
          </p15:clr>
        </p15:guide>
        <p15:guide id="47" orient="horz" pos="2747" userDrawn="1">
          <p15:clr>
            <a:srgbClr xmlns:a="http://schemas.openxmlformats.org/drawingml/2006/main" val="A4A3A4"/>
          </p15:clr>
        </p15:guide>
        <p15:guide id="48" orient="horz" pos="2945" userDrawn="1">
          <p15:clr>
            <a:srgbClr xmlns:a="http://schemas.openxmlformats.org/drawingml/2006/main" val="A4A3A4"/>
          </p15:clr>
        </p15:guide>
        <p15:guide id="49" orient="horz" pos="3141" userDrawn="1">
          <p15:clr>
            <a:srgbClr xmlns:a="http://schemas.openxmlformats.org/drawingml/2006/main" val="A4A3A4"/>
          </p15:clr>
        </p15:guide>
        <p15:guide id="50" orient="horz" pos="3337" userDrawn="1">
          <p15:clr>
            <a:srgbClr xmlns:a="http://schemas.openxmlformats.org/drawingml/2006/main" val="A4A3A4"/>
          </p15:clr>
        </p15:guide>
        <p15:guide id="51" orient="horz" pos="3535" userDrawn="1">
          <p15:clr>
            <a:srgbClr xmlns:a="http://schemas.openxmlformats.org/drawingml/2006/main" val="A4A3A4"/>
          </p15:clr>
        </p15:guide>
        <p15:guide id="52" orient="horz" pos="3730" userDrawn="1">
          <p15:clr>
            <a:srgbClr xmlns:a="http://schemas.openxmlformats.org/drawingml/2006/main" val="A4A3A4"/>
          </p15:clr>
        </p15:guide>
        <p15:guide id="53" orient="horz" pos="3936" userDrawn="1">
          <p15:clr>
            <a:srgbClr xmlns:a="http://schemas.openxmlformats.org/drawingml/2006/main" val="A4A3A4"/>
          </p15:clr>
        </p15:guide>
        <p15:guide id="54" orient="horz" pos="187" userDrawn="1">
          <p15:clr>
            <a:srgbClr xmlns:a="http://schemas.openxmlformats.org/drawingml/2006/main" val="9FCC3B"/>
          </p15:clr>
        </p15:guide>
        <p15:guide id="55" pos="455" userDrawn="1">
          <p15:clr>
            <a:srgbClr xmlns:a="http://schemas.openxmlformats.org/drawingml/2006/main" val="9FCC3B"/>
          </p15:clr>
        </p15:guide>
        <p15:guide id="56" pos="1069" userDrawn="1">
          <p15:clr>
            <a:srgbClr xmlns:a="http://schemas.openxmlformats.org/drawingml/2006/main" val="9FCC3B"/>
          </p15:clr>
        </p15:guide>
        <p15:guide id="57" pos="1685" userDrawn="1">
          <p15:clr>
            <a:srgbClr xmlns:a="http://schemas.openxmlformats.org/drawingml/2006/main" val="9FCC3B"/>
          </p15:clr>
        </p15:guide>
        <p15:guide id="58" pos="2301" userDrawn="1">
          <p15:clr>
            <a:srgbClr xmlns:a="http://schemas.openxmlformats.org/drawingml/2006/main" val="9FCC3B"/>
          </p15:clr>
        </p15:guide>
        <p15:guide id="59" pos="2915" userDrawn="1">
          <p15:clr>
            <a:srgbClr xmlns:a="http://schemas.openxmlformats.org/drawingml/2006/main" val="9FCC3B"/>
          </p15:clr>
        </p15:guide>
        <p15:guide id="60" pos="3531" userDrawn="1">
          <p15:clr>
            <a:srgbClr xmlns:a="http://schemas.openxmlformats.org/drawingml/2006/main" val="9FCC3B"/>
          </p15:clr>
        </p15:guide>
        <p15:guide id="61" pos="4146" userDrawn="1">
          <p15:clr>
            <a:srgbClr xmlns:a="http://schemas.openxmlformats.org/drawingml/2006/main" val="9FCC3B"/>
          </p15:clr>
        </p15:guide>
        <p15:guide id="62" pos="4762" userDrawn="1">
          <p15:clr>
            <a:srgbClr xmlns:a="http://schemas.openxmlformats.org/drawingml/2006/main" val="9FCC3B"/>
          </p15:clr>
        </p15:guide>
        <p15:guide id="63" pos="5378" userDrawn="1">
          <p15:clr>
            <a:srgbClr xmlns:a="http://schemas.openxmlformats.org/drawingml/2006/main" val="9FCC3B"/>
          </p15:clr>
        </p15:guide>
        <p15:guide id="64" pos="5992" userDrawn="1">
          <p15:clr>
            <a:srgbClr xmlns:a="http://schemas.openxmlformats.org/drawingml/2006/main" val="9FCC3B"/>
          </p15:clr>
        </p15:guide>
        <p15:guide id="65" pos="6609" userDrawn="1">
          <p15:clr>
            <a:srgbClr xmlns:a="http://schemas.openxmlformats.org/drawingml/2006/main" val="9FCC3B"/>
          </p15:clr>
        </p15:guide>
        <p15:guide id="66" pos="7225" userDrawn="1">
          <p15:clr>
            <a:srgbClr xmlns:a="http://schemas.openxmlformats.org/drawingml/2006/main" val="9FCC3B"/>
          </p15:clr>
        </p15:guide>
      </p15:sldGuideLst>
    </p:ext>
  </p:extLst>
</p:sldMaster>
</file>

<file path=ppt/slideMasters/theme/theme2.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cefcd0938e1b4074" /><Relationship Type="http://schemas.openxmlformats.org/officeDocument/2006/relationships/notesSlide" Target="/ppt/notesSlides/notesSlide1.xml" Id="Rc1589d9e476747e2" /></Relationships>
</file>

<file path=ppt/slides/_rels/slide2.xml.rels>&#65279;<?xml version="1.0" encoding="utf-8"?><Relationships xmlns="http://schemas.openxmlformats.org/package/2006/relationships"><Relationship Type="http://schemas.openxmlformats.org/officeDocument/2006/relationships/slideLayout" Target="/ppt/slideLayouts/slideLayout9.xml" Id="R82d246adad284b1f" /><Relationship Type="http://schemas.openxmlformats.org/officeDocument/2006/relationships/notesSlide" Target="/ppt/notesSlides/notesSlide2.xml" Id="Rb6e08cf392884821" /></Relationships>
</file>

<file path=ppt/slides/_rels/slide3.xml.rels>&#65279;<?xml version="1.0" encoding="utf-8"?><Relationships xmlns="http://schemas.openxmlformats.org/package/2006/relationships"><Relationship Type="http://schemas.openxmlformats.org/officeDocument/2006/relationships/slideLayout" Target="/ppt/slideLayouts/slideLayout44.xml" Id="Ra4071eb461f940af" /><Relationship Type="http://schemas.openxmlformats.org/officeDocument/2006/relationships/notesSlide" Target="/ppt/notesSlides/notesSlide3.xml" Id="Ra65800e488d04220" /></Relationships>
</file>

<file path=ppt/slides/_rels/slide4.xml.rels>&#65279;<?xml version="1.0" encoding="utf-8"?><Relationships xmlns="http://schemas.openxmlformats.org/package/2006/relationships"><Relationship Type="http://schemas.openxmlformats.org/officeDocument/2006/relationships/slideLayout" Target="/ppt/slideLayouts/slideLayout44.xml" Id="R5b77ba5e44604b56" /><Relationship Type="http://schemas.openxmlformats.org/officeDocument/2006/relationships/notesSlide" Target="/ppt/notesSlides/notesSlide4.xml" Id="R0e3dba1073864123" /></Relationships>
</file>

<file path=ppt/slides/_rels/slide5.xml.rels>&#65279;<?xml version="1.0" encoding="utf-8"?><Relationships xmlns="http://schemas.openxmlformats.org/package/2006/relationships"><Relationship Type="http://schemas.openxmlformats.org/officeDocument/2006/relationships/slideLayout" Target="/ppt/slideLayouts/slideLayout50.xml" Id="R83fb37f0f2cc4fa6" /><Relationship Type="http://schemas.openxmlformats.org/officeDocument/2006/relationships/notesSlide" Target="/ppt/notesSlides/notesSlide5.xml" Id="R7e86b261d875454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0.xml" Id="R75e5588412a6414f" /><Relationship Type="http://schemas.openxmlformats.org/officeDocument/2006/relationships/notesSlide" Target="/ppt/notesSlides/notesSlide6.xml" Id="R7966b97ce3884bf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0.xml" Id="R3daea594a2a44f4a" /><Relationship Type="http://schemas.openxmlformats.org/officeDocument/2006/relationships/notesSlide" Target="/ppt/notesSlides/notesSlide7.xml" Id="R2f09c72e9eac49c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0.xml" Id="R4fc3203d962c40fa" /><Relationship Type="http://schemas.openxmlformats.org/officeDocument/2006/relationships/notesSlide" Target="/ppt/notesSlides/notesSlide8.xml" Id="R69a4cb3a7bdb403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0.xml" Id="Rbe0eabaf22944f48" /><Relationship Type="http://schemas.openxmlformats.org/officeDocument/2006/relationships/notesSlide" Target="/ppt/notesSlides/notesSlide9.xml" Id="R059e4245137c4a2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50.xml" Id="R07d653369cf8480f" /><Relationship Type="http://schemas.openxmlformats.org/officeDocument/2006/relationships/notesSlide" Target="/ppt/notesSlides/notesSlide10.xml" Id="R7dfe28ee5d67415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0.xml" Id="R67f329949f474372" /><Relationship Type="http://schemas.openxmlformats.org/officeDocument/2006/relationships/notesSlide" Target="/ppt/notesSlides/notesSlide11.xml" Id="R6c2b8d1089d5405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0.xml" Id="Rdc23f2dcca1b447e" /><Relationship Type="http://schemas.openxmlformats.org/officeDocument/2006/relationships/notesSlide" Target="/ppt/notesSlides/notesSlide12.xml" Id="R22ffb2ea08ee405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0.xml" Id="Rc4152f37e2974f4a" /><Relationship Type="http://schemas.openxmlformats.org/officeDocument/2006/relationships/image" Target="/ppt/media/image8.png" Id="Rc2ad2130422345ad" /><Relationship Type="http://schemas.openxmlformats.org/officeDocument/2006/relationships/notesSlide" Target="/ppt/notesSlides/notesSlide13.xml" Id="R1c97cd6705c44503" /><Relationship Id="rIdVideo13" Type="http://schemas.openxmlformats.org/officeDocument/2006/relationships/video" Target="../media/cilium-obi-demo-4-legacy-priority.mp4"/><Relationship Id="rIdMedia13" Type="http://schemas.microsoft.com/office/2007/relationships/media" Target="../media/cilium-obi-demo-4-legacy-priority.mp4"/></Relationships>
</file>

<file path=ppt/slides/_rels/slide14.xml.rels>&#65279;<?xml version="1.0" encoding="utf-8"?><Relationships xmlns="http://schemas.openxmlformats.org/package/2006/relationships"><Relationship Type="http://schemas.openxmlformats.org/officeDocument/2006/relationships/slideLayout" Target="/ppt/slideLayouts/slideLayout50.xml" Id="Red0b14d5c89f45ba" /><Relationship Type="http://schemas.openxmlformats.org/officeDocument/2006/relationships/notesSlide" Target="/ppt/notesSlides/notesSlide14.xml" Id="Ra03a5c6864ad40f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0.xml" Id="R3bda3c5570464921" /><Relationship Type="http://schemas.openxmlformats.org/officeDocument/2006/relationships/notesSlide" Target="/ppt/notesSlides/notesSlide15.xml" Id="R49097f4290aa4d8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0.xml" Id="Re473ea37e31e4ace" /><Relationship Type="http://schemas.openxmlformats.org/officeDocument/2006/relationships/image" Target="/ppt/media/image9.png" Id="Reb8521fd64e44156" /><Relationship Type="http://schemas.openxmlformats.org/officeDocument/2006/relationships/notesSlide" Target="/ppt/notesSlides/notesSlide16.xml" Id="R01f6e327a2874aa6" /><Relationship Id="rIdVideo16" Type="http://schemas.openxmlformats.org/officeDocument/2006/relationships/video" Target="../media/cilium-obi-demo-1-coexistence.mp4"/><Relationship Id="rIdMedia16" Type="http://schemas.microsoft.com/office/2007/relationships/media" Target="../media/cilium-obi-demo-1-coexistence.mp4"/></Relationships>
</file>

<file path=ppt/slides/_rels/slide17.xml.rels>&#65279;<?xml version="1.0" encoding="utf-8"?><Relationships xmlns="http://schemas.openxmlformats.org/package/2006/relationships"><Relationship Type="http://schemas.openxmlformats.org/officeDocument/2006/relationships/slideLayout" Target="/ppt/slideLayouts/slideLayout10.xml" Id="Raec3cf56331a421d" /><Relationship Type="http://schemas.openxmlformats.org/officeDocument/2006/relationships/image" Target="/ppt/media/image10.png" Id="R699d394cf97f435b" /><Relationship Type="http://schemas.openxmlformats.org/officeDocument/2006/relationships/notesSlide" Target="/ppt/notesSlides/notesSlide17.xml" Id="Rf368cdcce6434ae9" /><Relationship Id="rIdVideo17" Type="http://schemas.openxmlformats.org/officeDocument/2006/relationships/video" Target="../media/cilium-obi-demo-2-success.mp4"/><Relationship Id="rIdMedia17" Type="http://schemas.microsoft.com/office/2007/relationships/media" Target="../media/cilium-obi-demo-2-success.mp4"/></Relationships>
</file>

<file path=ppt/slides/_rels/slide18.xml.rels>&#65279;<?xml version="1.0" encoding="utf-8"?><Relationships xmlns="http://schemas.openxmlformats.org/package/2006/relationships"><Relationship Type="http://schemas.openxmlformats.org/officeDocument/2006/relationships/slideLayout" Target="/ppt/slideLayouts/slideLayout10.xml" Id="R0550096dd2e24620" /><Relationship Type="http://schemas.openxmlformats.org/officeDocument/2006/relationships/image" Target="/ppt/media/image11.png" Id="Rcde99a58735d4e01" /><Relationship Type="http://schemas.openxmlformats.org/officeDocument/2006/relationships/notesSlide" Target="/ppt/notesSlides/notesSlide18.xml" Id="R718d6dfbf9e7415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0.xml" Id="R2459783da7aa48d7" /><Relationship Type="http://schemas.openxmlformats.org/officeDocument/2006/relationships/image" Target="/ppt/media/image12.png" Id="Rd12821e0bbc8499b" /><Relationship Type="http://schemas.openxmlformats.org/officeDocument/2006/relationships/notesSlide" Target="/ppt/notesSlides/notesSlide19.xml" Id="R38ed89bde8444ec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0.xml" Id="Rd050318ad5094a83" /><Relationship Type="http://schemas.openxmlformats.org/officeDocument/2006/relationships/image" Target="/ppt/media/image13.png" Id="R02585777b0314c91" /><Relationship Type="http://schemas.openxmlformats.org/officeDocument/2006/relationships/notesSlide" Target="/ppt/notesSlides/notesSlide20.xml" Id="Ra00c8a125e384cf0" /><Relationship Id="rIdVideo20" Type="http://schemas.openxmlformats.org/officeDocument/2006/relationships/video" Target="../media/cilium-obi-demo-3-policy-denial.mp4"/><Relationship Id="rIdMedia20" Type="http://schemas.microsoft.com/office/2007/relationships/media" Target="../media/cilium-obi-demo-3-policy-denial.mp4"/></Relationships>
</file>

<file path=ppt/slides/_rels/slide21.xml.rels>&#65279;<?xml version="1.0" encoding="utf-8"?><Relationships xmlns="http://schemas.openxmlformats.org/package/2006/relationships"><Relationship Type="http://schemas.openxmlformats.org/officeDocument/2006/relationships/slideLayout" Target="/ppt/slideLayouts/slideLayout10.xml" Id="R4977db5ded164a3a" /><Relationship Type="http://schemas.openxmlformats.org/officeDocument/2006/relationships/hyperlink" Target="http://localhost:3000/d/cilium-obi-app-network" TargetMode="External" Id="Re3399a6f8adf4abf" /><Relationship Type="http://schemas.openxmlformats.org/officeDocument/2006/relationships/hyperlink" Target="http://localhost:3000/d/cilium-obi-app-network" TargetMode="External" Id="R026328a40e6b4d8b" /><Relationship Type="http://schemas.openxmlformats.org/officeDocument/2006/relationships/hyperlink" Target="http://localhost:3000/d/cilium-obi-platform" TargetMode="External" Id="Rda40e4837348464f" /><Relationship Type="http://schemas.openxmlformats.org/officeDocument/2006/relationships/hyperlink" Target="http://localhost:3000/d/cilium-obi-platform" TargetMode="External" Id="Rb81ed49a560f4609" /><Relationship Type="http://schemas.openxmlformats.org/officeDocument/2006/relationships/hyperlink" Target="http://localhost:3000/explore" TargetMode="External" Id="Re5aab9699c564a9c" /><Relationship Type="http://schemas.openxmlformats.org/officeDocument/2006/relationships/hyperlink" Target="http://localhost:3000/explore" TargetMode="External" Id="Rcf5a0548b20b4156" /><Relationship Type="http://schemas.openxmlformats.org/officeDocument/2006/relationships/hyperlink" Target="http://localhost:12000/" TargetMode="External" Id="Raf609116ac0440c5" /><Relationship Type="http://schemas.openxmlformats.org/officeDocument/2006/relationships/hyperlink" Target="http://localhost:12000/" TargetMode="External" Id="Rf38db962aa7a4e41" /><Relationship Type="http://schemas.openxmlformats.org/officeDocument/2006/relationships/notesSlide" Target="/ppt/notesSlides/notesSlide21.xml" Id="R41139a293a15468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0.xml" Id="Rbdc41ae9558d4be1" /><Relationship Type="http://schemas.openxmlformats.org/officeDocument/2006/relationships/notesSlide" Target="/ppt/notesSlides/notesSlide22.xml" Id="Re3b84e698a1442f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50.xml" Id="Rd036fe94ee974fd9" /><Relationship Type="http://schemas.openxmlformats.org/officeDocument/2006/relationships/notesSlide" Target="/ppt/notesSlides/notesSlide23.xml" Id="R032bfebdb0514e6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0.xml" Id="R6dda669c912044e8" /><Relationship Type="http://schemas.openxmlformats.org/officeDocument/2006/relationships/notesSlide" Target="/ppt/notesSlides/notesSlide24.xml" Id="Rfc1fbceebe8e443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0.xml" Id="Rddb314a884ca4d18" /><Relationship Type="http://schemas.openxmlformats.org/officeDocument/2006/relationships/notesSlide" Target="/ppt/notesSlides/notesSlide25.xml" Id="R752835729fc2442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0.xml" Id="R0b168819d9714979" /><Relationship Type="http://schemas.openxmlformats.org/officeDocument/2006/relationships/notesSlide" Target="/ppt/notesSlides/notesSlide26.xml" Id="Rede39c3486ff458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50.xml" Id="R261b7d68378e4ed7" /><Relationship Type="http://schemas.openxmlformats.org/officeDocument/2006/relationships/notesSlide" Target="/ppt/notesSlides/notesSlide27.xml" Id="Rf84698456e164fd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0.xml" Id="R7454d9f84fd94725" /><Relationship Type="http://schemas.openxmlformats.org/officeDocument/2006/relationships/notesSlide" Target="/ppt/notesSlides/notesSlide28.xml" Id="R9c8c07e2938945a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0.xml" Id="Re0670456611241df" /><Relationship Type="http://schemas.openxmlformats.org/officeDocument/2006/relationships/notesSlide" Target="/ppt/notesSlides/notesSlide29.xml" Id="R0fb84a1ea5134e3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50.xml" Id="Rf57c9cf6122443e7" /><Relationship Type="http://schemas.openxmlformats.org/officeDocument/2006/relationships/notesSlide" Target="/ppt/notesSlides/notesSlide30.xml" Id="Rbfc3ceff2cdf4eb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50.xml" Id="Rec4d990c0d984d4e" /><Relationship Type="http://schemas.openxmlformats.org/officeDocument/2006/relationships/notesSlide" Target="/ppt/notesSlides/notesSlide31.xml" Id="Re4b313366f4b460b"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0.xml" Id="Ra88aceae23f94308" /><Relationship Type="http://schemas.openxmlformats.org/officeDocument/2006/relationships/notesSlide" Target="/ppt/notesSlides/notesSlide32.xml" Id="Rcd1be721f510410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0.xml" Id="R5ad268ba48ad4a78" /><Relationship Type="http://schemas.openxmlformats.org/officeDocument/2006/relationships/notesSlide" Target="/ppt/notesSlides/notesSlide33.xml" Id="Re7c69f4c81dd47c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0.xml" Id="Rc9c404e1b0024339" /><Relationship Type="http://schemas.openxmlformats.org/officeDocument/2006/relationships/notesSlide" Target="/ppt/notesSlides/notesSlide34.xml" Id="Rc4d2efefe10041a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0.xml" Id="R40782d4e5b6c478a" /><Relationship Type="http://schemas.openxmlformats.org/officeDocument/2006/relationships/notesSlide" Target="/ppt/notesSlides/notesSlide35.xml" Id="Ra276ef3d011d4fd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56.xml" Id="Rfcb39882a5dd448d" /><Relationship Type="http://schemas.openxmlformats.org/officeDocument/2006/relationships/notesSlide" Target="/ppt/notesSlides/notesSlide36.xml" Id="R45d5b4c6e5b34949"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7" name="Title 6">
            <a:extLst xmlns:a="http://schemas.openxmlformats.org/drawingml/2006/main">
              <a:ext uri="{FF2B5EF4-FFF2-40B4-BE49-F238E27FC236}">
                <a16:creationId xmlns:a16="http://schemas.microsoft.com/office/drawing/2014/main" id="{F8E202DE-F0C4-F38B-E5D9-3EDB75497747}"/>
              </a:ext>
            </a:extLst>
          </p:cNvPr>
          <p:cNvSpPr>
            <a:spLocks xmlns:a="http://schemas.openxmlformats.org/drawingml/2006/main" noGrp="1"/>
          </p:cNvSpPr>
          <p:nvPr>
            <p:ph type="title" idx="0"/>
          </p:nvPr>
        </p:nvSpPr>
        <p:spPr>
          <a:xfrm xmlns:a="http://schemas.openxmlformats.org/drawingml/2006/main">
            <a:off x="323850" y="2181225"/>
            <a:ext cx="5204883" cy="1554163"/>
          </a:xfrm>
        </p:spPr>
        <p:txBody>
          <a:bodyPr xmlns:a="http://schemas.openxmlformats.org/drawingml/2006/main"/>
          <a:lstStyle xmlns:a="http://schemas.openxmlformats.org/drawingml/2006/main"/>
          <a:p xmlns:a="http://schemas.openxmlformats.org/drawingml/2006/main">
            <a:r>
              <a:t>Two eBPF Systems,</a:t>
            </a:r>
          </a:p>
          <a:p xmlns:a="http://schemas.openxmlformats.org/drawingml/2006/main">
            <a:r>
              <a:t>One Kubernetes Node</a:t>
            </a:r>
          </a:p>
        </p:txBody>
      </p:sp>
      <p:sp>
        <p:nvSpPr>
          <p:cNvPr id="11" name="Text Placeholder 10">
            <a:extLst xmlns:a="http://schemas.openxmlformats.org/drawingml/2006/main">
              <a:ext uri="{FF2B5EF4-FFF2-40B4-BE49-F238E27FC236}">
                <a16:creationId xmlns:a16="http://schemas.microsoft.com/office/drawing/2014/main" id="{BF2F44CF-ACFF-5B47-1E65-5DC0E344BBF1}"/>
              </a:ext>
            </a:extLst>
          </p:cNvPr>
          <p:cNvSpPr>
            <a:spLocks xmlns:a="http://schemas.openxmlformats.org/drawingml/2006/main" noGrp="1"/>
          </p:cNvSpPr>
          <p:nvPr>
            <p:ph type="body" idx="13"/>
          </p:nvPr>
        </p:nvSpPr>
        <p:spPr/>
        <p:txBody>
          <a:bodyPr xmlns:a="http://schemas.openxmlformats.org/drawingml/2006/main"/>
          <a:lstStyle xmlns:a="http://schemas.openxmlformats.org/drawingml/2006/main"/>
          <a:p xmlns:a="http://schemas.openxmlformats.org/drawingml/2006/main">
            <a:r>
              <a:t>Running OpenTelemetry OBI and Cilium together</a:t>
            </a:r>
          </a:p>
        </p:txBody>
      </p:sp>
      <p:sp>
        <p:nvSpPr>
          <p:cNvPr id="16" name="Text Placeholder 15">
            <a:extLst xmlns:a="http://schemas.openxmlformats.org/drawingml/2006/main">
              <a:ext uri="{FF2B5EF4-FFF2-40B4-BE49-F238E27FC236}">
                <a16:creationId xmlns:a16="http://schemas.microsoft.com/office/drawing/2014/main" id="{224B78CB-A350-22C0-F50A-644022F70AA5}"/>
              </a:ext>
            </a:extLst>
          </p:cNvPr>
          <p:cNvSpPr>
            <a:spLocks xmlns:a="http://schemas.openxmlformats.org/drawingml/2006/main" noGrp="1"/>
          </p:cNvSpPr>
          <p:nvPr>
            <p:ph type="body" idx="12"/>
          </p:nvPr>
        </p:nvSpPr>
        <p:spPr>
          <a:xfrm xmlns:a="http://schemas.openxmlformats.org/drawingml/2006/main">
            <a:off x="323850" y="6364224"/>
            <a:ext cx="3906838" cy="493776"/>
          </a:xfrm>
        </p:spPr>
        <p:txBody>
          <a:bodyPr xmlns:a="http://schemas.openxmlformats.org/drawingml/2006/main"/>
          <a:lstStyle xmlns:a="http://schemas.openxmlformats.org/drawingml/2006/main"/>
          <a:p xmlns:a="http://schemas.openxmlformats.org/drawingml/2006/main">
            <a:r>
              <a:t>Anton Jimenez · KubeCon + CloudNativeCon NA 2026</a:t>
            </a:r>
          </a:p>
        </p:txBody>
      </p:sp>
    </p:spTree>
    <p:extLst>
      <p:ext uri="{BB962C8B-B14F-4D97-AF65-F5344CB8AC3E}">
        <p14:creationId xmlns:p14="http://schemas.microsoft.com/office/powerpoint/2010/main" val="2366237103"/>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1" name="slide-title">
            <a:extLst xmlns:a="http://schemas.openxmlformats.org/drawingml/2006/main">
              <a:ext uri="{FF2B5EF4-FFF2-40B4-BE49-F238E27FC236}">
                <a16:creationId xmlns:a16="http://schemas.microsoft.com/office/drawing/2014/main" id="{B7D396CA-1E8D-4AC0-BB33-1CC88795277A}"/>
              </a:ext>
            </a:extLst>
          </p:cNvPr>
          <p:cNvSpPr>
            <a:spLocks xmlns:a="http://schemas.openxmlformats.org/drawingml/2006/main" noGrp="1"/>
          </p:cNvSpPr>
          <p:nvPr/>
        </p:nvSpPr>
        <p:spPr>
          <a:xfrm xmlns:a="http://schemas.openxmlformats.org/drawingml/2006/main">
            <a:off x="533400" y="361950"/>
            <a:ext cx="1076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Agenda</a:t>
            </a:r>
          </a:p>
        </p:txBody>
      </p:sp>
      <p:sp>
        <p:nvSpPr>
          <p:cNvPr id="2" name="Rectangle 1">
            <a:extLst xmlns:a="http://schemas.openxmlformats.org/drawingml/2006/main">
              <a:ext uri="{FF2B5EF4-FFF2-40B4-BE49-F238E27FC236}">
                <a16:creationId xmlns:a16="http://schemas.microsoft.com/office/drawing/2014/main" id="{47EA0793-C78B-4E2F-9902-7D0C563A2053}"/>
              </a:ext>
            </a:extLst>
          </p:cNvPr>
          <p:cNvSpPr>
            <a:spLocks xmlns:a="http://schemas.openxmlformats.org/drawingml/2006/main" noGrp="1"/>
          </p:cNvSpPr>
          <p:nvPr/>
        </p:nvSpPr>
        <p:spPr>
          <a:xfrm xmlns:a="http://schemas.openxmlformats.org/drawingml/2006/main">
            <a:off x="876300" y="16192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AF9071E1-2371-4EFE-8EC1-D5B8EF52240E}"/>
              </a:ext>
            </a:extLst>
          </p:cNvPr>
          <p:cNvSpPr>
            <a:spLocks xmlns:a="http://schemas.openxmlformats.org/drawingml/2006/main" noGrp="1"/>
          </p:cNvSpPr>
          <p:nvPr/>
        </p:nvSpPr>
        <p:spPr>
          <a:xfrm xmlns:a="http://schemas.openxmlformats.org/drawingml/2006/main">
            <a:off x="1876425" y="16192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 vs Cilium + Hubble</a:t>
            </a:r>
          </a:p>
        </p:txBody>
      </p:sp>
      <p:sp>
        <p:nvSpPr>
          <p:cNvPr id="4" name="Rectangle 3">
            <a:extLst xmlns:a="http://schemas.openxmlformats.org/drawingml/2006/main">
              <a:ext uri="{FF2B5EF4-FFF2-40B4-BE49-F238E27FC236}">
                <a16:creationId xmlns:a16="http://schemas.microsoft.com/office/drawing/2014/main" id="{F1C4AE24-03D8-4219-82A5-69355D3425E8}"/>
              </a:ext>
            </a:extLst>
          </p:cNvPr>
          <p:cNvSpPr>
            <a:spLocks xmlns:a="http://schemas.openxmlformats.org/drawingml/2006/main" noGrp="1"/>
          </p:cNvSpPr>
          <p:nvPr/>
        </p:nvSpPr>
        <p:spPr>
          <a:xfrm xmlns:a="http://schemas.openxmlformats.org/drawingml/2006/main">
            <a:off x="1876425" y="22098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08D6A3A6-BCF5-41B2-A498-0B9E5CD03507}"/>
              </a:ext>
            </a:extLst>
          </p:cNvPr>
          <p:cNvSpPr>
            <a:spLocks xmlns:a="http://schemas.openxmlformats.org/drawingml/2006/main" noGrp="1"/>
          </p:cNvSpPr>
          <p:nvPr/>
        </p:nvSpPr>
        <p:spPr>
          <a:xfrm xmlns:a="http://schemas.openxmlformats.org/drawingml/2006/main">
            <a:off x="876300" y="281940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02</a:t>
            </a:r>
          </a:p>
        </p:txBody>
      </p:sp>
      <p:sp>
        <p:nvSpPr>
          <p:cNvPr id="6" name="Rectangle 5">
            <a:extLst xmlns:a="http://schemas.openxmlformats.org/drawingml/2006/main">
              <a:ext uri="{FF2B5EF4-FFF2-40B4-BE49-F238E27FC236}">
                <a16:creationId xmlns:a16="http://schemas.microsoft.com/office/drawing/2014/main" id="{5427CE96-D1A7-435E-9CFB-B4349F764F82}"/>
              </a:ext>
            </a:extLst>
          </p:cNvPr>
          <p:cNvSpPr>
            <a:spLocks xmlns:a="http://schemas.openxmlformats.org/drawingml/2006/main" noGrp="1"/>
          </p:cNvSpPr>
          <p:nvPr/>
        </p:nvSpPr>
        <p:spPr>
          <a:xfrm xmlns:a="http://schemas.openxmlformats.org/drawingml/2006/main">
            <a:off x="1876425" y="281940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Coexistence problem</a:t>
            </a:r>
          </a:p>
        </p:txBody>
      </p:sp>
      <p:sp>
        <p:nvSpPr>
          <p:cNvPr id="7" name="Rectangle 6">
            <a:extLst xmlns:a="http://schemas.openxmlformats.org/drawingml/2006/main">
              <a:ext uri="{FF2B5EF4-FFF2-40B4-BE49-F238E27FC236}">
                <a16:creationId xmlns:a16="http://schemas.microsoft.com/office/drawing/2014/main" id="{721DF949-ECCD-4C23-BC0E-AA64404F88CB}"/>
              </a:ext>
            </a:extLst>
          </p:cNvPr>
          <p:cNvSpPr>
            <a:spLocks xmlns:a="http://schemas.openxmlformats.org/drawingml/2006/main" noGrp="1"/>
          </p:cNvSpPr>
          <p:nvPr/>
        </p:nvSpPr>
        <p:spPr>
          <a:xfrm xmlns:a="http://schemas.openxmlformats.org/drawingml/2006/main">
            <a:off x="1876425" y="340995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CC1267DE-B7B2-4A83-86F5-D8E5B14C600C}"/>
              </a:ext>
            </a:extLst>
          </p:cNvPr>
          <p:cNvSpPr>
            <a:spLocks xmlns:a="http://schemas.openxmlformats.org/drawingml/2006/main" noGrp="1"/>
          </p:cNvSpPr>
          <p:nvPr/>
        </p:nvSpPr>
        <p:spPr>
          <a:xfrm xmlns:a="http://schemas.openxmlformats.org/drawingml/2006/main">
            <a:off x="876300" y="40195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03</a:t>
            </a:r>
          </a:p>
        </p:txBody>
      </p:sp>
      <p:sp>
        <p:nvSpPr>
          <p:cNvPr id="9" name="Rectangle 8">
            <a:extLst xmlns:a="http://schemas.openxmlformats.org/drawingml/2006/main">
              <a:ext uri="{FF2B5EF4-FFF2-40B4-BE49-F238E27FC236}">
                <a16:creationId xmlns:a16="http://schemas.microsoft.com/office/drawing/2014/main" id="{C62A8A12-A547-4E33-B2AF-B2609FA728C0}"/>
              </a:ext>
            </a:extLst>
          </p:cNvPr>
          <p:cNvSpPr>
            <a:spLocks xmlns:a="http://schemas.openxmlformats.org/drawingml/2006/main" noGrp="1"/>
          </p:cNvSpPr>
          <p:nvPr/>
        </p:nvSpPr>
        <p:spPr>
          <a:xfrm xmlns:a="http://schemas.openxmlformats.org/drawingml/2006/main">
            <a:off x="1876425" y="40195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Attachment order</a:t>
            </a:r>
          </a:p>
        </p:txBody>
      </p:sp>
      <p:sp>
        <p:nvSpPr>
          <p:cNvPr id="10" name="Rectangle 9">
            <a:extLst xmlns:a="http://schemas.openxmlformats.org/drawingml/2006/main">
              <a:ext uri="{FF2B5EF4-FFF2-40B4-BE49-F238E27FC236}">
                <a16:creationId xmlns:a16="http://schemas.microsoft.com/office/drawing/2014/main" id="{E3980FFE-1F3F-4885-9E11-751F56C0BC93}"/>
              </a:ext>
            </a:extLst>
          </p:cNvPr>
          <p:cNvSpPr>
            <a:spLocks xmlns:a="http://schemas.openxmlformats.org/drawingml/2006/main" noGrp="1"/>
          </p:cNvSpPr>
          <p:nvPr/>
        </p:nvSpPr>
        <p:spPr>
          <a:xfrm xmlns:a="http://schemas.openxmlformats.org/drawingml/2006/main">
            <a:off x="1876425" y="46101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F597A3DA-EF14-4A49-AC78-E8CA1F50DF05}"/>
              </a:ext>
            </a:extLst>
          </p:cNvPr>
          <p:cNvSpPr>
            <a:spLocks xmlns:a="http://schemas.openxmlformats.org/drawingml/2006/main" noGrp="1"/>
          </p:cNvSpPr>
          <p:nvPr/>
        </p:nvSpPr>
        <p:spPr>
          <a:xfrm xmlns:a="http://schemas.openxmlformats.org/drawingml/2006/main">
            <a:off x="6477000" y="16192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04</a:t>
            </a:r>
          </a:p>
        </p:txBody>
      </p:sp>
      <p:sp>
        <p:nvSpPr>
          <p:cNvPr id="12" name="Rectangle 11">
            <a:extLst xmlns:a="http://schemas.openxmlformats.org/drawingml/2006/main">
              <a:ext uri="{FF2B5EF4-FFF2-40B4-BE49-F238E27FC236}">
                <a16:creationId xmlns:a16="http://schemas.microsoft.com/office/drawing/2014/main" id="{9B3E707B-5C31-4C26-8CE7-770843414CE5}"/>
              </a:ext>
            </a:extLst>
          </p:cNvPr>
          <p:cNvSpPr>
            <a:spLocks xmlns:a="http://schemas.openxmlformats.org/drawingml/2006/main" noGrp="1"/>
          </p:cNvSpPr>
          <p:nvPr/>
        </p:nvSpPr>
        <p:spPr>
          <a:xfrm xmlns:a="http://schemas.openxmlformats.org/drawingml/2006/main">
            <a:off x="7477125" y="16192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Live demo</a:t>
            </a:r>
          </a:p>
        </p:txBody>
      </p:sp>
      <p:sp>
        <p:nvSpPr>
          <p:cNvPr id="13" name="Rectangle 12">
            <a:extLst xmlns:a="http://schemas.openxmlformats.org/drawingml/2006/main">
              <a:ext uri="{FF2B5EF4-FFF2-40B4-BE49-F238E27FC236}">
                <a16:creationId xmlns:a16="http://schemas.microsoft.com/office/drawing/2014/main" id="{18535E0D-77D8-458C-99DB-DBBA068786D7}"/>
              </a:ext>
            </a:extLst>
          </p:cNvPr>
          <p:cNvSpPr>
            <a:spLocks xmlns:a="http://schemas.openxmlformats.org/drawingml/2006/main" noGrp="1"/>
          </p:cNvSpPr>
          <p:nvPr/>
        </p:nvSpPr>
        <p:spPr>
          <a:xfrm xmlns:a="http://schemas.openxmlformats.org/drawingml/2006/main">
            <a:off x="7477125" y="22098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929BE267-4CA4-4BAA-B490-AB20218BE7BA}"/>
              </a:ext>
            </a:extLst>
          </p:cNvPr>
          <p:cNvSpPr>
            <a:spLocks xmlns:a="http://schemas.openxmlformats.org/drawingml/2006/main" noGrp="1"/>
          </p:cNvSpPr>
          <p:nvPr/>
        </p:nvSpPr>
        <p:spPr>
          <a:xfrm xmlns:a="http://schemas.openxmlformats.org/drawingml/2006/main">
            <a:off x="6477000" y="281940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05</a:t>
            </a:r>
          </a:p>
        </p:txBody>
      </p:sp>
      <p:sp>
        <p:nvSpPr>
          <p:cNvPr id="15" name="Rectangle 14">
            <a:extLst xmlns:a="http://schemas.openxmlformats.org/drawingml/2006/main">
              <a:ext uri="{FF2B5EF4-FFF2-40B4-BE49-F238E27FC236}">
                <a16:creationId xmlns:a16="http://schemas.microsoft.com/office/drawing/2014/main" id="{B357B8D1-CA8D-49E6-98AC-5457FAF96A1A}"/>
              </a:ext>
            </a:extLst>
          </p:cNvPr>
          <p:cNvSpPr>
            <a:spLocks xmlns:a="http://schemas.openxmlformats.org/drawingml/2006/main" noGrp="1"/>
          </p:cNvSpPr>
          <p:nvPr/>
        </p:nvSpPr>
        <p:spPr>
          <a:xfrm xmlns:a="http://schemas.openxmlformats.org/drawingml/2006/main">
            <a:off x="7477125" y="281940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Benchmark</a:t>
            </a:r>
          </a:p>
        </p:txBody>
      </p:sp>
      <p:sp>
        <p:nvSpPr>
          <p:cNvPr id="16" name="Rectangle 15">
            <a:extLst xmlns:a="http://schemas.openxmlformats.org/drawingml/2006/main">
              <a:ext uri="{FF2B5EF4-FFF2-40B4-BE49-F238E27FC236}">
                <a16:creationId xmlns:a16="http://schemas.microsoft.com/office/drawing/2014/main" id="{A03C16AE-F78F-4A62-82F9-113185187DD3}"/>
              </a:ext>
            </a:extLst>
          </p:cNvPr>
          <p:cNvSpPr>
            <a:spLocks xmlns:a="http://schemas.openxmlformats.org/drawingml/2006/main" noGrp="1"/>
          </p:cNvSpPr>
          <p:nvPr/>
        </p:nvSpPr>
        <p:spPr>
          <a:xfrm xmlns:a="http://schemas.openxmlformats.org/drawingml/2006/main">
            <a:off x="7477125" y="340995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CDF39F5D-82A7-43DA-B918-9373DC8A03ED}"/>
              </a:ext>
            </a:extLst>
          </p:cNvPr>
          <p:cNvSpPr>
            <a:spLocks xmlns:a="http://schemas.openxmlformats.org/drawingml/2006/main" noGrp="1"/>
          </p:cNvSpPr>
          <p:nvPr/>
        </p:nvSpPr>
        <p:spPr>
          <a:xfrm xmlns:a="http://schemas.openxmlformats.org/drawingml/2006/main">
            <a:off x="6477000" y="40195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06</a:t>
            </a:r>
          </a:p>
        </p:txBody>
      </p:sp>
      <p:sp>
        <p:nvSpPr>
          <p:cNvPr id="18" name="Rectangle 17">
            <a:extLst xmlns:a="http://schemas.openxmlformats.org/drawingml/2006/main">
              <a:ext uri="{FF2B5EF4-FFF2-40B4-BE49-F238E27FC236}">
                <a16:creationId xmlns:a16="http://schemas.microsoft.com/office/drawing/2014/main" id="{82632E2D-769F-47E9-B6EA-08FF75570C4A}"/>
              </a:ext>
            </a:extLst>
          </p:cNvPr>
          <p:cNvSpPr>
            <a:spLocks xmlns:a="http://schemas.openxmlformats.org/drawingml/2006/main" noGrp="1"/>
          </p:cNvSpPr>
          <p:nvPr/>
        </p:nvSpPr>
        <p:spPr>
          <a:xfrm xmlns:a="http://schemas.openxmlformats.org/drawingml/2006/main">
            <a:off x="7477125" y="40195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Production rollout</a:t>
            </a:r>
          </a:p>
        </p:txBody>
      </p:sp>
      <p:sp>
        <p:nvSpPr>
          <p:cNvPr id="19" name="Rectangle 18">
            <a:extLst xmlns:a="http://schemas.openxmlformats.org/drawingml/2006/main">
              <a:ext uri="{FF2B5EF4-FFF2-40B4-BE49-F238E27FC236}">
                <a16:creationId xmlns:a16="http://schemas.microsoft.com/office/drawing/2014/main" id="{F815B16F-747D-45B6-A0F1-C46A61EBB3DA}"/>
              </a:ext>
            </a:extLst>
          </p:cNvPr>
          <p:cNvSpPr>
            <a:spLocks xmlns:a="http://schemas.openxmlformats.org/drawingml/2006/main" noGrp="1"/>
          </p:cNvSpPr>
          <p:nvPr/>
        </p:nvSpPr>
        <p:spPr>
          <a:xfrm xmlns:a="http://schemas.openxmlformats.org/drawingml/2006/main">
            <a:off x="7477125" y="46101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20" name="Rounded Rectangle 19">
            <a:extLst xmlns:a="http://schemas.openxmlformats.org/drawingml/2006/main">
              <a:ext uri="{FF2B5EF4-FFF2-40B4-BE49-F238E27FC236}">
                <a16:creationId xmlns:a16="http://schemas.microsoft.com/office/drawing/2014/main" id="{FC8E9A76-0120-4DAE-BC83-519A8F5F25AA}"/>
              </a:ext>
            </a:extLst>
          </p:cNvPr>
          <p:cNvSpPr>
            <a:spLocks xmlns:a="http://schemas.openxmlformats.org/drawingml/2006/main" noGrp="1"/>
          </p:cNvSpPr>
          <p:nvPr/>
        </p:nvSpPr>
        <p:spPr>
          <a:xfrm xmlns:a="http://schemas.openxmlformats.org/drawingml/2006/main">
            <a:off x="2724150" y="5562600"/>
            <a:ext cx="674370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275" b="1">
                <a:solidFill>
                  <a:srgbClr val="FFFFFF"/>
                </a:solidFill>
                <a:latin typeface="CiscoSansTT Medium"/>
                <a:ea typeface="CiscoSansTT Medium"/>
                <a:cs typeface="CiscoSansTT Medium"/>
              </a:defRPr>
            </a:pPr>
            <a:r>
              <a:rPr sz="1275" b="1">
                <a:solidFill>
                  <a:srgbClr val="FFFFFF"/>
                </a:solidFill>
                <a:latin typeface="CiscoSansTT Medium"/>
                <a:ea typeface="CiscoSansTT Medium"/>
                <a:cs typeface="CiscoSansTT Medium"/>
              </a:rPr>
              <a:t>ONE REQUEST · TWO TELEMETRY VIEWS · ONE OPERATOR MODEL</a:t>
            </a:r>
          </a:p>
        </p:txBody>
      </p:sp>
      <p:sp>
        <p:nvSpPr>
          <p:cNvPr id="22" name="">
            <a:extLst xmlns:a="http://schemas.openxmlformats.org/drawingml/2006/main">
              <a:ext uri="{FF2B5EF4-FFF2-40B4-BE49-F238E27FC236}">
                <a16:creationId xmlns:a16="http://schemas.microsoft.com/office/drawing/2014/main" id="{F2410DE7-62AD-405F-867D-87290CCEF6A7}"/>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A65D56C-4C1B-45E5-BEA1-03C8866212B3}"/>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43819386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slide-title">
            <a:extLst xmlns:a="http://schemas.openxmlformats.org/drawingml/2006/main">
              <a:ext uri="{FF2B5EF4-FFF2-40B4-BE49-F238E27FC236}">
                <a16:creationId xmlns:a16="http://schemas.microsoft.com/office/drawing/2014/main" id="{AF91CE5A-64FB-4F8E-8356-F072CCB34E86}"/>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OpenTelemetry eBPF Instrumentation (OBI)</a:t>
            </a:r>
          </a:p>
        </p:txBody>
      </p:sp>
      <p:sp>
        <p:nvSpPr>
          <p:cNvPr id="15" name="">
            <a:extLst xmlns:a="http://schemas.openxmlformats.org/drawingml/2006/main">
              <a:ext uri="{FF2B5EF4-FFF2-40B4-BE49-F238E27FC236}">
                <a16:creationId xmlns:a16="http://schemas.microsoft.com/office/drawing/2014/main" id="{A8D5C6D2-82FF-4317-A141-ECBC8D49B59B}"/>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A2396CF-EA53-4DF6-BF9F-D013733D3D64}"/>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45833"/>
          </a:bodyPr>
          <a:lstStyle xmlns:a="http://schemas.openxmlformats.org/drawingml/2006/main"/>
          <a:p xmlns:a="http://schemas.openxmlformats.org/drawingml/2006/main">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
        <p:nvSpPr>
          <p:cNvPr id="17" name="">
            <a:extLst xmlns:a="http://schemas.openxmlformats.org/drawingml/2006/main">
              <a:ext uri="{FF2B5EF4-FFF2-40B4-BE49-F238E27FC236}">
                <a16:creationId xmlns:a16="http://schemas.microsoft.com/office/drawing/2014/main" id="{A334CE78-A7CE-48FF-8708-F87B568CB332}"/>
              </a:ext>
            </a:extLst>
          </p:cNvPr>
          <p:cNvSpPr>
            <a:spLocks xmlns:a="http://schemas.openxmlformats.org/drawingml/2006/main" noGrp="1"/>
          </p:cNvSpPr>
          <p:nvPr/>
        </p:nvSpPr>
        <p:spPr>
          <a:xfrm xmlns:a="http://schemas.openxmlformats.org/drawingml/2006/main">
            <a:off x="723900" y="13430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100" b="0">
                <a:solidFill>
                  <a:srgbClr val="686B6B"/>
                </a:solidFill>
                <a:latin typeface="CiscoSansTT"/>
                <a:ea typeface="CiscoSansTT"/>
                <a:cs typeface="CiscoSansTT"/>
              </a:defRPr>
            </a:pPr>
            <a:r>
              <a:rPr sz="2100" b="0">
                <a:solidFill>
                  <a:srgbClr val="686B6B"/>
                </a:solidFill>
                <a:latin typeface="CiscoSansTT"/>
                <a:ea typeface="CiscoSansTT"/>
                <a:cs typeface="CiscoSansTT"/>
              </a:rPr>
              <a:t>One application request becomes traces and metrics</a:t>
            </a:r>
          </a:p>
        </p:txBody>
      </p:sp>
      <p:sp>
        <p:nvSpPr>
          <p:cNvPr id="18" name="">
            <a:extLst xmlns:a="http://schemas.openxmlformats.org/drawingml/2006/main">
              <a:ext uri="{FF2B5EF4-FFF2-40B4-BE49-F238E27FC236}">
                <a16:creationId xmlns:a16="http://schemas.microsoft.com/office/drawing/2014/main" id="{D9A99B0B-3915-46AB-9DF7-9A6093270C98}"/>
              </a:ext>
            </a:extLst>
          </p:cNvPr>
          <p:cNvSpPr>
            <a:spLocks xmlns:a="http://schemas.openxmlformats.org/drawingml/2006/main" noGrp="1"/>
          </p:cNvSpPr>
          <p:nvPr/>
        </p:nvSpPr>
        <p:spPr>
          <a:xfrm xmlns:a="http://schemas.openxmlformats.org/drawingml/2006/main">
            <a:off x="742950" y="2076450"/>
            <a:ext cx="723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01</a:t>
            </a:r>
          </a:p>
        </p:txBody>
      </p:sp>
      <p:sp>
        <p:nvSpPr>
          <p:cNvPr id="19" name="">
            <a:extLst xmlns:a="http://schemas.openxmlformats.org/drawingml/2006/main">
              <a:ext uri="{FF2B5EF4-FFF2-40B4-BE49-F238E27FC236}">
                <a16:creationId xmlns:a16="http://schemas.microsoft.com/office/drawing/2014/main" id="{8D9D5781-19F1-4B23-A7A1-3479877C9FE1}"/>
              </a:ext>
            </a:extLst>
          </p:cNvPr>
          <p:cNvSpPr>
            <a:spLocks xmlns:a="http://schemas.openxmlformats.org/drawingml/2006/main" noGrp="1"/>
          </p:cNvSpPr>
          <p:nvPr/>
        </p:nvSpPr>
        <p:spPr>
          <a:xfrm xmlns:a="http://schemas.openxmlformats.org/drawingml/2006/main">
            <a:off x="1638300" y="2085975"/>
            <a:ext cx="885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Observe</a:t>
            </a:r>
          </a:p>
        </p:txBody>
      </p:sp>
      <p:sp>
        <p:nvSpPr>
          <p:cNvPr id="20" name="">
            <a:extLst xmlns:a="http://schemas.openxmlformats.org/drawingml/2006/main">
              <a:ext uri="{FF2B5EF4-FFF2-40B4-BE49-F238E27FC236}">
                <a16:creationId xmlns:a16="http://schemas.microsoft.com/office/drawing/2014/main" id="{475C7ABE-C852-46F0-8440-29E93435EE74}"/>
              </a:ext>
            </a:extLst>
          </p:cNvPr>
          <p:cNvSpPr>
            <a:spLocks xmlns:a="http://schemas.openxmlformats.org/drawingml/2006/main" noGrp="1"/>
          </p:cNvSpPr>
          <p:nvPr/>
        </p:nvSpPr>
        <p:spPr>
          <a:xfrm xmlns:a="http://schemas.openxmlformats.org/drawingml/2006/main">
            <a:off x="1638300" y="2524125"/>
            <a:ext cx="96012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eBPF hooks watch supported application operations on the worker node.</a:t>
            </a:r>
          </a:p>
        </p:txBody>
      </p:sp>
      <p:sp>
        <p:nvSpPr>
          <p:cNvPr id="21" name="">
            <a:extLst xmlns:a="http://schemas.openxmlformats.org/drawingml/2006/main">
              <a:ext uri="{FF2B5EF4-FFF2-40B4-BE49-F238E27FC236}">
                <a16:creationId xmlns:a16="http://schemas.microsoft.com/office/drawing/2014/main" id="{561E33F0-9556-4CAF-999D-F7D9D5066F95}"/>
              </a:ext>
            </a:extLst>
          </p:cNvPr>
          <p:cNvSpPr>
            <a:spLocks xmlns:a="http://schemas.openxmlformats.org/drawingml/2006/main" noGrp="1"/>
          </p:cNvSpPr>
          <p:nvPr/>
        </p:nvSpPr>
        <p:spPr>
          <a:xfrm xmlns:a="http://schemas.openxmlformats.org/drawingml/2006/main">
            <a:off x="1638300" y="3143250"/>
            <a:ext cx="9810750" cy="14288"/>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6E3E1547-0690-41B6-A094-92DD3AD34550}"/>
              </a:ext>
            </a:extLst>
          </p:cNvPr>
          <p:cNvSpPr>
            <a:spLocks xmlns:a="http://schemas.openxmlformats.org/drawingml/2006/main" noGrp="1"/>
          </p:cNvSpPr>
          <p:nvPr/>
        </p:nvSpPr>
        <p:spPr>
          <a:xfrm xmlns:a="http://schemas.openxmlformats.org/drawingml/2006/main">
            <a:off x="742950" y="3276600"/>
            <a:ext cx="723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02</a:t>
            </a:r>
          </a:p>
        </p:txBody>
      </p:sp>
      <p:sp>
        <p:nvSpPr>
          <p:cNvPr id="23" name="">
            <a:extLst xmlns:a="http://schemas.openxmlformats.org/drawingml/2006/main">
              <a:ext uri="{FF2B5EF4-FFF2-40B4-BE49-F238E27FC236}">
                <a16:creationId xmlns:a16="http://schemas.microsoft.com/office/drawing/2014/main" id="{9F06C7CD-12DC-45DF-8CF5-12E573F6F38D}"/>
              </a:ext>
            </a:extLst>
          </p:cNvPr>
          <p:cNvSpPr>
            <a:spLocks xmlns:a="http://schemas.openxmlformats.org/drawingml/2006/main" noGrp="1"/>
          </p:cNvSpPr>
          <p:nvPr/>
        </p:nvSpPr>
        <p:spPr>
          <a:xfrm xmlns:a="http://schemas.openxmlformats.org/drawingml/2006/main">
            <a:off x="1638300" y="3286125"/>
            <a:ext cx="885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Create telemetry</a:t>
            </a:r>
          </a:p>
        </p:txBody>
      </p:sp>
      <p:sp>
        <p:nvSpPr>
          <p:cNvPr id="24" name="">
            <a:extLst xmlns:a="http://schemas.openxmlformats.org/drawingml/2006/main">
              <a:ext uri="{FF2B5EF4-FFF2-40B4-BE49-F238E27FC236}">
                <a16:creationId xmlns:a16="http://schemas.microsoft.com/office/drawing/2014/main" id="{0AD620F7-9210-4E6C-977E-C41323C0D218}"/>
              </a:ext>
            </a:extLst>
          </p:cNvPr>
          <p:cNvSpPr>
            <a:spLocks xmlns:a="http://schemas.openxmlformats.org/drawingml/2006/main" noGrp="1"/>
          </p:cNvSpPr>
          <p:nvPr/>
        </p:nvSpPr>
        <p:spPr>
          <a:xfrm xmlns:a="http://schemas.openxmlformats.org/drawingml/2006/main">
            <a:off x="1638300" y="3724275"/>
            <a:ext cx="96012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Client and server operations become spans. Related spans form a trace.</a:t>
            </a:r>
          </a:p>
        </p:txBody>
      </p:sp>
      <p:sp>
        <p:nvSpPr>
          <p:cNvPr id="25" name="">
            <a:extLst xmlns:a="http://schemas.openxmlformats.org/drawingml/2006/main">
              <a:ext uri="{FF2B5EF4-FFF2-40B4-BE49-F238E27FC236}">
                <a16:creationId xmlns:a16="http://schemas.microsoft.com/office/drawing/2014/main" id="{EF061137-362E-4028-8DC7-73E3458F86FF}"/>
              </a:ext>
            </a:extLst>
          </p:cNvPr>
          <p:cNvSpPr>
            <a:spLocks xmlns:a="http://schemas.openxmlformats.org/drawingml/2006/main" noGrp="1"/>
          </p:cNvSpPr>
          <p:nvPr/>
        </p:nvSpPr>
        <p:spPr>
          <a:xfrm xmlns:a="http://schemas.openxmlformats.org/drawingml/2006/main">
            <a:off x="1638300" y="4343400"/>
            <a:ext cx="9810750" cy="14288"/>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A253741F-4AF9-4008-A6F4-68EDD4CE0910}"/>
              </a:ext>
            </a:extLst>
          </p:cNvPr>
          <p:cNvSpPr>
            <a:spLocks xmlns:a="http://schemas.openxmlformats.org/drawingml/2006/main" noGrp="1"/>
          </p:cNvSpPr>
          <p:nvPr/>
        </p:nvSpPr>
        <p:spPr>
          <a:xfrm xmlns:a="http://schemas.openxmlformats.org/drawingml/2006/main">
            <a:off x="742950" y="4476750"/>
            <a:ext cx="723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03</a:t>
            </a:r>
          </a:p>
        </p:txBody>
      </p:sp>
      <p:sp>
        <p:nvSpPr>
          <p:cNvPr id="27" name="">
            <a:extLst xmlns:a="http://schemas.openxmlformats.org/drawingml/2006/main">
              <a:ext uri="{FF2B5EF4-FFF2-40B4-BE49-F238E27FC236}">
                <a16:creationId xmlns:a16="http://schemas.microsoft.com/office/drawing/2014/main" id="{F872886C-D0B2-4EAD-86A5-A4B9EFD37913}"/>
              </a:ext>
            </a:extLst>
          </p:cNvPr>
          <p:cNvSpPr>
            <a:spLocks xmlns:a="http://schemas.openxmlformats.org/drawingml/2006/main" noGrp="1"/>
          </p:cNvSpPr>
          <p:nvPr/>
        </p:nvSpPr>
        <p:spPr>
          <a:xfrm xmlns:a="http://schemas.openxmlformats.org/drawingml/2006/main">
            <a:off x="1638300" y="4486275"/>
            <a:ext cx="885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Export</a:t>
            </a:r>
          </a:p>
        </p:txBody>
      </p:sp>
      <p:sp>
        <p:nvSpPr>
          <p:cNvPr id="28" name="">
            <a:extLst xmlns:a="http://schemas.openxmlformats.org/drawingml/2006/main">
              <a:ext uri="{FF2B5EF4-FFF2-40B4-BE49-F238E27FC236}">
                <a16:creationId xmlns:a16="http://schemas.microsoft.com/office/drawing/2014/main" id="{9FE58FB9-5595-40BC-80A2-0FB84D19C295}"/>
              </a:ext>
            </a:extLst>
          </p:cNvPr>
          <p:cNvSpPr>
            <a:spLocks xmlns:a="http://schemas.openxmlformats.org/drawingml/2006/main" noGrp="1"/>
          </p:cNvSpPr>
          <p:nvPr/>
        </p:nvSpPr>
        <p:spPr>
          <a:xfrm xmlns:a="http://schemas.openxmlformats.org/drawingml/2006/main">
            <a:off x="1638300" y="4924425"/>
            <a:ext cx="96012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sends traces and RED metrics to the configured OpenTelemetry backend.</a:t>
            </a:r>
          </a:p>
        </p:txBody>
      </p:sp>
      <p:sp>
        <p:nvSpPr>
          <p:cNvPr id="29" name="">
            <a:extLst xmlns:a="http://schemas.openxmlformats.org/drawingml/2006/main">
              <a:ext uri="{FF2B5EF4-FFF2-40B4-BE49-F238E27FC236}">
                <a16:creationId xmlns:a16="http://schemas.microsoft.com/office/drawing/2014/main" id="{1021DFE0-06B2-4E5F-900E-1BFCD8FC5AE7}"/>
              </a:ext>
            </a:extLst>
          </p:cNvPr>
          <p:cNvSpPr>
            <a:spLocks xmlns:a="http://schemas.openxmlformats.org/drawingml/2006/main" noGrp="1"/>
          </p:cNvSpPr>
          <p:nvPr/>
        </p:nvSpPr>
        <p:spPr>
          <a:xfrm xmlns:a="http://schemas.openxmlformats.org/drawingml/2006/main">
            <a:off x="723900" y="5838825"/>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defRPr sz="1725" b="0">
                <a:solidFill>
                  <a:srgbClr val="0860FE"/>
                </a:solidFill>
                <a:latin typeface="CiscoSansTT"/>
                <a:ea typeface="CiscoSansTT"/>
                <a:cs typeface="CiscoSansTT"/>
              </a:defRPr>
            </a:pPr>
            <a:r>
              <a:rPr sz="1725" b="0">
                <a:solidFill>
                  <a:srgbClr val="0860FE"/>
                </a:solidFill>
                <a:latin typeface="CiscoSansTT"/>
                <a:ea typeface="CiscoSansTT"/>
                <a:cs typeface="CiscoSansTT"/>
              </a:rPr>
              <a:t>No application code changes. RED = request rate, errors, duration.</a:t>
            </a:r>
          </a:p>
        </p:txBody>
      </p:sp>
    </p:spTree>
    <p:extLst>
      <p:ext uri="{BB962C8B-B14F-4D97-AF65-F5344CB8AC3E}">
        <p14:creationId xmlns:p14="http://schemas.microsoft.com/office/powerpoint/2010/main" val="65446708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DFDA3ED-95EC-4A0D-9FCE-16122C5E9912}"/>
              </a:ext>
            </a:extLst>
          </p:cNvPr>
          <p:cNvSpPr>
            <a:spLocks xmlns:a="http://schemas.openxmlformats.org/drawingml/2006/main" noGrp="1"/>
          </p:cNvSpPr>
          <p:nvPr/>
        </p:nvSpPr>
        <p:spPr>
          <a:xfrm xmlns:a="http://schemas.openxmlformats.org/drawingml/2006/main">
            <a:off x="6096000" y="1466850"/>
            <a:ext cx="19050" cy="3695700"/>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2" name="slide-title">
            <a:extLst xmlns:a="http://schemas.openxmlformats.org/drawingml/2006/main">
              <a:ext uri="{FF2B5EF4-FFF2-40B4-BE49-F238E27FC236}">
                <a16:creationId xmlns:a16="http://schemas.microsoft.com/office/drawing/2014/main" id="{AF91CE5A-64FB-4F8E-8356-F072CCB34E86}"/>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Signal ownership: OBI and Cilium + Hubble</a:t>
            </a:r>
          </a:p>
        </p:txBody>
      </p:sp>
      <p:sp>
        <p:nvSpPr>
          <p:cNvPr id="3" name="">
            <a:extLst xmlns:a="http://schemas.openxmlformats.org/drawingml/2006/main">
              <a:ext uri="{FF2B5EF4-FFF2-40B4-BE49-F238E27FC236}">
                <a16:creationId xmlns:a16="http://schemas.microsoft.com/office/drawing/2014/main" id="{5AFF7D12-6ECF-4276-80D9-6F814907A008}"/>
              </a:ext>
            </a:extLst>
          </p:cNvPr>
          <p:cNvSpPr>
            <a:spLocks xmlns:a="http://schemas.openxmlformats.org/drawingml/2006/main" noGrp="1"/>
          </p:cNvSpPr>
          <p:nvPr/>
        </p:nvSpPr>
        <p:spPr>
          <a:xfrm xmlns:a="http://schemas.openxmlformats.org/drawingml/2006/main">
            <a:off x="723900" y="1524000"/>
            <a:ext cx="4572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OBI</a:t>
            </a:r>
          </a:p>
        </p:txBody>
      </p:sp>
      <p:sp>
        <p:nvSpPr>
          <p:cNvPr id="4" name="">
            <a:extLst xmlns:a="http://schemas.openxmlformats.org/drawingml/2006/main">
              <a:ext uri="{FF2B5EF4-FFF2-40B4-BE49-F238E27FC236}">
                <a16:creationId xmlns:a16="http://schemas.microsoft.com/office/drawing/2014/main" id="{46FB8965-F160-4E3D-8BE7-E57B69EA80D6}"/>
              </a:ext>
            </a:extLst>
          </p:cNvPr>
          <p:cNvSpPr>
            <a:spLocks xmlns:a="http://schemas.openxmlformats.org/drawingml/2006/main" noGrp="1"/>
          </p:cNvSpPr>
          <p:nvPr/>
        </p:nvSpPr>
        <p:spPr>
          <a:xfrm xmlns:a="http://schemas.openxmlformats.org/drawingml/2006/main">
            <a:off x="723900" y="2133600"/>
            <a:ext cx="4619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Application requests</a:t>
            </a:r>
          </a:p>
        </p:txBody>
      </p:sp>
      <p:sp>
        <p:nvSpPr>
          <p:cNvPr id="5" name="">
            <a:extLst xmlns:a="http://schemas.openxmlformats.org/drawingml/2006/main">
              <a:ext uri="{FF2B5EF4-FFF2-40B4-BE49-F238E27FC236}">
                <a16:creationId xmlns:a16="http://schemas.microsoft.com/office/drawing/2014/main" id="{29251D8D-B9F0-4C66-BFC3-7128D479000C}"/>
              </a:ext>
            </a:extLst>
          </p:cNvPr>
          <p:cNvSpPr>
            <a:spLocks xmlns:a="http://schemas.openxmlformats.org/drawingml/2006/main" noGrp="1"/>
          </p:cNvSpPr>
          <p:nvPr/>
        </p:nvSpPr>
        <p:spPr>
          <a:xfrm xmlns:a="http://schemas.openxmlformats.org/drawingml/2006/main">
            <a:off x="723900" y="276225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Route, latency, and status</a:t>
            </a:r>
          </a:p>
        </p:txBody>
      </p:sp>
      <p:sp>
        <p:nvSpPr>
          <p:cNvPr id="6" name="">
            <a:extLst xmlns:a="http://schemas.openxmlformats.org/drawingml/2006/main">
              <a:ext uri="{FF2B5EF4-FFF2-40B4-BE49-F238E27FC236}">
                <a16:creationId xmlns:a16="http://schemas.microsoft.com/office/drawing/2014/main" id="{C56BF428-33AE-4A4D-A033-BA529044666F}"/>
              </a:ext>
            </a:extLst>
          </p:cNvPr>
          <p:cNvSpPr>
            <a:spLocks xmlns:a="http://schemas.openxmlformats.org/drawingml/2006/main" noGrp="1"/>
          </p:cNvSpPr>
          <p:nvPr/>
        </p:nvSpPr>
        <p:spPr>
          <a:xfrm xmlns:a="http://schemas.openxmlformats.org/drawingml/2006/main">
            <a:off x="723900" y="335280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Spans and RED metrics</a:t>
            </a:r>
          </a:p>
        </p:txBody>
      </p:sp>
      <p:sp>
        <p:nvSpPr>
          <p:cNvPr id="7" name="">
            <a:extLst xmlns:a="http://schemas.openxmlformats.org/drawingml/2006/main">
              <a:ext uri="{FF2B5EF4-FFF2-40B4-BE49-F238E27FC236}">
                <a16:creationId xmlns:a16="http://schemas.microsoft.com/office/drawing/2014/main" id="{88F31A24-7B4B-4EA1-97AB-CA1F9BB93819}"/>
              </a:ext>
            </a:extLst>
          </p:cNvPr>
          <p:cNvSpPr>
            <a:spLocks xmlns:a="http://schemas.openxmlformats.org/drawingml/2006/main" noGrp="1"/>
          </p:cNvSpPr>
          <p:nvPr/>
        </p:nvSpPr>
        <p:spPr>
          <a:xfrm xmlns:a="http://schemas.openxmlformats.org/drawingml/2006/main">
            <a:off x="723900" y="414337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request was slow?</a:t>
            </a:r>
          </a:p>
        </p:txBody>
      </p:sp>
      <p:sp>
        <p:nvSpPr>
          <p:cNvPr id="8" name="">
            <a:extLst xmlns:a="http://schemas.openxmlformats.org/drawingml/2006/main">
              <a:ext uri="{FF2B5EF4-FFF2-40B4-BE49-F238E27FC236}">
                <a16:creationId xmlns:a16="http://schemas.microsoft.com/office/drawing/2014/main" id="{738FCE8D-946B-4CE8-B707-81664E240627}"/>
              </a:ext>
            </a:extLst>
          </p:cNvPr>
          <p:cNvSpPr>
            <a:spLocks xmlns:a="http://schemas.openxmlformats.org/drawingml/2006/main" noGrp="1"/>
          </p:cNvSpPr>
          <p:nvPr/>
        </p:nvSpPr>
        <p:spPr>
          <a:xfrm xmlns:a="http://schemas.openxmlformats.org/drawingml/2006/main">
            <a:off x="6724650" y="1524000"/>
            <a:ext cx="4762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Cilium + Hubble</a:t>
            </a:r>
          </a:p>
        </p:txBody>
      </p:sp>
      <p:sp>
        <p:nvSpPr>
          <p:cNvPr id="9" name="">
            <a:extLst xmlns:a="http://schemas.openxmlformats.org/drawingml/2006/main">
              <a:ext uri="{FF2B5EF4-FFF2-40B4-BE49-F238E27FC236}">
                <a16:creationId xmlns:a16="http://schemas.microsoft.com/office/drawing/2014/main" id="{3425763A-237B-4BDB-99B4-06424102A018}"/>
              </a:ext>
            </a:extLst>
          </p:cNvPr>
          <p:cNvSpPr>
            <a:spLocks xmlns:a="http://schemas.openxmlformats.org/drawingml/2006/main" noGrp="1"/>
          </p:cNvSpPr>
          <p:nvPr/>
        </p:nvSpPr>
        <p:spPr>
          <a:xfrm xmlns:a="http://schemas.openxmlformats.org/drawingml/2006/main">
            <a:off x="6724650" y="213360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Network flows and policy</a:t>
            </a:r>
          </a:p>
        </p:txBody>
      </p:sp>
      <p:sp>
        <p:nvSpPr>
          <p:cNvPr id="10" name="">
            <a:extLst xmlns:a="http://schemas.openxmlformats.org/drawingml/2006/main">
              <a:ext uri="{FF2B5EF4-FFF2-40B4-BE49-F238E27FC236}">
                <a16:creationId xmlns:a16="http://schemas.microsoft.com/office/drawing/2014/main" id="{FF114EB4-706A-4CBB-9A81-8539929A4102}"/>
              </a:ext>
            </a:extLst>
          </p:cNvPr>
          <p:cNvSpPr>
            <a:spLocks xmlns:a="http://schemas.openxmlformats.org/drawingml/2006/main" noGrp="1"/>
          </p:cNvSpPr>
          <p:nvPr/>
        </p:nvSpPr>
        <p:spPr>
          <a:xfrm xmlns:a="http://schemas.openxmlformats.org/drawingml/2006/main">
            <a:off x="6724650" y="27622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Workload identities and ports</a:t>
            </a:r>
          </a:p>
        </p:txBody>
      </p:sp>
      <p:sp>
        <p:nvSpPr>
          <p:cNvPr id="11" name="">
            <a:extLst xmlns:a="http://schemas.openxmlformats.org/drawingml/2006/main">
              <a:ext uri="{FF2B5EF4-FFF2-40B4-BE49-F238E27FC236}">
                <a16:creationId xmlns:a16="http://schemas.microsoft.com/office/drawing/2014/main" id="{198F2D09-E983-4F35-8B9B-503CC7F6AD6A}"/>
              </a:ext>
            </a:extLst>
          </p:cNvPr>
          <p:cNvSpPr>
            <a:spLocks xmlns:a="http://schemas.openxmlformats.org/drawingml/2006/main" noGrp="1"/>
          </p:cNvSpPr>
          <p:nvPr/>
        </p:nvSpPr>
        <p:spPr>
          <a:xfrm xmlns:a="http://schemas.openxmlformats.org/drawingml/2006/main">
            <a:off x="6724650" y="33528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Verdicts and drop reasons</a:t>
            </a:r>
          </a:p>
        </p:txBody>
      </p:sp>
      <p:sp>
        <p:nvSpPr>
          <p:cNvPr id="12" name="">
            <a:extLst xmlns:a="http://schemas.openxmlformats.org/drawingml/2006/main">
              <a:ext uri="{FF2B5EF4-FFF2-40B4-BE49-F238E27FC236}">
                <a16:creationId xmlns:a16="http://schemas.microsoft.com/office/drawing/2014/main" id="{025468DF-4C94-4BBF-AA5C-A1251E4A9E74}"/>
              </a:ext>
            </a:extLst>
          </p:cNvPr>
          <p:cNvSpPr>
            <a:spLocks xmlns:a="http://schemas.openxmlformats.org/drawingml/2006/main" noGrp="1"/>
          </p:cNvSpPr>
          <p:nvPr/>
        </p:nvSpPr>
        <p:spPr>
          <a:xfrm xmlns:a="http://schemas.openxmlformats.org/drawingml/2006/main">
            <a:off x="6724650" y="41433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connection was denied?</a:t>
            </a:r>
          </a:p>
        </p:txBody>
      </p:sp>
      <p:sp>
        <p:nvSpPr>
          <p:cNvPr id="13" name="">
            <a:extLst xmlns:a="http://schemas.openxmlformats.org/drawingml/2006/main">
              <a:ext uri="{FF2B5EF4-FFF2-40B4-BE49-F238E27FC236}">
                <a16:creationId xmlns:a16="http://schemas.microsoft.com/office/drawing/2014/main" id="{E443BD63-0DF9-4B2B-8414-99B373C542BB}"/>
              </a:ext>
            </a:extLst>
          </p:cNvPr>
          <p:cNvSpPr>
            <a:spLocks xmlns:a="http://schemas.openxmlformats.org/drawingml/2006/main" noGrp="1"/>
          </p:cNvSpPr>
          <p:nvPr/>
        </p:nvSpPr>
        <p:spPr>
          <a:xfrm xmlns:a="http://schemas.openxmlformats.org/drawingml/2006/main">
            <a:off x="1962150" y="5181600"/>
            <a:ext cx="8267700" cy="742950"/>
          </a:xfrm>
          <a:prstGeom xmlns:a="http://schemas.openxmlformats.org/drawingml/2006/main" prst="roundRect">
            <a:avLst>
              <a:gd name="adj" fmla="val 10256"/>
            </a:avLst>
          </a:prstGeom>
          <a:solidFill xmlns:a="http://schemas.openxmlformats.org/drawingml/2006/main">
            <a:srgbClr val="07182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389C545-F081-40EF-85C4-C440B5B4FB21}"/>
              </a:ext>
            </a:extLst>
          </p:cNvPr>
          <p:cNvSpPr>
            <a:spLocks xmlns:a="http://schemas.openxmlformats.org/drawingml/2006/main" noGrp="1"/>
          </p:cNvSpPr>
          <p:nvPr/>
        </p:nvSpPr>
        <p:spPr>
          <a:xfrm xmlns:a="http://schemas.openxmlformats.org/drawingml/2006/main">
            <a:off x="2238375" y="5324475"/>
            <a:ext cx="771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2025" b="1">
                <a:solidFill>
                  <a:srgbClr val="FFFFFF"/>
                </a:solidFill>
                <a:latin typeface="CiscoSansTT Medium"/>
                <a:ea typeface="CiscoSansTT Medium"/>
                <a:cs typeface="CiscoSansTT Medium"/>
              </a:defRPr>
            </a:pPr>
            <a:r>
              <a:rPr sz="2025" b="1">
                <a:solidFill>
                  <a:srgbClr val="FFFFFF"/>
                </a:solidFill>
                <a:latin typeface="CiscoSansTT Medium"/>
                <a:ea typeface="CiscoSansTT Medium"/>
                <a:cs typeface="CiscoSansTT Medium"/>
              </a:rPr>
              <a:t>Correlate by time, workload, direction, and port</a:t>
            </a:r>
          </a:p>
        </p:txBody>
      </p:sp>
      <p:sp>
        <p:nvSpPr>
          <p:cNvPr id="15" name="">
            <a:extLst xmlns:a="http://schemas.openxmlformats.org/drawingml/2006/main">
              <a:ext uri="{FF2B5EF4-FFF2-40B4-BE49-F238E27FC236}">
                <a16:creationId xmlns:a16="http://schemas.microsoft.com/office/drawing/2014/main" id="{A8D5C6D2-82FF-4317-A141-ECBC8D49B59B}"/>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A2396CF-EA53-4DF6-BF9F-D013733D3D64}"/>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45833"/>
          </a:bodyPr>
          <a:lstStyle xmlns:a="http://schemas.openxmlformats.org/drawingml/2006/main"/>
          <a:p xmlns:a="http://schemas.openxmlformats.org/drawingml/2006/main">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65446708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The coexistence problem</a:t>
            </a:r>
          </a:p>
        </p:txBody>
      </p:sp>
    </p:spTree>
    <p:extLst>
      <p:ext uri="{BB962C8B-B14F-4D97-AF65-F5344CB8AC3E}">
        <p14:creationId xmlns:p14="http://schemas.microsoft.com/office/powerpoint/2010/main" val="50251324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87FACB85-A5FC-4526-9914-22C8BFC41749}"/>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Running OBI and Cilium together sounds simple</a:t>
            </a:r>
          </a:p>
        </p:txBody>
      </p:sp>
      <p:sp>
        <p:nvSpPr>
          <p:cNvPr id="2" name="Rectangle 1">
            <a:extLst xmlns:a="http://schemas.openxmlformats.org/drawingml/2006/main">
              <a:ext uri="{FF2B5EF4-FFF2-40B4-BE49-F238E27FC236}">
                <a16:creationId xmlns:a16="http://schemas.microsoft.com/office/drawing/2014/main" id="{0D4FB395-04EA-4F05-B998-73DEAB7278C9}"/>
              </a:ext>
            </a:extLst>
          </p:cNvPr>
          <p:cNvSpPr>
            <a:spLocks xmlns:a="http://schemas.openxmlformats.org/drawingml/2006/main" noGrp="1"/>
          </p:cNvSpPr>
          <p:nvPr/>
        </p:nvSpPr>
        <p:spPr>
          <a:xfrm xmlns:a="http://schemas.openxmlformats.org/drawingml/2006/main">
            <a:off x="857250" y="1619250"/>
            <a:ext cx="685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600" b="1">
                <a:solidFill>
                  <a:srgbClr val="142735"/>
                </a:solidFill>
                <a:latin typeface="CiscoSansTT Medium"/>
                <a:ea typeface="CiscoSansTT Medium"/>
                <a:cs typeface="CiscoSansTT Medium"/>
              </a:defRPr>
            </a:pPr>
            <a:r>
              <a:rPr sz="3600" b="1">
                <a:solidFill>
                  <a:srgbClr val="142735"/>
                </a:solidFill>
                <a:latin typeface="CiscoSansTT Medium"/>
                <a:ea typeface="CiscoSansTT Medium"/>
                <a:cs typeface="CiscoSansTT Medium"/>
              </a:rPr>
              <a:t>“What changes when both eBPF agents share a node?”</a:t>
            </a:r>
          </a:p>
        </p:txBody>
      </p:sp>
      <p:sp>
        <p:nvSpPr>
          <p:cNvPr id="3" name="Rectangle 2">
            <a:extLst xmlns:a="http://schemas.openxmlformats.org/drawingml/2006/main">
              <a:ext uri="{FF2B5EF4-FFF2-40B4-BE49-F238E27FC236}">
                <a16:creationId xmlns:a16="http://schemas.microsoft.com/office/drawing/2014/main" id="{4CA45C76-858D-4FB1-BC9A-88344B725C25}"/>
              </a:ext>
            </a:extLst>
          </p:cNvPr>
          <p:cNvSpPr>
            <a:spLocks xmlns:a="http://schemas.openxmlformats.org/drawingml/2006/main" noGrp="1"/>
          </p:cNvSpPr>
          <p:nvPr/>
        </p:nvSpPr>
        <p:spPr>
          <a:xfrm xmlns:a="http://schemas.openxmlformats.org/drawingml/2006/main">
            <a:off x="857250" y="3562350"/>
            <a:ext cx="5143500" cy="66675"/>
          </a:xfrm>
          <a:prstGeom xmlns:a="http://schemas.openxmlformats.org/drawingml/2006/main" prst="rect">
            <a:avLst/>
          </a:prstGeom>
          <a:solidFill xmlns:a="http://schemas.openxmlformats.org/drawingml/2006/main">
            <a:srgbClr val="02C8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D9331B5F-1C05-4F9F-937F-DC8971A7084D}"/>
              </a:ext>
            </a:extLst>
          </p:cNvPr>
          <p:cNvSpPr>
            <a:spLocks xmlns:a="http://schemas.openxmlformats.org/drawingml/2006/main" noGrp="1"/>
          </p:cNvSpPr>
          <p:nvPr/>
        </p:nvSpPr>
        <p:spPr>
          <a:xfrm xmlns:a="http://schemas.openxmlformats.org/drawingml/2006/main">
            <a:off x="857250" y="39814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Three things to verify in production</a:t>
            </a:r>
          </a:p>
        </p:txBody>
      </p:sp>
      <p:sp>
        <p:nvSpPr>
          <p:cNvPr id="5" name="Rectangle 4">
            <a:extLst xmlns:a="http://schemas.openxmlformats.org/drawingml/2006/main">
              <a:ext uri="{FF2B5EF4-FFF2-40B4-BE49-F238E27FC236}">
                <a16:creationId xmlns:a16="http://schemas.microsoft.com/office/drawing/2014/main" id="{8FD0081F-2CF2-498C-9C0D-ABF15D76B43F}"/>
              </a:ext>
            </a:extLst>
          </p:cNvPr>
          <p:cNvSpPr>
            <a:spLocks xmlns:a="http://schemas.openxmlformats.org/drawingml/2006/main" noGrp="1"/>
          </p:cNvSpPr>
          <p:nvPr/>
        </p:nvSpPr>
        <p:spPr>
          <a:xfrm xmlns:a="http://schemas.openxmlformats.org/drawingml/2006/main">
            <a:off x="857250" y="455295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193343C7-0B86-4584-8C9B-AF0CD3E3054C}"/>
              </a:ext>
            </a:extLst>
          </p:cNvPr>
          <p:cNvSpPr>
            <a:spLocks xmlns:a="http://schemas.openxmlformats.org/drawingml/2006/main" noGrp="1"/>
          </p:cNvSpPr>
          <p:nvPr/>
        </p:nvSpPr>
        <p:spPr>
          <a:xfrm xmlns:a="http://schemas.openxmlformats.org/drawingml/2006/main">
            <a:off x="1123950" y="4457700"/>
            <a:ext cx="6972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packets still take the same path?</a:t>
            </a:r>
          </a:p>
        </p:txBody>
      </p:sp>
      <p:sp>
        <p:nvSpPr>
          <p:cNvPr id="7" name="Rectangle 6">
            <a:extLst xmlns:a="http://schemas.openxmlformats.org/drawingml/2006/main">
              <a:ext uri="{FF2B5EF4-FFF2-40B4-BE49-F238E27FC236}">
                <a16:creationId xmlns:a16="http://schemas.microsoft.com/office/drawing/2014/main" id="{AC7E250E-BD9D-4B56-AA0C-A2590841586E}"/>
              </a:ext>
            </a:extLst>
          </p:cNvPr>
          <p:cNvSpPr>
            <a:spLocks xmlns:a="http://schemas.openxmlformats.org/drawingml/2006/main" noGrp="1"/>
          </p:cNvSpPr>
          <p:nvPr/>
        </p:nvSpPr>
        <p:spPr>
          <a:xfrm xmlns:a="http://schemas.openxmlformats.org/drawingml/2006/main">
            <a:off x="857250" y="508635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2472821D-AB02-44A9-A09F-3F5D5F453EC1}"/>
              </a:ext>
            </a:extLst>
          </p:cNvPr>
          <p:cNvSpPr>
            <a:spLocks xmlns:a="http://schemas.openxmlformats.org/drawingml/2006/main" noGrp="1"/>
          </p:cNvSpPr>
          <p:nvPr/>
        </p:nvSpPr>
        <p:spPr>
          <a:xfrm xmlns:a="http://schemas.openxmlformats.org/drawingml/2006/main">
            <a:off x="1123950" y="4991100"/>
            <a:ext cx="6972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both systems see the evidence they need?</a:t>
            </a:r>
          </a:p>
        </p:txBody>
      </p:sp>
      <p:sp>
        <p:nvSpPr>
          <p:cNvPr id="9" name="Rectangle 8">
            <a:extLst xmlns:a="http://schemas.openxmlformats.org/drawingml/2006/main">
              <a:ext uri="{FF2B5EF4-FFF2-40B4-BE49-F238E27FC236}">
                <a16:creationId xmlns:a16="http://schemas.microsoft.com/office/drawing/2014/main" id="{E47F07B9-AACE-4FE6-91DA-F972465D815D}"/>
              </a:ext>
            </a:extLst>
          </p:cNvPr>
          <p:cNvSpPr>
            <a:spLocks xmlns:a="http://schemas.openxmlformats.org/drawingml/2006/main" noGrp="1"/>
          </p:cNvSpPr>
          <p:nvPr/>
        </p:nvSpPr>
        <p:spPr>
          <a:xfrm xmlns:a="http://schemas.openxmlformats.org/drawingml/2006/main">
            <a:off x="857250" y="561975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D4797F6A-E334-4571-BB65-222E0D11C67C}"/>
              </a:ext>
            </a:extLst>
          </p:cNvPr>
          <p:cNvSpPr>
            <a:spLocks xmlns:a="http://schemas.openxmlformats.org/drawingml/2006/main" noGrp="1"/>
          </p:cNvSpPr>
          <p:nvPr/>
        </p:nvSpPr>
        <p:spPr>
          <a:xfrm xmlns:a="http://schemas.openxmlformats.org/drawingml/2006/main">
            <a:off x="1123950" y="5524500"/>
            <a:ext cx="6972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What new CPU, memory, and telemetry cost appears?</a:t>
            </a:r>
          </a:p>
        </p:txBody>
      </p:sp>
      <p:sp>
        <p:nvSpPr>
          <p:cNvPr id="11" name="Rounded Rectangle 10">
            <a:extLst xmlns:a="http://schemas.openxmlformats.org/drawingml/2006/main">
              <a:ext uri="{FF2B5EF4-FFF2-40B4-BE49-F238E27FC236}">
                <a16:creationId xmlns:a16="http://schemas.microsoft.com/office/drawing/2014/main" id="{8001E2B2-1358-47DC-8E7B-93880D0F1582}"/>
              </a:ext>
            </a:extLst>
          </p:cNvPr>
          <p:cNvSpPr>
            <a:spLocks xmlns:a="http://schemas.openxmlformats.org/drawingml/2006/main" noGrp="1"/>
          </p:cNvSpPr>
          <p:nvPr/>
        </p:nvSpPr>
        <p:spPr>
          <a:xfrm xmlns:a="http://schemas.openxmlformats.org/drawingml/2006/main">
            <a:off x="8572500" y="1981200"/>
            <a:ext cx="2571750" cy="1095375"/>
          </a:xfrm>
          <a:prstGeom xmlns:a="http://schemas.openxmlformats.org/drawingml/2006/main" prst="roundRect">
            <a:avLst>
              <a:gd name="adj" fmla="val 6957"/>
            </a:avLst>
          </a:prstGeom>
          <a:solidFill xmlns:a="http://schemas.openxmlformats.org/drawingml/2006/main">
            <a:srgbClr val="EAF7FC"/>
          </a:solidFill>
          <a:ln xmlns:a="http://schemas.openxmlformats.org/drawingml/2006/main" w="14288">
            <a:solidFill>
              <a:srgbClr val="02C8FF"/>
            </a:solidFill>
          </a:ln>
        </p:spPr>
        <p:txBody>
          <a:bodyPr xmlns:a="http://schemas.openxmlformats.org/drawingml/2006/main" anchor="ctr">
            <a:normAutofit/>
          </a:bodyPr>
          <a:lstStyle xmlns:a="http://schemas.openxmlformats.org/drawingml/2006/main"/>
          <a:p xmlns:a="http://schemas.openxmlformats.org/drawingml/2006/main">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Cilium</a:t>
            </a:r>
          </a:p>
          <a:p xmlns:a="http://schemas.openxmlformats.org/drawingml/2006/main">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networking + policy</a:t>
            </a:r>
          </a:p>
        </p:txBody>
      </p:sp>
      <p:sp>
        <p:nvSpPr>
          <p:cNvPr id="12" name="Rounded Rectangle 11">
            <a:extLst xmlns:a="http://schemas.openxmlformats.org/drawingml/2006/main">
              <a:ext uri="{FF2B5EF4-FFF2-40B4-BE49-F238E27FC236}">
                <a16:creationId xmlns:a16="http://schemas.microsoft.com/office/drawing/2014/main" id="{86D6710D-EC8A-4D0D-B35E-2CDA393F1CE0}"/>
              </a:ext>
            </a:extLst>
          </p:cNvPr>
          <p:cNvSpPr>
            <a:spLocks xmlns:a="http://schemas.openxmlformats.org/drawingml/2006/main" noGrp="1"/>
          </p:cNvSpPr>
          <p:nvPr/>
        </p:nvSpPr>
        <p:spPr>
          <a:xfrm xmlns:a="http://schemas.openxmlformats.org/drawingml/2006/main">
            <a:off x="8572500" y="3676650"/>
            <a:ext cx="2571750" cy="1095375"/>
          </a:xfrm>
          <a:prstGeom xmlns:a="http://schemas.openxmlformats.org/drawingml/2006/main" prst="roundRect">
            <a:avLst>
              <a:gd name="adj" fmla="val 6957"/>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a:t>
            </a:r>
          </a:p>
          <a:p xmlns:a="http://schemas.openxmlformats.org/drawingml/2006/main">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application telemetry</a:t>
            </a:r>
          </a:p>
        </p:txBody>
      </p:sp>
      <p:sp>
        <p:nvSpPr>
          <p:cNvPr id="14" name="">
            <a:extLst xmlns:a="http://schemas.openxmlformats.org/drawingml/2006/main">
              <a:ext uri="{FF2B5EF4-FFF2-40B4-BE49-F238E27FC236}">
                <a16:creationId xmlns:a16="http://schemas.microsoft.com/office/drawing/2014/main" id="{EBB07FB0-36F4-48B1-8714-832800EE3B62}"/>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612FC7A-1A2B-4638-9E69-C1CD77A5A173}"/>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161320730"/>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2CE621AC-689C-42C7-AF0D-CE910FEEF15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Four places to follow one request</a:t>
            </a:r>
          </a:p>
        </p:txBody>
      </p:sp>
      <p:sp>
        <p:nvSpPr>
          <p:cNvPr id="2" name="Rectangle 1">
            <a:extLst xmlns:a="http://schemas.openxmlformats.org/drawingml/2006/main">
              <a:ext uri="{FF2B5EF4-FFF2-40B4-BE49-F238E27FC236}">
                <a16:creationId xmlns:a16="http://schemas.microsoft.com/office/drawing/2014/main" id="{6BC11B03-7BE7-440C-9D01-D6F8181DB50D}"/>
              </a:ext>
            </a:extLst>
          </p:cNvPr>
          <p:cNvSpPr>
            <a:spLocks xmlns:a="http://schemas.openxmlformats.org/drawingml/2006/main" noGrp="1"/>
          </p:cNvSpPr>
          <p:nvPr/>
        </p:nvSpPr>
        <p:spPr>
          <a:xfrm xmlns:a="http://schemas.openxmlformats.org/drawingml/2006/main">
            <a:off x="742950" y="15049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DDCBFEAA-5905-4F17-AEEA-5ADAAA8DAC87}"/>
              </a:ext>
            </a:extLst>
          </p:cNvPr>
          <p:cNvSpPr>
            <a:spLocks xmlns:a="http://schemas.openxmlformats.org/drawingml/2006/main" noGrp="1"/>
          </p:cNvSpPr>
          <p:nvPr/>
        </p:nvSpPr>
        <p:spPr>
          <a:xfrm xmlns:a="http://schemas.openxmlformats.org/drawingml/2006/main">
            <a:off x="1619250" y="15049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Application</a:t>
            </a:r>
          </a:p>
        </p:txBody>
      </p:sp>
      <p:sp>
        <p:nvSpPr>
          <p:cNvPr id="4" name="Rectangle 3">
            <a:extLst xmlns:a="http://schemas.openxmlformats.org/drawingml/2006/main">
              <a:ext uri="{FF2B5EF4-FFF2-40B4-BE49-F238E27FC236}">
                <a16:creationId xmlns:a16="http://schemas.microsoft.com/office/drawing/2014/main" id="{4225EF06-7A29-4D46-B6F9-1770A01BF3B8}"/>
              </a:ext>
            </a:extLst>
          </p:cNvPr>
          <p:cNvSpPr>
            <a:spLocks xmlns:a="http://schemas.openxmlformats.org/drawingml/2006/main" noGrp="1"/>
          </p:cNvSpPr>
          <p:nvPr/>
        </p:nvSpPr>
        <p:spPr>
          <a:xfrm xmlns:a="http://schemas.openxmlformats.org/drawingml/2006/main">
            <a:off x="4286250" y="15240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sees requests and creates spans</a:t>
            </a:r>
          </a:p>
        </p:txBody>
      </p:sp>
      <p:sp>
        <p:nvSpPr>
          <p:cNvPr id="5" name="Rectangle 4">
            <a:extLst xmlns:a="http://schemas.openxmlformats.org/drawingml/2006/main">
              <a:ext uri="{FF2B5EF4-FFF2-40B4-BE49-F238E27FC236}">
                <a16:creationId xmlns:a16="http://schemas.microsoft.com/office/drawing/2014/main" id="{824E722C-C9BD-4B15-92A9-BD0218D7F638}"/>
              </a:ext>
            </a:extLst>
          </p:cNvPr>
          <p:cNvSpPr>
            <a:spLocks xmlns:a="http://schemas.openxmlformats.org/drawingml/2006/main" noGrp="1"/>
          </p:cNvSpPr>
          <p:nvPr/>
        </p:nvSpPr>
        <p:spPr>
          <a:xfrm xmlns:a="http://schemas.openxmlformats.org/drawingml/2006/main">
            <a:off x="1619250" y="21336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F0AD0635-664F-43EF-9FDD-B91796271779}"/>
              </a:ext>
            </a:extLst>
          </p:cNvPr>
          <p:cNvSpPr>
            <a:spLocks xmlns:a="http://schemas.openxmlformats.org/drawingml/2006/main" noGrp="1"/>
          </p:cNvSpPr>
          <p:nvPr/>
        </p:nvSpPr>
        <p:spPr>
          <a:xfrm xmlns:a="http://schemas.openxmlformats.org/drawingml/2006/main">
            <a:off x="742950" y="25717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xmlns:a="http://schemas.openxmlformats.org/drawingml/2006/main">
              <a:ext uri="{FF2B5EF4-FFF2-40B4-BE49-F238E27FC236}">
                <a16:creationId xmlns:a16="http://schemas.microsoft.com/office/drawing/2014/main" id="{821AE919-C864-46A3-99EC-CB2F9C3CB7C5}"/>
              </a:ext>
            </a:extLst>
          </p:cNvPr>
          <p:cNvSpPr>
            <a:spLocks xmlns:a="http://schemas.openxmlformats.org/drawingml/2006/main" noGrp="1"/>
          </p:cNvSpPr>
          <p:nvPr/>
        </p:nvSpPr>
        <p:spPr>
          <a:xfrm xmlns:a="http://schemas.openxmlformats.org/drawingml/2006/main">
            <a:off x="1619250" y="25717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Pod network</a:t>
            </a:r>
          </a:p>
        </p:txBody>
      </p:sp>
      <p:sp>
        <p:nvSpPr>
          <p:cNvPr id="8" name="Rectangle 7">
            <a:extLst xmlns:a="http://schemas.openxmlformats.org/drawingml/2006/main">
              <a:ext uri="{FF2B5EF4-FFF2-40B4-BE49-F238E27FC236}">
                <a16:creationId xmlns:a16="http://schemas.microsoft.com/office/drawing/2014/main" id="{AA5A7CAF-881E-4B9A-9212-812ECF094684}"/>
              </a:ext>
            </a:extLst>
          </p:cNvPr>
          <p:cNvSpPr>
            <a:spLocks xmlns:a="http://schemas.openxmlformats.org/drawingml/2006/main" noGrp="1"/>
          </p:cNvSpPr>
          <p:nvPr/>
        </p:nvSpPr>
        <p:spPr>
          <a:xfrm xmlns:a="http://schemas.openxmlformats.org/drawingml/2006/main">
            <a:off x="4286250" y="25908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A veth pair connects the pod to the node</a:t>
            </a:r>
          </a:p>
        </p:txBody>
      </p:sp>
      <p:sp>
        <p:nvSpPr>
          <p:cNvPr id="9" name="Rectangle 8">
            <a:extLst xmlns:a="http://schemas.openxmlformats.org/drawingml/2006/main">
              <a:ext uri="{FF2B5EF4-FFF2-40B4-BE49-F238E27FC236}">
                <a16:creationId xmlns:a16="http://schemas.microsoft.com/office/drawing/2014/main" id="{0459F131-9FA3-4773-B4CE-90991C1FEC15}"/>
              </a:ext>
            </a:extLst>
          </p:cNvPr>
          <p:cNvSpPr>
            <a:spLocks xmlns:a="http://schemas.openxmlformats.org/drawingml/2006/main" noGrp="1"/>
          </p:cNvSpPr>
          <p:nvPr/>
        </p:nvSpPr>
        <p:spPr>
          <a:xfrm xmlns:a="http://schemas.openxmlformats.org/drawingml/2006/main">
            <a:off x="1619250" y="32004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FEA221D4-7B46-40AD-9652-A2BF4CF49050}"/>
              </a:ext>
            </a:extLst>
          </p:cNvPr>
          <p:cNvSpPr>
            <a:spLocks xmlns:a="http://schemas.openxmlformats.org/drawingml/2006/main" noGrp="1"/>
          </p:cNvSpPr>
          <p:nvPr/>
        </p:nvSpPr>
        <p:spPr>
          <a:xfrm xmlns:a="http://schemas.openxmlformats.org/drawingml/2006/main">
            <a:off x="742950" y="36385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xmlns:a="http://schemas.openxmlformats.org/drawingml/2006/main">
              <a:ext uri="{FF2B5EF4-FFF2-40B4-BE49-F238E27FC236}">
                <a16:creationId xmlns:a16="http://schemas.microsoft.com/office/drawing/2014/main" id="{485A77C8-B4A2-41C9-9E95-9E1328DFE742}"/>
              </a:ext>
            </a:extLst>
          </p:cNvPr>
          <p:cNvSpPr>
            <a:spLocks xmlns:a="http://schemas.openxmlformats.org/drawingml/2006/main" noGrp="1"/>
          </p:cNvSpPr>
          <p:nvPr/>
        </p:nvSpPr>
        <p:spPr>
          <a:xfrm xmlns:a="http://schemas.openxmlformats.org/drawingml/2006/main">
            <a:off x="1619250" y="36385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Kernel path</a:t>
            </a:r>
          </a:p>
        </p:txBody>
      </p:sp>
      <p:sp>
        <p:nvSpPr>
          <p:cNvPr id="12" name="Rectangle 11">
            <a:extLst xmlns:a="http://schemas.openxmlformats.org/drawingml/2006/main">
              <a:ext uri="{FF2B5EF4-FFF2-40B4-BE49-F238E27FC236}">
                <a16:creationId xmlns:a16="http://schemas.microsoft.com/office/drawing/2014/main" id="{7956BC91-69D7-43C9-9CFD-E1743AA19FB5}"/>
              </a:ext>
            </a:extLst>
          </p:cNvPr>
          <p:cNvSpPr>
            <a:spLocks xmlns:a="http://schemas.openxmlformats.org/drawingml/2006/main" noGrp="1"/>
          </p:cNvSpPr>
          <p:nvPr/>
        </p:nvSpPr>
        <p:spPr>
          <a:xfrm xmlns:a="http://schemas.openxmlformats.org/drawingml/2006/main">
            <a:off x="4286250" y="36576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Cilium routes traffic and enforces policy</a:t>
            </a:r>
          </a:p>
        </p:txBody>
      </p:sp>
      <p:sp>
        <p:nvSpPr>
          <p:cNvPr id="13" name="Rectangle 12">
            <a:extLst xmlns:a="http://schemas.openxmlformats.org/drawingml/2006/main">
              <a:ext uri="{FF2B5EF4-FFF2-40B4-BE49-F238E27FC236}">
                <a16:creationId xmlns:a16="http://schemas.microsoft.com/office/drawing/2014/main" id="{7F2D22A6-1C48-4B19-A882-918FF2DE750E}"/>
              </a:ext>
            </a:extLst>
          </p:cNvPr>
          <p:cNvSpPr>
            <a:spLocks xmlns:a="http://schemas.openxmlformats.org/drawingml/2006/main" noGrp="1"/>
          </p:cNvSpPr>
          <p:nvPr/>
        </p:nvSpPr>
        <p:spPr>
          <a:xfrm xmlns:a="http://schemas.openxmlformats.org/drawingml/2006/main">
            <a:off x="1619250" y="42672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D0A0D56B-FDB0-4971-B2B3-C265324ACDCB}"/>
              </a:ext>
            </a:extLst>
          </p:cNvPr>
          <p:cNvSpPr>
            <a:spLocks xmlns:a="http://schemas.openxmlformats.org/drawingml/2006/main" noGrp="1"/>
          </p:cNvSpPr>
          <p:nvPr/>
        </p:nvSpPr>
        <p:spPr>
          <a:xfrm xmlns:a="http://schemas.openxmlformats.org/drawingml/2006/main">
            <a:off x="742950" y="47053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xmlns:a="http://schemas.openxmlformats.org/drawingml/2006/main">
              <a:ext uri="{FF2B5EF4-FFF2-40B4-BE49-F238E27FC236}">
                <a16:creationId xmlns:a16="http://schemas.microsoft.com/office/drawing/2014/main" id="{69592A17-1663-4A01-9986-49CA13FA2E89}"/>
              </a:ext>
            </a:extLst>
          </p:cNvPr>
          <p:cNvSpPr>
            <a:spLocks xmlns:a="http://schemas.openxmlformats.org/drawingml/2006/main" noGrp="1"/>
          </p:cNvSpPr>
          <p:nvPr/>
        </p:nvSpPr>
        <p:spPr>
          <a:xfrm xmlns:a="http://schemas.openxmlformats.org/drawingml/2006/main">
            <a:off x="1619250" y="47053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Shared TC</a:t>
            </a:r>
          </a:p>
        </p:txBody>
      </p:sp>
      <p:sp>
        <p:nvSpPr>
          <p:cNvPr id="16" name="Rectangle 15">
            <a:extLst xmlns:a="http://schemas.openxmlformats.org/drawingml/2006/main">
              <a:ext uri="{FF2B5EF4-FFF2-40B4-BE49-F238E27FC236}">
                <a16:creationId xmlns:a16="http://schemas.microsoft.com/office/drawing/2014/main" id="{EC182D77-4817-46E5-B999-4E8BF56AE275}"/>
              </a:ext>
            </a:extLst>
          </p:cNvPr>
          <p:cNvSpPr>
            <a:spLocks xmlns:a="http://schemas.openxmlformats.org/drawingml/2006/main" noGrp="1"/>
          </p:cNvSpPr>
          <p:nvPr/>
        </p:nvSpPr>
        <p:spPr>
          <a:xfrm xmlns:a="http://schemas.openxmlformats.org/drawingml/2006/main">
            <a:off x="4286250" y="47244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and Cilium can both attach here</a:t>
            </a:r>
          </a:p>
        </p:txBody>
      </p:sp>
      <p:sp>
        <p:nvSpPr>
          <p:cNvPr id="17" name="Rectangle 16">
            <a:extLst xmlns:a="http://schemas.openxmlformats.org/drawingml/2006/main">
              <a:ext uri="{FF2B5EF4-FFF2-40B4-BE49-F238E27FC236}">
                <a16:creationId xmlns:a16="http://schemas.microsoft.com/office/drawing/2014/main" id="{B22D68FA-8D4A-4E44-A997-C6CD8B29C3E3}"/>
              </a:ext>
            </a:extLst>
          </p:cNvPr>
          <p:cNvSpPr>
            <a:spLocks xmlns:a="http://schemas.openxmlformats.org/drawingml/2006/main" noGrp="1"/>
          </p:cNvSpPr>
          <p:nvPr/>
        </p:nvSpPr>
        <p:spPr>
          <a:xfrm xmlns:a="http://schemas.openxmlformats.org/drawingml/2006/main">
            <a:off x="1619250" y="53340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8" name="Rounded Rectangle 17">
            <a:extLst xmlns:a="http://schemas.openxmlformats.org/drawingml/2006/main">
              <a:ext uri="{FF2B5EF4-FFF2-40B4-BE49-F238E27FC236}">
                <a16:creationId xmlns:a16="http://schemas.microsoft.com/office/drawing/2014/main" id="{B2A1EB50-E968-4E50-A168-D3F4D32BBD54}"/>
              </a:ext>
            </a:extLst>
          </p:cNvPr>
          <p:cNvSpPr>
            <a:spLocks xmlns:a="http://schemas.openxmlformats.org/drawingml/2006/main" noGrp="1"/>
          </p:cNvSpPr>
          <p:nvPr/>
        </p:nvSpPr>
        <p:spPr>
          <a:xfrm xmlns:a="http://schemas.openxmlformats.org/drawingml/2006/main">
            <a:off x="1619250" y="5734050"/>
            <a:ext cx="9429750" cy="457200"/>
          </a:xfrm>
          <a:prstGeom xmlns:a="http://schemas.openxmlformats.org/drawingml/2006/main" prst="roundRect">
            <a:avLst>
              <a:gd name="adj" fmla="val 16667"/>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585865DE-64D1-4422-A0F9-E558EA8A8F88}"/>
              </a:ext>
            </a:extLst>
          </p:cNvPr>
          <p:cNvSpPr>
            <a:spLocks xmlns:a="http://schemas.openxmlformats.org/drawingml/2006/main" noGrp="1"/>
          </p:cNvSpPr>
          <p:nvPr/>
        </p:nvSpPr>
        <p:spPr>
          <a:xfrm xmlns:a="http://schemas.openxmlformats.org/drawingml/2006/main">
            <a:off x="1905000" y="5810250"/>
            <a:ext cx="885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276" lnSpcReduction="10000"/>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TC is the one shared checkpoint we will examine.</a:t>
            </a:r>
          </a:p>
        </p:txBody>
      </p:sp>
    </p:spTree>
    <p:extLst>
      <p:ext uri="{BB962C8B-B14F-4D97-AF65-F5344CB8AC3E}">
        <p14:creationId xmlns:p14="http://schemas.microsoft.com/office/powerpoint/2010/main" val="188285791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6" name="slide-title">
            <a:extLst xmlns:a="http://schemas.openxmlformats.org/drawingml/2006/main">
              <a:ext uri="{FF2B5EF4-FFF2-40B4-BE49-F238E27FC236}">
                <a16:creationId xmlns:a16="http://schemas.microsoft.com/office/drawing/2014/main" id="{F30FCB05-D8E9-4E9A-A589-036B48EA73AC}"/>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and Cilium meet at TC</a:t>
            </a:r>
          </a:p>
        </p:txBody>
      </p:sp>
      <p:sp>
        <p:nvSpPr>
          <p:cNvPr id="2" name="slide-subtitle">
            <a:extLst xmlns:a="http://schemas.openxmlformats.org/drawingml/2006/main">
              <a:ext uri="{FF2B5EF4-FFF2-40B4-BE49-F238E27FC236}">
                <a16:creationId xmlns:a16="http://schemas.microsoft.com/office/drawing/2014/main" id="{9D6C336A-55D5-4177-AF1B-389608688355}"/>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can add trace context here. Cilium processes pod traffic here.</a:t>
            </a:r>
          </a:p>
        </p:txBody>
      </p:sp>
      <p:sp>
        <p:nvSpPr>
          <p:cNvPr id="3" name="Rounded Rectangle 2">
            <a:extLst xmlns:a="http://schemas.openxmlformats.org/drawingml/2006/main">
              <a:ext uri="{FF2B5EF4-FFF2-40B4-BE49-F238E27FC236}">
                <a16:creationId xmlns:a16="http://schemas.microsoft.com/office/drawing/2014/main" id="{2C6A31FC-F26E-42CD-9AE6-3C77F3A50EB6}"/>
              </a:ext>
            </a:extLst>
          </p:cNvPr>
          <p:cNvSpPr>
            <a:spLocks xmlns:a="http://schemas.openxmlformats.org/drawingml/2006/main" noGrp="1"/>
          </p:cNvSpPr>
          <p:nvPr/>
        </p:nvSpPr>
        <p:spPr>
          <a:xfrm xmlns:a="http://schemas.openxmlformats.org/drawingml/2006/main">
            <a:off x="666750" y="1562100"/>
            <a:ext cx="4762500" cy="781050"/>
          </a:xfrm>
          <a:prstGeom xmlns:a="http://schemas.openxmlformats.org/drawingml/2006/main" prst="roundRect">
            <a:avLst>
              <a:gd name="adj" fmla="val 9756"/>
            </a:avLst>
          </a:prstGeom>
          <a:solidFill xmlns:a="http://schemas.openxmlformats.org/drawingml/2006/main">
            <a:srgbClr val="F9F0F6"/>
          </a:solidFill>
          <a:ln xmlns:a="http://schemas.openxmlformats.org/drawingml/2006/main" w="14288">
            <a:solidFill>
              <a:srgbClr val="FF007F"/>
            </a:solid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EA4F80D9-21A7-4BB0-8B6C-ADE46F071600}"/>
              </a:ext>
            </a:extLst>
          </p:cNvPr>
          <p:cNvSpPr>
            <a:spLocks xmlns:a="http://schemas.openxmlformats.org/drawingml/2006/main" noGrp="1"/>
          </p:cNvSpPr>
          <p:nvPr/>
        </p:nvSpPr>
        <p:spPr>
          <a:xfrm xmlns:a="http://schemas.openxmlformats.org/drawingml/2006/main">
            <a:off x="895350" y="16954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591" lnSpcReduction="20000"/>
          </a:bodyPr>
          <a:lstStyle xmlns:a="http://schemas.openxmlformats.org/drawingml/2006/main"/>
          <a:p xmlns:a="http://schemas.openxmlformats.org/drawingml/2006/main">
            <a:pPr algn="l">
              <a:buNone/>
              <a:defRPr sz="1650" b="1">
                <a:solidFill>
                  <a:srgbClr val="FF007F"/>
                </a:solidFill>
                <a:latin typeface="CiscoSansTT Medium"/>
                <a:ea typeface="CiscoSansTT Medium"/>
                <a:cs typeface="CiscoSansTT Medium"/>
              </a:defRPr>
            </a:pPr>
            <a:r>
              <a:rPr sz="1650" b="1">
                <a:solidFill>
                  <a:srgbClr val="FF007F"/>
                </a:solidFill>
                <a:latin typeface="CiscoSansTT Medium"/>
                <a:ea typeface="CiscoSansTT Medium"/>
                <a:cs typeface="CiscoSansTT Medium"/>
              </a:rPr>
              <a:t>OBI</a:t>
            </a:r>
          </a:p>
        </p:txBody>
      </p:sp>
      <p:sp>
        <p:nvSpPr>
          <p:cNvPr id="5" name="Rectangle 4">
            <a:extLst xmlns:a="http://schemas.openxmlformats.org/drawingml/2006/main">
              <a:ext uri="{FF2B5EF4-FFF2-40B4-BE49-F238E27FC236}">
                <a16:creationId xmlns:a16="http://schemas.microsoft.com/office/drawing/2014/main" id="{3095A0B0-00E3-4075-B666-952E0C2DC6C9}"/>
              </a:ext>
            </a:extLst>
          </p:cNvPr>
          <p:cNvSpPr>
            <a:spLocks xmlns:a="http://schemas.openxmlformats.org/drawingml/2006/main" noGrp="1"/>
          </p:cNvSpPr>
          <p:nvPr/>
        </p:nvSpPr>
        <p:spPr>
          <a:xfrm xmlns:a="http://schemas.openxmlformats.org/drawingml/2006/main">
            <a:off x="895350" y="2000250"/>
            <a:ext cx="4000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9912" lnSpcReduction="20000"/>
          </a:bodyPr>
          <a:lstStyle xmlns:a="http://schemas.openxmlformats.org/drawingml/2006/main"/>
          <a:p xmlns:a="http://schemas.openxmlformats.org/drawingml/2006/main">
            <a:pPr algn="l">
              <a:buNone/>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Optional TCP trace propagation</a:t>
            </a:r>
          </a:p>
        </p:txBody>
      </p:sp>
      <p:sp>
        <p:nvSpPr>
          <p:cNvPr id="6" name="Rounded Rectangle 5">
            <a:extLst xmlns:a="http://schemas.openxmlformats.org/drawingml/2006/main">
              <a:ext uri="{FF2B5EF4-FFF2-40B4-BE49-F238E27FC236}">
                <a16:creationId xmlns:a16="http://schemas.microsoft.com/office/drawing/2014/main" id="{8894B500-4C60-4EB7-A55D-B07E8DDA0609}"/>
              </a:ext>
            </a:extLst>
          </p:cNvPr>
          <p:cNvSpPr>
            <a:spLocks xmlns:a="http://schemas.openxmlformats.org/drawingml/2006/main" noGrp="1"/>
          </p:cNvSpPr>
          <p:nvPr/>
        </p:nvSpPr>
        <p:spPr>
          <a:xfrm xmlns:a="http://schemas.openxmlformats.org/drawingml/2006/main">
            <a:off x="6762750" y="1562100"/>
            <a:ext cx="4762500" cy="781050"/>
          </a:xfrm>
          <a:prstGeom xmlns:a="http://schemas.openxmlformats.org/drawingml/2006/main" prst="roundRect">
            <a:avLst>
              <a:gd name="adj" fmla="val 9756"/>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20A765CC-FD83-44B5-A7D3-BA0C7F84DAAD}"/>
              </a:ext>
            </a:extLst>
          </p:cNvPr>
          <p:cNvSpPr>
            <a:spLocks xmlns:a="http://schemas.openxmlformats.org/drawingml/2006/main" noGrp="1"/>
          </p:cNvSpPr>
          <p:nvPr/>
        </p:nvSpPr>
        <p:spPr>
          <a:xfrm xmlns:a="http://schemas.openxmlformats.org/drawingml/2006/main">
            <a:off x="6991350" y="1695450"/>
            <a:ext cx="228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591" lnSpcReduction="20000"/>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Cilium</a:t>
            </a:r>
          </a:p>
        </p:txBody>
      </p:sp>
      <p:sp>
        <p:nvSpPr>
          <p:cNvPr id="8" name="Rectangle 7">
            <a:extLst xmlns:a="http://schemas.openxmlformats.org/drawingml/2006/main">
              <a:ext uri="{FF2B5EF4-FFF2-40B4-BE49-F238E27FC236}">
                <a16:creationId xmlns:a16="http://schemas.microsoft.com/office/drawing/2014/main" id="{6C28BB69-CC38-4098-95A7-E508628C9EA9}"/>
              </a:ext>
            </a:extLst>
          </p:cNvPr>
          <p:cNvSpPr>
            <a:spLocks xmlns:a="http://schemas.openxmlformats.org/drawingml/2006/main" noGrp="1"/>
          </p:cNvSpPr>
          <p:nvPr/>
        </p:nvSpPr>
        <p:spPr>
          <a:xfrm xmlns:a="http://schemas.openxmlformats.org/drawingml/2006/main">
            <a:off x="6991350" y="2000250"/>
            <a:ext cx="3905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9912" lnSpcReduction="20000"/>
          </a:bodyPr>
          <a:lstStyle xmlns:a="http://schemas.openxmlformats.org/drawingml/2006/main"/>
          <a:p xmlns:a="http://schemas.openxmlformats.org/drawingml/2006/main">
            <a:pPr algn="l">
              <a:buNone/>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Pod networking and policy</a:t>
            </a:r>
          </a:p>
        </p:txBody>
      </p:sp>
      <p:sp>
        <p:nvSpPr>
          <p:cNvPr id="9" name="Rounded Rectangle 8">
            <a:extLst xmlns:a="http://schemas.openxmlformats.org/drawingml/2006/main">
              <a:ext uri="{FF2B5EF4-FFF2-40B4-BE49-F238E27FC236}">
                <a16:creationId xmlns:a16="http://schemas.microsoft.com/office/drawing/2014/main" id="{696BD036-81BB-46F4-A7AB-4D4FBF7CFB83}"/>
              </a:ext>
            </a:extLst>
          </p:cNvPr>
          <p:cNvSpPr>
            <a:spLocks xmlns:a="http://schemas.openxmlformats.org/drawingml/2006/main" noGrp="1"/>
          </p:cNvSpPr>
          <p:nvPr/>
        </p:nvSpPr>
        <p:spPr>
          <a:xfrm xmlns:a="http://schemas.openxmlformats.org/drawingml/2006/main">
            <a:off x="666750" y="2870200"/>
            <a:ext cx="2286000" cy="723900"/>
          </a:xfrm>
          <a:prstGeom xmlns:a="http://schemas.openxmlformats.org/drawingml/2006/main" prst="roundRect">
            <a:avLst>
              <a:gd name="adj" fmla="val 10526"/>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Application process</a:t>
            </a:r>
          </a:p>
        </p:txBody>
      </p:sp>
      <p:sp>
        <p:nvSpPr>
          <p:cNvPr id="10" name="Rounded Rectangle 9">
            <a:extLst xmlns:a="http://schemas.openxmlformats.org/drawingml/2006/main">
              <a:ext uri="{FF2B5EF4-FFF2-40B4-BE49-F238E27FC236}">
                <a16:creationId xmlns:a16="http://schemas.microsoft.com/office/drawing/2014/main" id="{A91280D8-EB21-46FE-8E56-DC7EFF804CF9}"/>
              </a:ext>
            </a:extLst>
          </p:cNvPr>
          <p:cNvSpPr>
            <a:spLocks xmlns:a="http://schemas.openxmlformats.org/drawingml/2006/main" noGrp="1"/>
          </p:cNvSpPr>
          <p:nvPr/>
        </p:nvSpPr>
        <p:spPr>
          <a:xfrm xmlns:a="http://schemas.openxmlformats.org/drawingml/2006/main">
            <a:off x="4953000" y="2857500"/>
            <a:ext cx="2286000" cy="723900"/>
          </a:xfrm>
          <a:prstGeom xmlns:a="http://schemas.openxmlformats.org/drawingml/2006/main" prst="roundRect">
            <a:avLst>
              <a:gd name="adj" fmla="val 10526"/>
            </a:avLst>
          </a:prstGeom>
          <a:solidFill xmlns:a="http://schemas.openxmlformats.org/drawingml/2006/main">
            <a:srgbClr val="FFFFFF"/>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Host-side veth</a:t>
            </a:r>
          </a:p>
        </p:txBody>
      </p:sp>
      <p:sp>
        <p:nvSpPr>
          <p:cNvPr id="11" name="Rounded Rectangle 10">
            <a:extLst xmlns:a="http://schemas.openxmlformats.org/drawingml/2006/main">
              <a:ext uri="{FF2B5EF4-FFF2-40B4-BE49-F238E27FC236}">
                <a16:creationId xmlns:a16="http://schemas.microsoft.com/office/drawing/2014/main" id="{CDF2353C-694D-4CB4-9EA5-DA115205C4B4}"/>
              </a:ext>
            </a:extLst>
          </p:cNvPr>
          <p:cNvSpPr>
            <a:spLocks xmlns:a="http://schemas.openxmlformats.org/drawingml/2006/main" noGrp="1"/>
          </p:cNvSpPr>
          <p:nvPr/>
        </p:nvSpPr>
        <p:spPr>
          <a:xfrm xmlns:a="http://schemas.openxmlformats.org/drawingml/2006/main">
            <a:off x="9239250" y="2857500"/>
            <a:ext cx="2095500" cy="723900"/>
          </a:xfrm>
          <a:prstGeom xmlns:a="http://schemas.openxmlformats.org/drawingml/2006/main" prst="roundRect">
            <a:avLst>
              <a:gd name="adj" fmla="val 10526"/>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Network</a:t>
            </a:r>
          </a:p>
        </p:txBody>
      </p:sp>
      <p:cxnSp>
        <p:nvCxnSpPr>
          <p:cNvPr id="349" name="Elbow Connector 36"/>
          <p:cNvCxnSpPr>
            <a:stCxn xmlns:a="http://schemas.openxmlformats.org/drawingml/2006/main" id="9" idx="3"/>
            <a:endCxn xmlns:a="http://schemas.openxmlformats.org/drawingml/2006/main" id="10" idx="1"/>
          </p:cNvCxnSpPr>
          <p:nvPr/>
        </p:nvCxnSpPr>
        <p:spPr>
          <a:xfrm xmlns:a="http://schemas.openxmlformats.org/drawingml/2006/main" flipV="1">
            <a:off x="2952750" y="3219450"/>
            <a:ext cx="2000250" cy="12700"/>
          </a:xfrm>
          <a:prstGeom xmlns:a="http://schemas.openxmlformats.org/drawingml/2006/main" prst="bentConnector3">
            <a:avLst>
              <a:gd name="adj1" fmla="val 50000"/>
            </a:avLst>
          </a:prstGeom>
          <a:ln xmlns:a="http://schemas.openxmlformats.org/drawingml/2006/main" w="23813">
            <a:solidFill>
              <a:srgbClr val="686B6B"/>
            </a:solidFill>
            <a:prstDash val="solid"/>
            <a:tailEnd type="arrow" w="med" len="med"/>
          </a:ln>
        </p:spPr>
      </p:cxnSp>
      <p:cxnSp>
        <p:nvCxnSpPr>
          <p:cNvPr id="350" name="Straight Arrow Connector 37"/>
          <p:cNvCxnSpPr>
            <a:stCxn xmlns:a="http://schemas.openxmlformats.org/drawingml/2006/main" id="10" idx="3"/>
            <a:endCxn xmlns:a="http://schemas.openxmlformats.org/drawingml/2006/main" id="11" idx="1"/>
          </p:cNvCxnSpPr>
          <p:nvPr/>
        </p:nvCxnSpPr>
        <p:spPr>
          <a:xfrm xmlns:a="http://schemas.openxmlformats.org/drawingml/2006/main">
            <a:off x="7239000" y="3219450"/>
            <a:ext cx="2000250" cy="0"/>
          </a:xfrm>
          <a:prstGeom xmlns:a="http://schemas.openxmlformats.org/drawingml/2006/main" prst="straightConnector1">
            <a:avLst/>
          </a:prstGeom>
          <a:ln xmlns:a="http://schemas.openxmlformats.org/drawingml/2006/main" w="23813">
            <a:solidFill>
              <a:srgbClr val="686B6B"/>
            </a:solidFill>
            <a:prstDash val="solid"/>
            <a:tailEnd type="arrow" w="med" len="med"/>
          </a:ln>
        </p:spPr>
      </p:cxnSp>
      <p:sp>
        <p:nvSpPr>
          <p:cNvPr id="14" name="Rounded Rectangle 13">
            <a:extLst xmlns:a="http://schemas.openxmlformats.org/drawingml/2006/main">
              <a:ext uri="{FF2B5EF4-FFF2-40B4-BE49-F238E27FC236}">
                <a16:creationId xmlns:a16="http://schemas.microsoft.com/office/drawing/2014/main" id="{87530A25-FA22-4956-8BEA-4DCA6ABD07D0}"/>
              </a:ext>
            </a:extLst>
          </p:cNvPr>
          <p:cNvSpPr>
            <a:spLocks xmlns:a="http://schemas.openxmlformats.org/drawingml/2006/main" noGrp="1"/>
          </p:cNvSpPr>
          <p:nvPr/>
        </p:nvSpPr>
        <p:spPr>
          <a:xfrm xmlns:a="http://schemas.openxmlformats.org/drawingml/2006/main">
            <a:off x="2381250" y="4000500"/>
            <a:ext cx="7429500" cy="1619250"/>
          </a:xfrm>
          <a:prstGeom xmlns:a="http://schemas.openxmlformats.org/drawingml/2006/main" prst="roundRect">
            <a:avLst>
              <a:gd name="adj" fmla="val 4706"/>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5" name="Rectangle 14">
            <a:extLst xmlns:a="http://schemas.openxmlformats.org/drawingml/2006/main">
              <a:ext uri="{FF2B5EF4-FFF2-40B4-BE49-F238E27FC236}">
                <a16:creationId xmlns:a16="http://schemas.microsoft.com/office/drawing/2014/main" id="{6781C774-D4AF-488E-B34F-6E2E2AA5302D}"/>
              </a:ext>
            </a:extLst>
          </p:cNvPr>
          <p:cNvSpPr>
            <a:spLocks xmlns:a="http://schemas.openxmlformats.org/drawingml/2006/main" noGrp="1"/>
          </p:cNvSpPr>
          <p:nvPr/>
        </p:nvSpPr>
        <p:spPr>
          <a:xfrm xmlns:a="http://schemas.openxmlformats.org/drawingml/2006/main">
            <a:off x="2724150" y="4171950"/>
            <a:ext cx="6743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20000"/>
          </a:bodyPr>
          <a:lstStyle xmlns:a="http://schemas.openxmlformats.org/drawingml/2006/main"/>
          <a:p xmlns:a="http://schemas.openxmlformats.org/drawingml/2006/main">
            <a:pPr algn="ctr">
              <a:buNone/>
              <a:defRPr sz="1875" b="1">
                <a:solidFill>
                  <a:srgbClr val="FFFFFF"/>
                </a:solidFill>
                <a:latin typeface="CiscoSansTT Medium"/>
                <a:ea typeface="CiscoSansTT Medium"/>
                <a:cs typeface="CiscoSansTT Medium"/>
              </a:defRPr>
            </a:pPr>
            <a:r>
              <a:rPr sz="1875" b="1">
                <a:solidFill>
                  <a:srgbClr val="FFFFFF"/>
                </a:solidFill>
                <a:latin typeface="CiscoSansTT Medium"/>
                <a:ea typeface="CiscoSansTT Medium"/>
                <a:cs typeface="CiscoSansTT Medium"/>
              </a:rPr>
              <a:t>Shared TC hooks on the host-side veth</a:t>
            </a:r>
          </a:p>
        </p:txBody>
      </p:sp>
      <p:sp>
        <p:nvSpPr>
          <p:cNvPr id="16" name="Rounded Rectangle 15">
            <a:extLst xmlns:a="http://schemas.openxmlformats.org/drawingml/2006/main">
              <a:ext uri="{FF2B5EF4-FFF2-40B4-BE49-F238E27FC236}">
                <a16:creationId xmlns:a16="http://schemas.microsoft.com/office/drawing/2014/main" id="{8FFC60E2-24BF-46E6-8463-DF1287D49085}"/>
              </a:ext>
            </a:extLst>
          </p:cNvPr>
          <p:cNvSpPr>
            <a:spLocks xmlns:a="http://schemas.openxmlformats.org/drawingml/2006/main" noGrp="1"/>
          </p:cNvSpPr>
          <p:nvPr/>
        </p:nvSpPr>
        <p:spPr>
          <a:xfrm xmlns:a="http://schemas.openxmlformats.org/drawingml/2006/main">
            <a:off x="2724150" y="4629150"/>
            <a:ext cx="1428750" cy="381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ingress</a:t>
            </a:r>
          </a:p>
        </p:txBody>
      </p:sp>
      <p:sp>
        <p:nvSpPr>
          <p:cNvPr id="17" name="Rounded Rectangle 16">
            <a:extLst xmlns:a="http://schemas.openxmlformats.org/drawingml/2006/main">
              <a:ext uri="{FF2B5EF4-FFF2-40B4-BE49-F238E27FC236}">
                <a16:creationId xmlns:a16="http://schemas.microsoft.com/office/drawing/2014/main" id="{40962869-3F21-45D8-B5A8-6F906157B194}"/>
              </a:ext>
            </a:extLst>
          </p:cNvPr>
          <p:cNvSpPr>
            <a:spLocks xmlns:a="http://schemas.openxmlformats.org/drawingml/2006/main" noGrp="1"/>
          </p:cNvSpPr>
          <p:nvPr/>
        </p:nvSpPr>
        <p:spPr>
          <a:xfrm xmlns:a="http://schemas.openxmlformats.org/drawingml/2006/main">
            <a:off x="4400550" y="4629150"/>
            <a:ext cx="20955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18" name="Rectangle 17">
            <a:extLst xmlns:a="http://schemas.openxmlformats.org/drawingml/2006/main">
              <a:ext uri="{FF2B5EF4-FFF2-40B4-BE49-F238E27FC236}">
                <a16:creationId xmlns:a16="http://schemas.microsoft.com/office/drawing/2014/main" id="{6AD94758-A1ED-4586-AB0C-2F2F07415612}"/>
              </a:ext>
            </a:extLst>
          </p:cNvPr>
          <p:cNvSpPr>
            <a:spLocks xmlns:a="http://schemas.openxmlformats.org/drawingml/2006/main" noGrp="1"/>
          </p:cNvSpPr>
          <p:nvPr/>
        </p:nvSpPr>
        <p:spPr>
          <a:xfrm xmlns:a="http://schemas.openxmlformats.org/drawingml/2006/main">
            <a:off x="6648450" y="4676775"/>
            <a:ext cx="323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4167" lnSpcReduction="20000"/>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19" name="Rounded Rectangle 18">
            <a:extLst xmlns:a="http://schemas.openxmlformats.org/drawingml/2006/main">
              <a:ext uri="{FF2B5EF4-FFF2-40B4-BE49-F238E27FC236}">
                <a16:creationId xmlns:a16="http://schemas.microsoft.com/office/drawing/2014/main" id="{A5377F8E-C8A7-4E79-92B3-3E9549EC1889}"/>
              </a:ext>
            </a:extLst>
          </p:cNvPr>
          <p:cNvSpPr>
            <a:spLocks xmlns:a="http://schemas.openxmlformats.org/drawingml/2006/main" noGrp="1"/>
          </p:cNvSpPr>
          <p:nvPr/>
        </p:nvSpPr>
        <p:spPr>
          <a:xfrm xmlns:a="http://schemas.openxmlformats.org/drawingml/2006/main">
            <a:off x="7124700" y="4629150"/>
            <a:ext cx="23431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sp>
        <p:nvSpPr>
          <p:cNvPr id="20" name="Rounded Rectangle 19">
            <a:extLst xmlns:a="http://schemas.openxmlformats.org/drawingml/2006/main">
              <a:ext uri="{FF2B5EF4-FFF2-40B4-BE49-F238E27FC236}">
                <a16:creationId xmlns:a16="http://schemas.microsoft.com/office/drawing/2014/main" id="{991B3726-39BE-47A6-8FF9-D40A56F03B4F}"/>
              </a:ext>
            </a:extLst>
          </p:cNvPr>
          <p:cNvSpPr>
            <a:spLocks xmlns:a="http://schemas.openxmlformats.org/drawingml/2006/main" noGrp="1"/>
          </p:cNvSpPr>
          <p:nvPr/>
        </p:nvSpPr>
        <p:spPr>
          <a:xfrm xmlns:a="http://schemas.openxmlformats.org/drawingml/2006/main">
            <a:off x="2724150" y="5105400"/>
            <a:ext cx="1428750" cy="381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egress</a:t>
            </a:r>
          </a:p>
        </p:txBody>
      </p:sp>
      <p:sp>
        <p:nvSpPr>
          <p:cNvPr id="21" name="Rounded Rectangle 20">
            <a:extLst xmlns:a="http://schemas.openxmlformats.org/drawingml/2006/main">
              <a:ext uri="{FF2B5EF4-FFF2-40B4-BE49-F238E27FC236}">
                <a16:creationId xmlns:a16="http://schemas.microsoft.com/office/drawing/2014/main" id="{E819752B-899A-4C7E-BF89-47C6539C8406}"/>
              </a:ext>
            </a:extLst>
          </p:cNvPr>
          <p:cNvSpPr>
            <a:spLocks xmlns:a="http://schemas.openxmlformats.org/drawingml/2006/main" noGrp="1"/>
          </p:cNvSpPr>
          <p:nvPr/>
        </p:nvSpPr>
        <p:spPr>
          <a:xfrm xmlns:a="http://schemas.openxmlformats.org/drawingml/2006/main">
            <a:off x="4400550" y="5105400"/>
            <a:ext cx="20955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22" name="Rectangle 21">
            <a:extLst xmlns:a="http://schemas.openxmlformats.org/drawingml/2006/main">
              <a:ext uri="{FF2B5EF4-FFF2-40B4-BE49-F238E27FC236}">
                <a16:creationId xmlns:a16="http://schemas.microsoft.com/office/drawing/2014/main" id="{53F2990E-ED0E-4915-9483-1143960BA0A9}"/>
              </a:ext>
            </a:extLst>
          </p:cNvPr>
          <p:cNvSpPr>
            <a:spLocks xmlns:a="http://schemas.openxmlformats.org/drawingml/2006/main" noGrp="1"/>
          </p:cNvSpPr>
          <p:nvPr/>
        </p:nvSpPr>
        <p:spPr>
          <a:xfrm xmlns:a="http://schemas.openxmlformats.org/drawingml/2006/main">
            <a:off x="6648450" y="5153025"/>
            <a:ext cx="323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4167" lnSpcReduction="20000"/>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23" name="Rounded Rectangle 22">
            <a:extLst xmlns:a="http://schemas.openxmlformats.org/drawingml/2006/main">
              <a:ext uri="{FF2B5EF4-FFF2-40B4-BE49-F238E27FC236}">
                <a16:creationId xmlns:a16="http://schemas.microsoft.com/office/drawing/2014/main" id="{A5FFF6D5-7BCC-4B0B-9620-BB834FEE02EF}"/>
              </a:ext>
            </a:extLst>
          </p:cNvPr>
          <p:cNvSpPr>
            <a:spLocks xmlns:a="http://schemas.openxmlformats.org/drawingml/2006/main" noGrp="1"/>
          </p:cNvSpPr>
          <p:nvPr/>
        </p:nvSpPr>
        <p:spPr>
          <a:xfrm xmlns:a="http://schemas.openxmlformats.org/drawingml/2006/main">
            <a:off x="7124700" y="5105400"/>
            <a:ext cx="23431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cxnSp>
        <p:nvCxnSpPr>
          <p:cNvPr id="361" name="Straight Arrow Connector 48"/>
          <p:cNvCxnSpPr>
            <a:stCxn xmlns:a="http://schemas.openxmlformats.org/drawingml/2006/main" id="10" idx="2"/>
            <a:endCxn xmlns:a="http://schemas.openxmlformats.org/drawingml/2006/main" id="14" idx="0"/>
          </p:cNvCxnSpPr>
          <p:nvPr/>
        </p:nvCxnSpPr>
        <p:spPr>
          <a:xfrm xmlns:a="http://schemas.openxmlformats.org/drawingml/2006/main">
            <a:off x="6096000" y="3581400"/>
            <a:ext cx="0" cy="419100"/>
          </a:xfrm>
          <a:prstGeom xmlns:a="http://schemas.openxmlformats.org/drawingml/2006/main" prst="straightConnector1">
            <a:avLst/>
          </a:prstGeom>
          <a:ln xmlns:a="http://schemas.openxmlformats.org/drawingml/2006/main" w="23813">
            <a:solidFill>
              <a:srgbClr val="07182A"/>
            </a:solidFill>
            <a:prstDash val="solid"/>
          </a:ln>
        </p:spPr>
      </p:cxnSp>
      <p:sp>
        <p:nvSpPr>
          <p:cNvPr id="25" name="Rectangle 24">
            <a:extLst xmlns:a="http://schemas.openxmlformats.org/drawingml/2006/main">
              <a:ext uri="{FF2B5EF4-FFF2-40B4-BE49-F238E27FC236}">
                <a16:creationId xmlns:a16="http://schemas.microsoft.com/office/drawing/2014/main" id="{690A0E5E-ABFD-43B5-ACA6-CE5E7DF4A46A}"/>
              </a:ext>
            </a:extLst>
          </p:cNvPr>
          <p:cNvSpPr>
            <a:spLocks xmlns:a="http://schemas.openxmlformats.org/drawingml/2006/main" noGrp="1"/>
          </p:cNvSpPr>
          <p:nvPr/>
        </p:nvSpPr>
        <p:spPr>
          <a:xfrm xmlns:a="http://schemas.openxmlformats.org/drawingml/2006/main">
            <a:off x="1657350" y="5867400"/>
            <a:ext cx="8877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Ingress and egress are named from the host-side veth.</a:t>
            </a:r>
          </a:p>
        </p:txBody>
      </p:sp>
    </p:spTree>
    <p:extLst>
      <p:ext uri="{BB962C8B-B14F-4D97-AF65-F5344CB8AC3E}">
        <p14:creationId xmlns:p14="http://schemas.microsoft.com/office/powerpoint/2010/main" val="76814743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F77D8302-E9B9-45A8-8DDD-64A76D176D1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 is an ordered chain, not an exclusive lock</a:t>
            </a:r>
          </a:p>
        </p:txBody>
      </p:sp>
      <p:sp>
        <p:nvSpPr>
          <p:cNvPr id="2" name="Rounded Rectangle 1">
            <a:extLst xmlns:a="http://schemas.openxmlformats.org/drawingml/2006/main">
              <a:ext uri="{FF2B5EF4-FFF2-40B4-BE49-F238E27FC236}">
                <a16:creationId xmlns:a16="http://schemas.microsoft.com/office/drawing/2014/main" id="{89E643B8-484C-47AA-9109-FE670EBCDCA3}"/>
              </a:ext>
            </a:extLst>
          </p:cNvPr>
          <p:cNvSpPr>
            <a:spLocks xmlns:a="http://schemas.openxmlformats.org/drawingml/2006/main" noGrp="1"/>
          </p:cNvSpPr>
          <p:nvPr/>
        </p:nvSpPr>
        <p:spPr>
          <a:xfrm xmlns:a="http://schemas.openxmlformats.org/drawingml/2006/main">
            <a:off x="857250" y="2286000"/>
            <a:ext cx="2667000" cy="1428750"/>
          </a:xfrm>
          <a:prstGeom xmlns:a="http://schemas.openxmlformats.org/drawingml/2006/main" prst="roundRect">
            <a:avLst>
              <a:gd name="adj" fmla="val 5333"/>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1</a:t>
            </a:r>
          </a:p>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observe + propagate</a:t>
            </a:r>
          </a:p>
        </p:txBody>
      </p:sp>
      <p:sp>
        <p:nvSpPr>
          <p:cNvPr id="3" name="Rounded Rectangle 2">
            <a:extLst xmlns:a="http://schemas.openxmlformats.org/drawingml/2006/main">
              <a:ext uri="{FF2B5EF4-FFF2-40B4-BE49-F238E27FC236}">
                <a16:creationId xmlns:a16="http://schemas.microsoft.com/office/drawing/2014/main" id="{DB9EED84-A760-4E45-9239-12010D6F4F51}"/>
              </a:ext>
            </a:extLst>
          </p:cNvPr>
          <p:cNvSpPr>
            <a:spLocks xmlns:a="http://schemas.openxmlformats.org/drawingml/2006/main" noGrp="1"/>
          </p:cNvSpPr>
          <p:nvPr/>
        </p:nvSpPr>
        <p:spPr>
          <a:xfrm xmlns:a="http://schemas.openxmlformats.org/drawingml/2006/main">
            <a:off x="4762500" y="2286000"/>
            <a:ext cx="2667000" cy="1428750"/>
          </a:xfrm>
          <a:prstGeom xmlns:a="http://schemas.openxmlformats.org/drawingml/2006/main" prst="roundRect">
            <a:avLst>
              <a:gd name="adj" fmla="val 5333"/>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2</a:t>
            </a:r>
          </a:p>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route + enforce</a:t>
            </a:r>
          </a:p>
        </p:txBody>
      </p:sp>
      <p:sp>
        <p:nvSpPr>
          <p:cNvPr id="4" name="Rounded Rectangle 3">
            <a:extLst xmlns:a="http://schemas.openxmlformats.org/drawingml/2006/main">
              <a:ext uri="{FF2B5EF4-FFF2-40B4-BE49-F238E27FC236}">
                <a16:creationId xmlns:a16="http://schemas.microsoft.com/office/drawing/2014/main" id="{D3FFBFE2-6F79-4ED3-B669-7768049C0EA0}"/>
              </a:ext>
            </a:extLst>
          </p:cNvPr>
          <p:cNvSpPr>
            <a:spLocks xmlns:a="http://schemas.openxmlformats.org/drawingml/2006/main" noGrp="1"/>
          </p:cNvSpPr>
          <p:nvPr/>
        </p:nvSpPr>
        <p:spPr>
          <a:xfrm xmlns:a="http://schemas.openxmlformats.org/drawingml/2006/main">
            <a:off x="8667750" y="2286000"/>
            <a:ext cx="2667000" cy="1428750"/>
          </a:xfrm>
          <a:prstGeom xmlns:a="http://schemas.openxmlformats.org/drawingml/2006/main" prst="roundRect">
            <a:avLst>
              <a:gd name="adj" fmla="val 5333"/>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3</a:t>
            </a:r>
          </a:p>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forward or stop</a:t>
            </a:r>
          </a:p>
        </p:txBody>
      </p:sp>
      <p:cxnSp>
        <p:nvCxnSpPr>
          <p:cNvPr id="91" name="Straight Arrow Connector 12"/>
          <p:cNvCxnSpPr>
            <a:stCxn xmlns:a="http://schemas.openxmlformats.org/drawingml/2006/main" id="2" idx="3"/>
            <a:endCxn xmlns:a="http://schemas.openxmlformats.org/drawingml/2006/main" id="3" idx="1"/>
          </p:cNvCxnSpPr>
          <p:nvPr/>
        </p:nvCxnSpPr>
        <p:spPr>
          <a:xfrm xmlns:a="http://schemas.openxmlformats.org/drawingml/2006/main">
            <a:off x="3524250" y="3000375"/>
            <a:ext cx="1238250" cy="0"/>
          </a:xfrm>
          <a:prstGeom xmlns:a="http://schemas.openxmlformats.org/drawingml/2006/main" prst="straightConnector1">
            <a:avLst/>
          </a:prstGeom>
          <a:ln xmlns:a="http://schemas.openxmlformats.org/drawingml/2006/main" w="38100">
            <a:solidFill>
              <a:srgbClr val="FF007F"/>
            </a:solidFill>
            <a:prstDash val="solid"/>
            <a:tailEnd type="arrow" w="med" len="med"/>
          </a:ln>
        </p:spPr>
      </p:cxnSp>
      <p:cxnSp>
        <p:nvCxnSpPr>
          <p:cNvPr id="92" name="Straight Arrow Connector 13"/>
          <p:cNvCxnSpPr>
            <a:stCxn xmlns:a="http://schemas.openxmlformats.org/drawingml/2006/main" id="3" idx="3"/>
            <a:endCxn xmlns:a="http://schemas.openxmlformats.org/drawingml/2006/main" id="4" idx="1"/>
          </p:cNvCxnSpPr>
          <p:nvPr/>
        </p:nvCxnSpPr>
        <p:spPr>
          <a:xfrm xmlns:a="http://schemas.openxmlformats.org/drawingml/2006/main">
            <a:off x="7429500" y="3000375"/>
            <a:ext cx="1238250" cy="0"/>
          </a:xfrm>
          <a:prstGeom xmlns:a="http://schemas.openxmlformats.org/drawingml/2006/main" prst="straightConnector1">
            <a:avLst/>
          </a:prstGeom>
          <a:ln xmlns:a="http://schemas.openxmlformats.org/drawingml/2006/main" w="38100">
            <a:solidFill>
              <a:srgbClr val="0860FE"/>
            </a:solidFill>
            <a:prstDash val="solid"/>
            <a:tailEnd type="arrow" w="med" len="med"/>
          </a:ln>
        </p:spPr>
      </p:cxnSp>
      <p:sp>
        <p:nvSpPr>
          <p:cNvPr id="7" name="Rectangle 6">
            <a:extLst xmlns:a="http://schemas.openxmlformats.org/drawingml/2006/main">
              <a:ext uri="{FF2B5EF4-FFF2-40B4-BE49-F238E27FC236}">
                <a16:creationId xmlns:a16="http://schemas.microsoft.com/office/drawing/2014/main" id="{5849D950-B4D4-4CE5-85CA-9490FD1D80FC}"/>
              </a:ext>
            </a:extLst>
          </p:cNvPr>
          <p:cNvSpPr>
            <a:spLocks xmlns:a="http://schemas.openxmlformats.org/drawingml/2006/main" noGrp="1"/>
          </p:cNvSpPr>
          <p:nvPr/>
        </p:nvSpPr>
        <p:spPr>
          <a:xfrm xmlns:a="http://schemas.openxmlformats.org/drawingml/2006/main">
            <a:off x="1428750" y="4476750"/>
            <a:ext cx="933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905"/>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 should see the request before Cilium can redirect, translate, or drop it.</a:t>
            </a:r>
          </a:p>
        </p:txBody>
      </p:sp>
      <p:sp>
        <p:nvSpPr>
          <p:cNvPr id="8" name="Rounded Rectangle 7">
            <a:extLst xmlns:a="http://schemas.openxmlformats.org/drawingml/2006/main">
              <a:ext uri="{FF2B5EF4-FFF2-40B4-BE49-F238E27FC236}">
                <a16:creationId xmlns:a16="http://schemas.microsoft.com/office/drawing/2014/main" id="{E0211182-A93E-4D75-B6E0-FD340F786B7E}"/>
              </a:ext>
            </a:extLst>
          </p:cNvPr>
          <p:cNvSpPr>
            <a:spLocks xmlns:a="http://schemas.openxmlformats.org/drawingml/2006/main" noGrp="1"/>
          </p:cNvSpPr>
          <p:nvPr/>
        </p:nvSpPr>
        <p:spPr>
          <a:xfrm xmlns:a="http://schemas.openxmlformats.org/drawingml/2006/main">
            <a:off x="4191000" y="5410200"/>
            <a:ext cx="381000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FFFFFF"/>
                </a:solidFill>
                <a:latin typeface="CiscoSansTT Medium"/>
                <a:ea typeface="CiscoSansTT Medium"/>
                <a:cs typeface="CiscoSansTT Medium"/>
              </a:defRPr>
            </a:pPr>
            <a:r>
              <a:rPr sz="1575" b="1">
                <a:solidFill>
                  <a:srgbClr val="FFFFFF"/>
                </a:solidFill>
                <a:latin typeface="CiscoSansTT Medium"/>
                <a:ea typeface="CiscoSansTT Medium"/>
                <a:cs typeface="CiscoSansTT Medium"/>
              </a:rPr>
              <a:t>ORDER IS CORRECTNESS</a:t>
            </a:r>
          </a:p>
        </p:txBody>
      </p:sp>
    </p:spTree>
    <p:extLst>
      <p:ext uri="{BB962C8B-B14F-4D97-AF65-F5344CB8AC3E}">
        <p14:creationId xmlns:p14="http://schemas.microsoft.com/office/powerpoint/2010/main" val="109276977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Attachment order</a:t>
            </a:r>
          </a:p>
        </p:txBody>
      </p:sp>
    </p:spTree>
    <p:extLst>
      <p:ext uri="{BB962C8B-B14F-4D97-AF65-F5344CB8AC3E}">
        <p14:creationId xmlns:p14="http://schemas.microsoft.com/office/powerpoint/2010/main" val="1380396814"/>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B8A3B1EA-297C-45CD-AE4B-023352055ED5}"/>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TCX gives each agent a stable position</a:t>
            </a:r>
          </a:p>
        </p:txBody>
      </p:sp>
      <p:sp>
        <p:nvSpPr>
          <p:cNvPr id="2" name="slide-subtitle">
            <a:extLst xmlns:a="http://schemas.openxmlformats.org/drawingml/2006/main">
              <a:ext uri="{FF2B5EF4-FFF2-40B4-BE49-F238E27FC236}">
                <a16:creationId xmlns:a16="http://schemas.microsoft.com/office/drawing/2014/main" id="{8179063A-DDEB-4CBB-997A-D5FC68A8A3FF}"/>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Preferred when the running kernel and both agents confirm support.</a:t>
            </a:r>
          </a:p>
        </p:txBody>
      </p:sp>
      <p:sp>
        <p:nvSpPr>
          <p:cNvPr id="3" name="Rounded Rectangle 2">
            <a:extLst xmlns:a="http://schemas.openxmlformats.org/drawingml/2006/main">
              <a:ext uri="{FF2B5EF4-FFF2-40B4-BE49-F238E27FC236}">
                <a16:creationId xmlns:a16="http://schemas.microsoft.com/office/drawing/2014/main" id="{02145BF7-101A-4CDA-A92E-4AF9A6F59DBF}"/>
              </a:ext>
            </a:extLst>
          </p:cNvPr>
          <p:cNvSpPr>
            <a:spLocks xmlns:a="http://schemas.openxmlformats.org/drawingml/2006/main" noGrp="1"/>
          </p:cNvSpPr>
          <p:nvPr/>
        </p:nvSpPr>
        <p:spPr>
          <a:xfrm xmlns:a="http://schemas.openxmlformats.org/drawingml/2006/main">
            <a:off x="819150" y="2266950"/>
            <a:ext cx="11430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425" b="1">
                <a:solidFill>
                  <a:srgbClr val="FFFFFF"/>
                </a:solidFill>
                <a:latin typeface="CiscoSansTT Medium"/>
                <a:ea typeface="CiscoSansTT Medium"/>
                <a:cs typeface="CiscoSansTT Medium"/>
              </a:defRPr>
            </a:pPr>
            <a:r>
              <a:rPr sz="1425" b="1">
                <a:solidFill>
                  <a:srgbClr val="FFFFFF"/>
                </a:solidFill>
                <a:latin typeface="CiscoSansTT Medium"/>
                <a:ea typeface="CiscoSansTT Medium"/>
                <a:cs typeface="CiscoSansTT Medium"/>
              </a:rPr>
              <a:t>HEAD</a:t>
            </a:r>
          </a:p>
        </p:txBody>
      </p:sp>
      <p:sp>
        <p:nvSpPr>
          <p:cNvPr id="4" name="Rounded Rectangle 3">
            <a:extLst xmlns:a="http://schemas.openxmlformats.org/drawingml/2006/main">
              <a:ext uri="{FF2B5EF4-FFF2-40B4-BE49-F238E27FC236}">
                <a16:creationId xmlns:a16="http://schemas.microsoft.com/office/drawing/2014/main" id="{9607A6B3-920E-4336-8F50-FE14D1F316A7}"/>
              </a:ext>
            </a:extLst>
          </p:cNvPr>
          <p:cNvSpPr>
            <a:spLocks xmlns:a="http://schemas.openxmlformats.org/drawingml/2006/main" noGrp="1"/>
          </p:cNvSpPr>
          <p:nvPr/>
        </p:nvSpPr>
        <p:spPr>
          <a:xfrm xmlns:a="http://schemas.openxmlformats.org/drawingml/2006/main">
            <a:off x="2381250" y="1952625"/>
            <a:ext cx="2571750" cy="1381125"/>
          </a:xfrm>
          <a:prstGeom xmlns:a="http://schemas.openxmlformats.org/drawingml/2006/main" prst="roundRect">
            <a:avLst>
              <a:gd name="adj" fmla="val 5517"/>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a:t>
            </a:r>
          </a:p>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link.Head()</a:t>
            </a:r>
          </a:p>
        </p:txBody>
      </p:sp>
      <p:sp>
        <p:nvSpPr>
          <p:cNvPr id="5" name="Rounded Rectangle 4">
            <a:extLst xmlns:a="http://schemas.openxmlformats.org/drawingml/2006/main">
              <a:ext uri="{FF2B5EF4-FFF2-40B4-BE49-F238E27FC236}">
                <a16:creationId xmlns:a16="http://schemas.microsoft.com/office/drawing/2014/main" id="{CD71B99A-9619-4677-B426-4010E78FE632}"/>
              </a:ext>
            </a:extLst>
          </p:cNvPr>
          <p:cNvSpPr>
            <a:spLocks xmlns:a="http://schemas.openxmlformats.org/drawingml/2006/main" noGrp="1"/>
          </p:cNvSpPr>
          <p:nvPr/>
        </p:nvSpPr>
        <p:spPr>
          <a:xfrm xmlns:a="http://schemas.openxmlformats.org/drawingml/2006/main">
            <a:off x="7239000" y="1952625"/>
            <a:ext cx="2571750" cy="1381125"/>
          </a:xfrm>
          <a:prstGeom xmlns:a="http://schemas.openxmlformats.org/drawingml/2006/main" prst="roundRect">
            <a:avLst>
              <a:gd name="adj" fmla="val 5517"/>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Cilium</a:t>
            </a:r>
          </a:p>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link.Tail()</a:t>
            </a:r>
          </a:p>
        </p:txBody>
      </p:sp>
      <p:sp>
        <p:nvSpPr>
          <p:cNvPr id="6" name="Rounded Rectangle 5">
            <a:extLst xmlns:a="http://schemas.openxmlformats.org/drawingml/2006/main">
              <a:ext uri="{FF2B5EF4-FFF2-40B4-BE49-F238E27FC236}">
                <a16:creationId xmlns:a16="http://schemas.microsoft.com/office/drawing/2014/main" id="{A25EFA0D-21C9-45F7-A6DB-22113BE509FF}"/>
              </a:ext>
            </a:extLst>
          </p:cNvPr>
          <p:cNvSpPr>
            <a:spLocks xmlns:a="http://schemas.openxmlformats.org/drawingml/2006/main" noGrp="1"/>
          </p:cNvSpPr>
          <p:nvPr/>
        </p:nvSpPr>
        <p:spPr>
          <a:xfrm xmlns:a="http://schemas.openxmlformats.org/drawingml/2006/main">
            <a:off x="10239375" y="2266950"/>
            <a:ext cx="114300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425" b="1">
                <a:solidFill>
                  <a:srgbClr val="FFFFFF"/>
                </a:solidFill>
                <a:latin typeface="CiscoSansTT Medium"/>
                <a:ea typeface="CiscoSansTT Medium"/>
                <a:cs typeface="CiscoSansTT Medium"/>
              </a:defRPr>
            </a:pPr>
            <a:r>
              <a:rPr sz="1425" b="1">
                <a:solidFill>
                  <a:srgbClr val="FFFFFF"/>
                </a:solidFill>
                <a:latin typeface="CiscoSansTT Medium"/>
                <a:ea typeface="CiscoSansTT Medium"/>
                <a:cs typeface="CiscoSansTT Medium"/>
              </a:rPr>
              <a:t>TAIL</a:t>
            </a:r>
          </a:p>
        </p:txBody>
      </p:sp>
      <p:cxnSp>
        <p:nvCxnSpPr>
          <p:cNvPr id="112" name="Straight Arrow Connector 20"/>
          <p:cNvCxnSpPr>
            <a:stCxn xmlns:a="http://schemas.openxmlformats.org/drawingml/2006/main" id="4" idx="3"/>
            <a:endCxn xmlns:a="http://schemas.openxmlformats.org/drawingml/2006/main" id="5" idx="1"/>
          </p:cNvCxnSpPr>
          <p:nvPr/>
        </p:nvCxnSpPr>
        <p:spPr>
          <a:xfrm xmlns:a="http://schemas.openxmlformats.org/drawingml/2006/main">
            <a:off x="4953000" y="2643188"/>
            <a:ext cx="2286000" cy="0"/>
          </a:xfrm>
          <a:prstGeom xmlns:a="http://schemas.openxmlformats.org/drawingml/2006/main" prst="straightConnector1">
            <a:avLst/>
          </a:prstGeom>
          <a:ln xmlns:a="http://schemas.openxmlformats.org/drawingml/2006/main" w="38100">
            <a:solidFill>
              <a:srgbClr val="07182A"/>
            </a:solidFill>
            <a:prstDash val="solid"/>
            <a:tailEnd type="arrow" w="med" len="med"/>
          </a:ln>
        </p:spPr>
      </p:cxnSp>
      <p:sp>
        <p:nvSpPr>
          <p:cNvPr id="8" name="Rectangle 7">
            <a:extLst xmlns:a="http://schemas.openxmlformats.org/drawingml/2006/main">
              <a:ext uri="{FF2B5EF4-FFF2-40B4-BE49-F238E27FC236}">
                <a16:creationId xmlns:a16="http://schemas.microsoft.com/office/drawing/2014/main" id="{81723338-AEC6-46A8-A6E9-DB0E8AC17B5D}"/>
              </a:ext>
            </a:extLst>
          </p:cNvPr>
          <p:cNvSpPr>
            <a:spLocks xmlns:a="http://schemas.openxmlformats.org/drawingml/2006/main" noGrp="1"/>
          </p:cNvSpPr>
          <p:nvPr/>
        </p:nvSpPr>
        <p:spPr>
          <a:xfrm xmlns:a="http://schemas.openxmlformats.org/drawingml/2006/main">
            <a:off x="2381250" y="3848100"/>
            <a:ext cx="7429500" cy="19050"/>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9" name="Rectangle 8">
            <a:extLst xmlns:a="http://schemas.openxmlformats.org/drawingml/2006/main">
              <a:ext uri="{FF2B5EF4-FFF2-40B4-BE49-F238E27FC236}">
                <a16:creationId xmlns:a16="http://schemas.microsoft.com/office/drawing/2014/main" id="{0D7691E9-DC2A-4F17-918F-76C126E8BF88}"/>
              </a:ext>
            </a:extLst>
          </p:cNvPr>
          <p:cNvSpPr>
            <a:spLocks xmlns:a="http://schemas.openxmlformats.org/drawingml/2006/main" noGrp="1"/>
          </p:cNvSpPr>
          <p:nvPr/>
        </p:nvSpPr>
        <p:spPr>
          <a:xfrm xmlns:a="http://schemas.openxmlformats.org/drawingml/2006/main">
            <a:off x="1905000" y="4286250"/>
            <a:ext cx="95250" cy="95250"/>
          </a:xfrm>
          <a:prstGeom xmlns:a="http://schemas.openxmlformats.org/drawingml/2006/main" prst="rect">
            <a:avLst/>
          </a:prstGeom>
          <a:solidFill xmlns:a="http://schemas.openxmlformats.org/drawingml/2006/main">
            <a:srgbClr val="02C8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0267C6E7-9B37-4D0C-896A-F682D66023B1}"/>
              </a:ext>
            </a:extLst>
          </p:cNvPr>
          <p:cNvSpPr>
            <a:spLocks xmlns:a="http://schemas.openxmlformats.org/drawingml/2006/main" noGrp="1"/>
          </p:cNvSpPr>
          <p:nvPr/>
        </p:nvSpPr>
        <p:spPr>
          <a:xfrm xmlns:a="http://schemas.openxmlformats.org/drawingml/2006/main">
            <a:off x="2171700" y="4191000"/>
            <a:ext cx="8305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Ordered multi-attachment without explicit qdisc filter management</a:t>
            </a:r>
          </a:p>
        </p:txBody>
      </p:sp>
      <p:sp>
        <p:nvSpPr>
          <p:cNvPr id="11" name="Rectangle 10">
            <a:extLst xmlns:a="http://schemas.openxmlformats.org/drawingml/2006/main">
              <a:ext uri="{FF2B5EF4-FFF2-40B4-BE49-F238E27FC236}">
                <a16:creationId xmlns:a16="http://schemas.microsoft.com/office/drawing/2014/main" id="{C33D4382-6522-4B0D-84F2-1F90F244A5B8}"/>
              </a:ext>
            </a:extLst>
          </p:cNvPr>
          <p:cNvSpPr>
            <a:spLocks xmlns:a="http://schemas.openxmlformats.org/drawingml/2006/main" noGrp="1"/>
          </p:cNvSpPr>
          <p:nvPr/>
        </p:nvSpPr>
        <p:spPr>
          <a:xfrm xmlns:a="http://schemas.openxmlformats.org/drawingml/2006/main">
            <a:off x="1905000" y="4838700"/>
            <a:ext cx="95250" cy="95250"/>
          </a:xfrm>
          <a:prstGeom xmlns:a="http://schemas.openxmlformats.org/drawingml/2006/main" prst="rect">
            <a:avLst/>
          </a:prstGeom>
          <a:solidFill xmlns:a="http://schemas.openxmlformats.org/drawingml/2006/main">
            <a:srgbClr val="02C8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34AFD7D3-DBBC-467B-AF67-D1E09884FC95}"/>
              </a:ext>
            </a:extLst>
          </p:cNvPr>
          <p:cNvSpPr>
            <a:spLocks xmlns:a="http://schemas.openxmlformats.org/drawingml/2006/main" noGrp="1"/>
          </p:cNvSpPr>
          <p:nvPr/>
        </p:nvSpPr>
        <p:spPr>
          <a:xfrm xmlns:a="http://schemas.openxmlformats.org/drawingml/2006/main">
            <a:off x="2171700" y="4743450"/>
            <a:ext cx="8305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Runtime probing matters more than the kernel version string</a:t>
            </a:r>
          </a:p>
        </p:txBody>
      </p:sp>
      <p:sp>
        <p:nvSpPr>
          <p:cNvPr id="13" name="Rectangle 12">
            <a:extLst xmlns:a="http://schemas.openxmlformats.org/drawingml/2006/main">
              <a:ext uri="{FF2B5EF4-FFF2-40B4-BE49-F238E27FC236}">
                <a16:creationId xmlns:a16="http://schemas.microsoft.com/office/drawing/2014/main" id="{ED5168D3-A4AE-4C03-BD57-4769C0F69AAF}"/>
              </a:ext>
            </a:extLst>
          </p:cNvPr>
          <p:cNvSpPr>
            <a:spLocks xmlns:a="http://schemas.openxmlformats.org/drawingml/2006/main" noGrp="1"/>
          </p:cNvSpPr>
          <p:nvPr/>
        </p:nvSpPr>
        <p:spPr>
          <a:xfrm xmlns:a="http://schemas.openxmlformats.org/drawingml/2006/main">
            <a:off x="1905000" y="5391150"/>
            <a:ext cx="95250" cy="95250"/>
          </a:xfrm>
          <a:prstGeom xmlns:a="http://schemas.openxmlformats.org/drawingml/2006/main" prst="rect">
            <a:avLst/>
          </a:prstGeom>
          <a:solidFill xmlns:a="http://schemas.openxmlformats.org/drawingml/2006/main">
            <a:srgbClr val="FF9000"/>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418E2667-0F13-4934-813C-7529483B1954}"/>
              </a:ext>
            </a:extLst>
          </p:cNvPr>
          <p:cNvSpPr>
            <a:spLocks xmlns:a="http://schemas.openxmlformats.org/drawingml/2006/main" noGrp="1"/>
          </p:cNvSpPr>
          <p:nvPr/>
        </p:nvSpPr>
        <p:spPr>
          <a:xfrm xmlns:a="http://schemas.openxmlformats.org/drawingml/2006/main">
            <a:off x="2171700" y="5295900"/>
            <a:ext cx="8305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A supported attach API does not prove arbitrary programs are compatible</a:t>
            </a:r>
          </a:p>
        </p:txBody>
      </p:sp>
    </p:spTree>
    <p:extLst>
      <p:ext uri="{BB962C8B-B14F-4D97-AF65-F5344CB8AC3E}">
        <p14:creationId xmlns:p14="http://schemas.microsoft.com/office/powerpoint/2010/main" val="726721648"/>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7997A2C8-CA2D-4412-9BCD-C55128D0BAA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Legacy TC needs a priority contract</a:t>
            </a:r>
          </a:p>
        </p:txBody>
      </p:sp>
      <p:sp>
        <p:nvSpPr>
          <p:cNvPr id="2" name="slide-subtitle">
            <a:extLst xmlns:a="http://schemas.openxmlformats.org/drawingml/2006/main">
              <a:ext uri="{FF2B5EF4-FFF2-40B4-BE49-F238E27FC236}">
                <a16:creationId xmlns:a16="http://schemas.microsoft.com/office/drawing/2014/main" id="{12E78F13-D05E-4B31-8F53-5C07894486A3}"/>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Lower numeric priority runs first.</a:t>
            </a:r>
          </a:p>
        </p:txBody>
      </p:sp>
      <p:sp>
        <p:nvSpPr>
          <p:cNvPr id="3" name="Rounded Rectangle 2">
            <a:extLst xmlns:a="http://schemas.openxmlformats.org/drawingml/2006/main">
              <a:ext uri="{FF2B5EF4-FFF2-40B4-BE49-F238E27FC236}">
                <a16:creationId xmlns:a16="http://schemas.microsoft.com/office/drawing/2014/main" id="{F4340365-7A62-46A0-B861-397C798F1ECA}"/>
              </a:ext>
            </a:extLst>
          </p:cNvPr>
          <p:cNvSpPr>
            <a:spLocks xmlns:a="http://schemas.openxmlformats.org/drawingml/2006/main" noGrp="1"/>
          </p:cNvSpPr>
          <p:nvPr/>
        </p:nvSpPr>
        <p:spPr>
          <a:xfrm xmlns:a="http://schemas.openxmlformats.org/drawingml/2006/main">
            <a:off x="1714500" y="2095500"/>
            <a:ext cx="2857500" cy="1428750"/>
          </a:xfrm>
          <a:prstGeom xmlns:a="http://schemas.openxmlformats.org/drawingml/2006/main" prst="roundRect">
            <a:avLst>
              <a:gd name="adj" fmla="val 5333"/>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1</a:t>
            </a:r>
          </a:p>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a:t>
            </a:r>
          </a:p>
        </p:txBody>
      </p:sp>
      <p:sp>
        <p:nvSpPr>
          <p:cNvPr id="4" name="Rounded Rectangle 3">
            <a:extLst xmlns:a="http://schemas.openxmlformats.org/drawingml/2006/main">
              <a:ext uri="{FF2B5EF4-FFF2-40B4-BE49-F238E27FC236}">
                <a16:creationId xmlns:a16="http://schemas.microsoft.com/office/drawing/2014/main" id="{C1DD56C0-7A7F-457E-A82A-D0E7175F4478}"/>
              </a:ext>
            </a:extLst>
          </p:cNvPr>
          <p:cNvSpPr>
            <a:spLocks xmlns:a="http://schemas.openxmlformats.org/drawingml/2006/main" noGrp="1"/>
          </p:cNvSpPr>
          <p:nvPr/>
        </p:nvSpPr>
        <p:spPr>
          <a:xfrm xmlns:a="http://schemas.openxmlformats.org/drawingml/2006/main">
            <a:off x="7620000" y="2095500"/>
            <a:ext cx="2857500" cy="1428750"/>
          </a:xfrm>
          <a:prstGeom xmlns:a="http://schemas.openxmlformats.org/drawingml/2006/main" prst="roundRect">
            <a:avLst>
              <a:gd name="adj" fmla="val 5333"/>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2+</a:t>
            </a:r>
          </a:p>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Cilium</a:t>
            </a:r>
          </a:p>
        </p:txBody>
      </p:sp>
      <p:cxnSp>
        <p:nvCxnSpPr>
          <p:cNvPr id="81" name="Straight Arrow Connector 13"/>
          <p:cNvCxnSpPr>
            <a:stCxn xmlns:a="http://schemas.openxmlformats.org/drawingml/2006/main" id="3" idx="3"/>
            <a:endCxn xmlns:a="http://schemas.openxmlformats.org/drawingml/2006/main" id="4" idx="1"/>
          </p:cNvCxnSpPr>
          <p:nvPr/>
        </p:nvCxnSpPr>
        <p:spPr>
          <a:xfrm xmlns:a="http://schemas.openxmlformats.org/drawingml/2006/main">
            <a:off x="4572000" y="2809875"/>
            <a:ext cx="3048000" cy="0"/>
          </a:xfrm>
          <a:prstGeom xmlns:a="http://schemas.openxmlformats.org/drawingml/2006/main" prst="straightConnector1">
            <a:avLst/>
          </a:prstGeom>
          <a:ln xmlns:a="http://schemas.openxmlformats.org/drawingml/2006/main" w="38100">
            <a:solidFill>
              <a:srgbClr val="07182A"/>
            </a:solidFill>
            <a:prstDash val="solid"/>
            <a:tailEnd type="arrow" w="med" len="med"/>
          </a:ln>
        </p:spPr>
      </p:cxnSp>
      <p:sp>
        <p:nvSpPr>
          <p:cNvPr id="6" name="Rectangle 5">
            <a:extLst xmlns:a="http://schemas.openxmlformats.org/drawingml/2006/main">
              <a:ext uri="{FF2B5EF4-FFF2-40B4-BE49-F238E27FC236}">
                <a16:creationId xmlns:a16="http://schemas.microsoft.com/office/drawing/2014/main" id="{4C0547DB-5BC5-42F5-A58E-A3894A5C481C}"/>
              </a:ext>
            </a:extLst>
          </p:cNvPr>
          <p:cNvSpPr>
            <a:spLocks xmlns:a="http://schemas.openxmlformats.org/drawingml/2006/main" noGrp="1"/>
          </p:cNvSpPr>
          <p:nvPr/>
        </p:nvSpPr>
        <p:spPr>
          <a:xfrm xmlns:a="http://schemas.openxmlformats.org/drawingml/2006/main">
            <a:off x="5191125" y="2495550"/>
            <a:ext cx="180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924" lnSpcReduction="10000"/>
          </a:bodyPr>
          <a:lstStyle xmlns:a="http://schemas.openxmlformats.org/drawingml/2006/main"/>
          <a:p xmlns:a="http://schemas.openxmlformats.org/drawingml/2006/main">
            <a:pPr algn="ctr">
              <a:buNone/>
              <a:defRPr sz="1650" b="1">
                <a:solidFill>
                  <a:srgbClr val="2DAA5F"/>
                </a:solidFill>
                <a:latin typeface="CiscoSansTT Medium"/>
                <a:ea typeface="CiscoSansTT Medium"/>
                <a:cs typeface="CiscoSansTT Medium"/>
              </a:defRPr>
            </a:pPr>
            <a:r>
              <a:rPr sz="1650" b="1">
                <a:solidFill>
                  <a:srgbClr val="2DAA5F"/>
                </a:solidFill>
                <a:latin typeface="CiscoSansTT Medium"/>
                <a:ea typeface="CiscoSansTT Medium"/>
                <a:cs typeface="CiscoSansTT Medium"/>
              </a:rPr>
              <a:t>Safe order</a:t>
            </a:r>
          </a:p>
        </p:txBody>
      </p:sp>
      <p:sp>
        <p:nvSpPr>
          <p:cNvPr id="7" name="Rounded Rectangle 6">
            <a:extLst xmlns:a="http://schemas.openxmlformats.org/drawingml/2006/main">
              <a:ext uri="{FF2B5EF4-FFF2-40B4-BE49-F238E27FC236}">
                <a16:creationId xmlns:a16="http://schemas.microsoft.com/office/drawing/2014/main" id="{B2ACBA55-06AE-437C-82A4-3A7F2047B29D}"/>
              </a:ext>
            </a:extLst>
          </p:cNvPr>
          <p:cNvSpPr>
            <a:spLocks xmlns:a="http://schemas.openxmlformats.org/drawingml/2006/main" noGrp="1"/>
          </p:cNvSpPr>
          <p:nvPr/>
        </p:nvSpPr>
        <p:spPr>
          <a:xfrm xmlns:a="http://schemas.openxmlformats.org/drawingml/2006/main">
            <a:off x="1714500" y="4191000"/>
            <a:ext cx="8763000" cy="895350"/>
          </a:xfrm>
          <a:prstGeom xmlns:a="http://schemas.openxmlformats.org/drawingml/2006/main" prst="roundRect">
            <a:avLst>
              <a:gd name="adj" fmla="val 8511"/>
            </a:avLst>
          </a:prstGeom>
          <a:solidFill xmlns:a="http://schemas.openxmlformats.org/drawingml/2006/main">
            <a:srgbClr val="FDEDEF"/>
          </a:solidFill>
          <a:ln xmlns:a="http://schemas.openxmlformats.org/drawingml/2006/main" w="14288">
            <a:solidFill>
              <a:srgbClr val="E84551"/>
            </a:solid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9822725E-E431-4615-AF0C-451355CBF45D}"/>
              </a:ext>
            </a:extLst>
          </p:cNvPr>
          <p:cNvSpPr>
            <a:spLocks xmlns:a="http://schemas.openxmlformats.org/drawingml/2006/main" noGrp="1"/>
          </p:cNvSpPr>
          <p:nvPr/>
        </p:nvSpPr>
        <p:spPr>
          <a:xfrm xmlns:a="http://schemas.openxmlformats.org/drawingml/2006/main">
            <a:off x="2114550" y="4381500"/>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063" lnSpcReduction="10000"/>
          </a:bodyPr>
          <a:lstStyle xmlns:a="http://schemas.openxmlformats.org/drawingml/2006/main"/>
          <a:p xmlns:a="http://schemas.openxmlformats.org/drawingml/2006/main">
            <a:pPr algn="ctr">
              <a:buNone/>
              <a:defRPr sz="2175" b="1">
                <a:solidFill>
                  <a:srgbClr val="E84551"/>
                </a:solidFill>
                <a:latin typeface="CiscoSansTT Medium"/>
                <a:ea typeface="CiscoSansTT Medium"/>
                <a:cs typeface="CiscoSansTT Medium"/>
              </a:defRPr>
            </a:pPr>
            <a:r>
              <a:rPr sz="2175" b="1">
                <a:solidFill>
                  <a:srgbClr val="E84551"/>
                </a:solidFill>
                <a:latin typeface="CiscoSansTT Medium"/>
                <a:ea typeface="CiscoSansTT Medium"/>
                <a:cs typeface="CiscoSansTT Medium"/>
              </a:rPr>
              <a:t>OBI TC flow mode rejects Cilium priority 1</a:t>
            </a:r>
          </a:p>
        </p:txBody>
      </p:sp>
      <p:sp>
        <p:nvSpPr>
          <p:cNvPr id="9" name="Rectangle 8">
            <a:extLst xmlns:a="http://schemas.openxmlformats.org/drawingml/2006/main">
              <a:ext uri="{FF2B5EF4-FFF2-40B4-BE49-F238E27FC236}">
                <a16:creationId xmlns:a16="http://schemas.microsoft.com/office/drawing/2014/main" id="{B5C33083-7928-4AD1-8B86-7E12A3E3A89A}"/>
              </a:ext>
            </a:extLst>
          </p:cNvPr>
          <p:cNvSpPr>
            <a:spLocks xmlns:a="http://schemas.openxmlformats.org/drawingml/2006/main" noGrp="1"/>
          </p:cNvSpPr>
          <p:nvPr/>
        </p:nvSpPr>
        <p:spPr>
          <a:xfrm xmlns:a="http://schemas.openxmlformats.org/drawingml/2006/main">
            <a:off x="2381250" y="5467350"/>
            <a:ext cx="7429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Pin versions, render config, verify the live order</a:t>
            </a:r>
          </a:p>
        </p:txBody>
      </p:sp>
      <p:sp>
        <p:nvSpPr>
          <p:cNvPr id="30" name="">
            <a:extLst xmlns:a="http://schemas.openxmlformats.org/drawingml/2006/main">
              <a:ext uri="{FF2B5EF4-FFF2-40B4-BE49-F238E27FC236}">
                <a16:creationId xmlns:a16="http://schemas.microsoft.com/office/drawing/2014/main" id="{5D41BDE8-8302-49E9-B1E5-5C3AC5F420C4}"/>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125222E2-1BD0-45FD-A671-C4C40F2B3E00}"/>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73577452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3A30ADA3-E6FC-41FC-B753-CDCCABFEFD8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Attachment demo: TC priority changes the outcome</a:t>
            </a:r>
          </a:p>
        </p:txBody>
      </p:sp>
      <p:pic>
        <p:nvPicPr>
          <p:cNvPr id="6" name="cilium-obi-demo-4-legacy-priority.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13"/>
            <p:extLst>
              <p:ext uri="{DAA4B4D4-6D71-4841-9C94-3DE7FCFB9230}">
                <p14:media xmlns:p14="http://schemas.microsoft.com/office/powerpoint/2010/main" xmlns:r="http://schemas.openxmlformats.org/officeDocument/2006/relationships" r:embed="rIdMedia13"/>
              </p:ext>
            </p:extLst>
          </p:nvPr>
        </p:nvPicPr>
        <p:blipFill>
          <a:blip xmlns:r="http://schemas.openxmlformats.org/officeDocument/2006/relationships" xmlns:a="http://schemas.openxmlformats.org/drawingml/2006/main" r:embed="Rc2ad2130422345ad"/>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840908267"/>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Live demo: one request, two views</a:t>
            </a:r>
          </a:p>
        </p:txBody>
      </p:sp>
      <p:sp>
        <p:nvSpPr>
          <p:cNvPr id="2" name="Rectangle 1">
            <a:extLst xmlns:a="http://schemas.openxmlformats.org/drawingml/2006/main">
              <a:ext uri="{FF2B5EF4-FFF2-40B4-BE49-F238E27FC236}">
                <a16:creationId xmlns:a16="http://schemas.microsoft.com/office/drawing/2014/main" id="{05D5A808-F0EE-4B26-867B-7A6125AF667F}"/>
              </a:ext>
            </a:extLst>
          </p:cNvPr>
          <p:cNvSpPr>
            <a:spLocks xmlns:a="http://schemas.openxmlformats.org/drawingml/2006/main" noGrp="1"/>
          </p:cNvSpPr>
          <p:nvPr/>
        </p:nvSpPr>
        <p:spPr>
          <a:xfrm xmlns:a="http://schemas.openxmlformats.org/drawingml/2006/main">
            <a:off x="342900" y="4171950"/>
            <a:ext cx="685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6888609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1D9519B1-DD3C-456B-88F7-9C043015AC45}"/>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telemetry share Grafana</a:t>
            </a:r>
          </a:p>
        </p:txBody>
      </p:sp>
      <p:sp>
        <p:nvSpPr>
          <p:cNvPr id="2" name="Rounded Rectangle 1">
            <a:extLst xmlns:a="http://schemas.openxmlformats.org/drawingml/2006/main">
              <a:ext uri="{FF2B5EF4-FFF2-40B4-BE49-F238E27FC236}">
                <a16:creationId xmlns:a16="http://schemas.microsoft.com/office/drawing/2014/main" id="{41AEF761-19E2-45EB-A2DA-1702DE162D39}"/>
              </a:ext>
            </a:extLst>
          </p:cNvPr>
          <p:cNvSpPr>
            <a:spLocks xmlns:a="http://schemas.openxmlformats.org/drawingml/2006/main" noGrp="1"/>
          </p:cNvSpPr>
          <p:nvPr/>
        </p:nvSpPr>
        <p:spPr>
          <a:xfrm xmlns:a="http://schemas.openxmlformats.org/drawingml/2006/main">
            <a:off x="619125" y="1952625"/>
            <a:ext cx="1428750" cy="762000"/>
          </a:xfrm>
          <a:prstGeom xmlns:a="http://schemas.openxmlformats.org/drawingml/2006/main" prst="roundRect">
            <a:avLst>
              <a:gd name="adj" fmla="val 10000"/>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traffic</a:t>
            </a:r>
          </a:p>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generator</a:t>
            </a:r>
          </a:p>
        </p:txBody>
      </p:sp>
      <p:sp>
        <p:nvSpPr>
          <p:cNvPr id="3" name="Rounded Rectangle 2">
            <a:extLst xmlns:a="http://schemas.openxmlformats.org/drawingml/2006/main">
              <a:ext uri="{FF2B5EF4-FFF2-40B4-BE49-F238E27FC236}">
                <a16:creationId xmlns:a16="http://schemas.microsoft.com/office/drawing/2014/main" id="{55300D67-D187-4978-80DE-BFD52265F93E}"/>
              </a:ext>
            </a:extLst>
          </p:cNvPr>
          <p:cNvSpPr>
            <a:spLocks xmlns:a="http://schemas.openxmlformats.org/drawingml/2006/main" noGrp="1"/>
          </p:cNvSpPr>
          <p:nvPr/>
        </p:nvSpPr>
        <p:spPr>
          <a:xfrm xmlns:a="http://schemas.openxmlformats.org/drawingml/2006/main">
            <a:off x="2619375" y="1952625"/>
            <a:ext cx="1714500" cy="762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4288">
            <a:solidFill>
              <a:srgbClr val="02C8FF"/>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edge-nginx</a:t>
            </a:r>
          </a:p>
        </p:txBody>
      </p:sp>
      <p:sp>
        <p:nvSpPr>
          <p:cNvPr id="4" name="Rounded Rectangle 3">
            <a:extLst xmlns:a="http://schemas.openxmlformats.org/drawingml/2006/main">
              <a:ext uri="{FF2B5EF4-FFF2-40B4-BE49-F238E27FC236}">
                <a16:creationId xmlns:a16="http://schemas.microsoft.com/office/drawing/2014/main" id="{225AF0F6-BB69-4CFD-ADE9-9FCAAD2D1F8E}"/>
              </a:ext>
            </a:extLst>
          </p:cNvPr>
          <p:cNvSpPr>
            <a:spLocks xmlns:a="http://schemas.openxmlformats.org/drawingml/2006/main" noGrp="1"/>
          </p:cNvSpPr>
          <p:nvPr/>
        </p:nvSpPr>
        <p:spPr>
          <a:xfrm xmlns:a="http://schemas.openxmlformats.org/drawingml/2006/main">
            <a:off x="5048250" y="1952625"/>
            <a:ext cx="2190750" cy="762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4288">
            <a:solidFill>
              <a:srgbClr val="02C8FF"/>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recommendations-v2</a:t>
            </a:r>
          </a:p>
        </p:txBody>
      </p:sp>
      <p:sp>
        <p:nvSpPr>
          <p:cNvPr id="5" name="Rounded Rectangle 4">
            <a:extLst xmlns:a="http://schemas.openxmlformats.org/drawingml/2006/main">
              <a:ext uri="{FF2B5EF4-FFF2-40B4-BE49-F238E27FC236}">
                <a16:creationId xmlns:a16="http://schemas.microsoft.com/office/drawing/2014/main" id="{F83A8591-539F-4434-8F08-7B55A4EC9E85}"/>
              </a:ext>
            </a:extLst>
          </p:cNvPr>
          <p:cNvSpPr>
            <a:spLocks xmlns:a="http://schemas.openxmlformats.org/drawingml/2006/main" noGrp="1"/>
          </p:cNvSpPr>
          <p:nvPr/>
        </p:nvSpPr>
        <p:spPr>
          <a:xfrm xmlns:a="http://schemas.openxmlformats.org/drawingml/2006/main">
            <a:off x="7953375" y="1952625"/>
            <a:ext cx="2190750" cy="762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4288">
            <a:solidFill>
              <a:srgbClr val="02C8FF"/>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recommendations-v1</a:t>
            </a:r>
          </a:p>
        </p:txBody>
      </p:sp>
      <p:cxnSp>
        <p:nvCxnSpPr>
          <p:cNvPr id="272" name="Straight Arrow Connector 24"/>
          <p:cNvCxnSpPr>
            <a:stCxn xmlns:a="http://schemas.openxmlformats.org/drawingml/2006/main" id="2" idx="3"/>
            <a:endCxn xmlns:a="http://schemas.openxmlformats.org/drawingml/2006/main" id="3" idx="1"/>
          </p:cNvCxnSpPr>
          <p:nvPr/>
        </p:nvCxnSpPr>
        <p:spPr>
          <a:xfrm xmlns:a="http://schemas.openxmlformats.org/drawingml/2006/main">
            <a:off x="2047875" y="2333625"/>
            <a:ext cx="571500" cy="0"/>
          </a:xfrm>
          <a:prstGeom xmlns:a="http://schemas.openxmlformats.org/drawingml/2006/main" prst="straightConnector1">
            <a:avLst/>
          </a:prstGeom>
          <a:ln xmlns:a="http://schemas.openxmlformats.org/drawingml/2006/main" w="23813">
            <a:solidFill>
              <a:srgbClr val="686B6B"/>
            </a:solidFill>
            <a:prstDash val="solid"/>
            <a:tailEnd type="arrow" w="med" len="med"/>
          </a:ln>
        </p:spPr>
      </p:cxnSp>
      <p:cxnSp>
        <p:nvCxnSpPr>
          <p:cNvPr id="273" name="Straight Arrow Connector 25"/>
          <p:cNvCxnSpPr>
            <a:stCxn xmlns:a="http://schemas.openxmlformats.org/drawingml/2006/main" id="3" idx="3"/>
            <a:endCxn xmlns:a="http://schemas.openxmlformats.org/drawingml/2006/main" id="4" idx="1"/>
          </p:cNvCxnSpPr>
          <p:nvPr/>
        </p:nvCxnSpPr>
        <p:spPr>
          <a:xfrm xmlns:a="http://schemas.openxmlformats.org/drawingml/2006/main">
            <a:off x="4333875" y="2333625"/>
            <a:ext cx="714375" cy="0"/>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cxnSp>
        <p:nvCxnSpPr>
          <p:cNvPr id="274" name="Straight Arrow Connector 26"/>
          <p:cNvCxnSpPr>
            <a:stCxn xmlns:a="http://schemas.openxmlformats.org/drawingml/2006/main" id="4" idx="3"/>
            <a:endCxn xmlns:a="http://schemas.openxmlformats.org/drawingml/2006/main" id="5" idx="1"/>
          </p:cNvCxnSpPr>
          <p:nvPr/>
        </p:nvCxnSpPr>
        <p:spPr>
          <a:xfrm xmlns:a="http://schemas.openxmlformats.org/drawingml/2006/main">
            <a:off x="7239000" y="2333625"/>
            <a:ext cx="714375" cy="0"/>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sp>
        <p:nvSpPr>
          <p:cNvPr id="9" name="Rounded Rectangle 8">
            <a:extLst xmlns:a="http://schemas.openxmlformats.org/drawingml/2006/main">
              <a:ext uri="{FF2B5EF4-FFF2-40B4-BE49-F238E27FC236}">
                <a16:creationId xmlns:a16="http://schemas.microsoft.com/office/drawing/2014/main" id="{51E2D28F-8C9A-445C-81A1-9199E40601EF}"/>
              </a:ext>
            </a:extLst>
          </p:cNvPr>
          <p:cNvSpPr>
            <a:spLocks xmlns:a="http://schemas.openxmlformats.org/drawingml/2006/main" noGrp="1"/>
          </p:cNvSpPr>
          <p:nvPr/>
        </p:nvSpPr>
        <p:spPr>
          <a:xfrm xmlns:a="http://schemas.openxmlformats.org/drawingml/2006/main">
            <a:off x="2143125" y="1123950"/>
            <a:ext cx="790575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425" b="1">
                <a:solidFill>
                  <a:srgbClr val="FFFFFF"/>
                </a:solidFill>
                <a:latin typeface="CiscoSansTT Medium"/>
                <a:ea typeface="CiscoSansTT Medium"/>
                <a:cs typeface="CiscoSansTT Medium"/>
              </a:defRPr>
            </a:pPr>
            <a:r>
              <a:rPr sz="1425" b="1">
                <a:solidFill>
                  <a:srgbClr val="FFFFFF"/>
                </a:solidFill>
                <a:latin typeface="CiscoSansTT Medium"/>
                <a:ea typeface="CiscoSansTT Medium"/>
                <a:cs typeface="CiscoSansTT Medium"/>
              </a:rPr>
              <a:t>kind · 2 workers · Cilium v1.20.2 · Hubble</a:t>
            </a:r>
          </a:p>
        </p:txBody>
      </p:sp>
      <p:sp>
        <p:nvSpPr>
          <p:cNvPr id="10" name="Rounded Rectangle 9">
            <a:extLst xmlns:a="http://schemas.openxmlformats.org/drawingml/2006/main">
              <a:ext uri="{FF2B5EF4-FFF2-40B4-BE49-F238E27FC236}">
                <a16:creationId xmlns:a16="http://schemas.microsoft.com/office/drawing/2014/main" id="{DDD45BD2-CFCA-412C-AF13-1C69765D81BF}"/>
              </a:ext>
            </a:extLst>
          </p:cNvPr>
          <p:cNvSpPr>
            <a:spLocks xmlns:a="http://schemas.openxmlformats.org/drawingml/2006/main" noGrp="1"/>
          </p:cNvSpPr>
          <p:nvPr/>
        </p:nvSpPr>
        <p:spPr>
          <a:xfrm xmlns:a="http://schemas.openxmlformats.org/drawingml/2006/main">
            <a:off x="952500" y="3810000"/>
            <a:ext cx="2667000" cy="809625"/>
          </a:xfrm>
          <a:prstGeom xmlns:a="http://schemas.openxmlformats.org/drawingml/2006/main" prst="roundRect">
            <a:avLst>
              <a:gd name="adj" fmla="val 9412"/>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OBI DaemonSet</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spans + RED metrics</a:t>
            </a:r>
          </a:p>
        </p:txBody>
      </p:sp>
      <p:sp>
        <p:nvSpPr>
          <p:cNvPr id="11" name="Rounded Rectangle 10">
            <a:extLst xmlns:a="http://schemas.openxmlformats.org/drawingml/2006/main">
              <a:ext uri="{FF2B5EF4-FFF2-40B4-BE49-F238E27FC236}">
                <a16:creationId xmlns:a16="http://schemas.microsoft.com/office/drawing/2014/main" id="{13D03C9F-57F2-4DAC-B8D1-22531386FA1C}"/>
              </a:ext>
            </a:extLst>
          </p:cNvPr>
          <p:cNvSpPr>
            <a:spLocks xmlns:a="http://schemas.openxmlformats.org/drawingml/2006/main" noGrp="1"/>
          </p:cNvSpPr>
          <p:nvPr/>
        </p:nvSpPr>
        <p:spPr>
          <a:xfrm xmlns:a="http://schemas.openxmlformats.org/drawingml/2006/main">
            <a:off x="4762500" y="3810000"/>
            <a:ext cx="2667000" cy="809625"/>
          </a:xfrm>
          <a:prstGeom xmlns:a="http://schemas.openxmlformats.org/drawingml/2006/main" prst="roundRect">
            <a:avLst>
              <a:gd name="adj" fmla="val 9412"/>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Grafana LGTM</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Tempo + Prometheus</a:t>
            </a:r>
          </a:p>
        </p:txBody>
      </p:sp>
      <p:sp>
        <p:nvSpPr>
          <p:cNvPr id="12" name="Rounded Rectangle 11">
            <a:extLst xmlns:a="http://schemas.openxmlformats.org/drawingml/2006/main">
              <a:ext uri="{FF2B5EF4-FFF2-40B4-BE49-F238E27FC236}">
                <a16:creationId xmlns:a16="http://schemas.microsoft.com/office/drawing/2014/main" id="{A8148B24-F6F9-4B50-BD64-2D08FA1A2CB3}"/>
              </a:ext>
            </a:extLst>
          </p:cNvPr>
          <p:cNvSpPr>
            <a:spLocks xmlns:a="http://schemas.openxmlformats.org/drawingml/2006/main" noGrp="1"/>
          </p:cNvSpPr>
          <p:nvPr/>
        </p:nvSpPr>
        <p:spPr>
          <a:xfrm xmlns:a="http://schemas.openxmlformats.org/drawingml/2006/main">
            <a:off x="952500" y="5048250"/>
            <a:ext cx="2667000" cy="809625"/>
          </a:xfrm>
          <a:prstGeom xmlns:a="http://schemas.openxmlformats.org/drawingml/2006/main" prst="roundRect">
            <a:avLst>
              <a:gd name="adj" fmla="val 9412"/>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Cilium + Hubble</a:t>
            </a:r>
          </a:p>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Prometheus metrics</a:t>
            </a:r>
          </a:p>
        </p:txBody>
      </p:sp>
      <p:sp>
        <p:nvSpPr>
          <p:cNvPr id="13" name="Rounded Rectangle 12">
            <a:extLst xmlns:a="http://schemas.openxmlformats.org/drawingml/2006/main">
              <a:ext uri="{FF2B5EF4-FFF2-40B4-BE49-F238E27FC236}">
                <a16:creationId xmlns:a16="http://schemas.microsoft.com/office/drawing/2014/main" id="{944119F6-350B-4C32-BA05-650EE07DD035}"/>
              </a:ext>
            </a:extLst>
          </p:cNvPr>
          <p:cNvSpPr>
            <a:spLocks xmlns:a="http://schemas.openxmlformats.org/drawingml/2006/main" noGrp="1"/>
          </p:cNvSpPr>
          <p:nvPr/>
        </p:nvSpPr>
        <p:spPr>
          <a:xfrm xmlns:a="http://schemas.openxmlformats.org/drawingml/2006/main">
            <a:off x="4762500" y="5048250"/>
            <a:ext cx="2667000" cy="809625"/>
          </a:xfrm>
          <a:prstGeom xmlns:a="http://schemas.openxmlformats.org/drawingml/2006/main" prst="roundRect">
            <a:avLst>
              <a:gd name="adj" fmla="val 9412"/>
            </a:avLst>
          </a:prstGeom>
          <a:solidFill xmlns:a="http://schemas.openxmlformats.org/drawingml/2006/main">
            <a:srgbClr val="FFFFFF"/>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OpenTelemetry Collector</a:t>
            </a:r>
          </a:p>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scrape + OTLP export</a:t>
            </a:r>
          </a:p>
        </p:txBody>
      </p:sp>
      <p:sp>
        <p:nvSpPr>
          <p:cNvPr id="14" name="Rounded Rectangle 13">
            <a:extLst xmlns:a="http://schemas.openxmlformats.org/drawingml/2006/main">
              <a:ext uri="{FF2B5EF4-FFF2-40B4-BE49-F238E27FC236}">
                <a16:creationId xmlns:a16="http://schemas.microsoft.com/office/drawing/2014/main" id="{B3ACA9B6-3BE5-418F-AC53-5C511756964E}"/>
              </a:ext>
            </a:extLst>
          </p:cNvPr>
          <p:cNvSpPr>
            <a:spLocks xmlns:a="http://schemas.openxmlformats.org/drawingml/2006/main" noGrp="1"/>
          </p:cNvSpPr>
          <p:nvPr/>
        </p:nvSpPr>
        <p:spPr>
          <a:xfrm xmlns:a="http://schemas.openxmlformats.org/drawingml/2006/main">
            <a:off x="8572500" y="5048250"/>
            <a:ext cx="2667000" cy="809625"/>
          </a:xfrm>
          <a:prstGeom xmlns:a="http://schemas.openxmlformats.org/drawingml/2006/main" prst="roundRect">
            <a:avLst>
              <a:gd name="adj" fmla="val 9412"/>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Hubble Relay + UI</a:t>
            </a:r>
          </a:p>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flow records + verdicts</a:t>
            </a:r>
          </a:p>
        </p:txBody>
      </p:sp>
      <p:cxnSp>
        <p:nvCxnSpPr>
          <p:cNvPr id="281" name="Straight Arrow Connector 33"/>
          <p:cNvCxnSpPr>
            <a:stCxn xmlns:a="http://schemas.openxmlformats.org/drawingml/2006/main" id="10" idx="3"/>
            <a:endCxn xmlns:a="http://schemas.openxmlformats.org/drawingml/2006/main" id="11" idx="1"/>
          </p:cNvCxnSpPr>
          <p:nvPr/>
        </p:nvCxnSpPr>
        <p:spPr>
          <a:xfrm xmlns:a="http://schemas.openxmlformats.org/drawingml/2006/main">
            <a:off x="3619500" y="4214813"/>
            <a:ext cx="1143000" cy="0"/>
          </a:xfrm>
          <a:prstGeom xmlns:a="http://schemas.openxmlformats.org/drawingml/2006/main" prst="straightConnector1">
            <a:avLst/>
          </a:prstGeom>
          <a:ln xmlns:a="http://schemas.openxmlformats.org/drawingml/2006/main" w="23813">
            <a:solidFill>
              <a:srgbClr val="FF007F"/>
            </a:solidFill>
            <a:prstDash val="solid"/>
            <a:tailEnd type="arrow" w="med" len="med"/>
          </a:ln>
        </p:spPr>
      </p:cxnSp>
      <p:cxnSp>
        <p:nvCxnSpPr>
          <p:cNvPr id="282" name="Straight Arrow Connector 34"/>
          <p:cNvCxnSpPr>
            <a:stCxn xmlns:a="http://schemas.openxmlformats.org/drawingml/2006/main" id="12" idx="3"/>
            <a:endCxn xmlns:a="http://schemas.openxmlformats.org/drawingml/2006/main" id="13" idx="1"/>
          </p:cNvCxnSpPr>
          <p:nvPr/>
        </p:nvCxnSpPr>
        <p:spPr>
          <a:xfrm xmlns:a="http://schemas.openxmlformats.org/drawingml/2006/main">
            <a:off x="3619500" y="5453063"/>
            <a:ext cx="1143000" cy="0"/>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cxnSp>
        <p:nvCxnSpPr>
          <p:cNvPr id="283" name="Straight Arrow Connector 35"/>
          <p:cNvCxnSpPr>
            <a:stCxn xmlns:a="http://schemas.openxmlformats.org/drawingml/2006/main" id="13" idx="0"/>
            <a:endCxn xmlns:a="http://schemas.openxmlformats.org/drawingml/2006/main" id="11" idx="2"/>
          </p:cNvCxnSpPr>
          <p:nvPr/>
        </p:nvCxnSpPr>
        <p:spPr>
          <a:xfrm xmlns:a="http://schemas.openxmlformats.org/drawingml/2006/main" flipV="1">
            <a:off x="6096000" y="4619625"/>
            <a:ext cx="0" cy="428625"/>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cxnSp>
        <p:nvCxnSpPr>
          <p:cNvPr id="284" name="Elbow Connector 36"/>
          <p:cNvCxnSpPr>
            <a:stCxn xmlns:a="http://schemas.openxmlformats.org/drawingml/2006/main" id="4" idx="2"/>
            <a:endCxn xmlns:a="http://schemas.openxmlformats.org/drawingml/2006/main" id="10" idx="0"/>
          </p:cNvCxnSpPr>
          <p:nvPr/>
        </p:nvCxnSpPr>
        <p:spPr>
          <a:xfrm xmlns:a="http://schemas.openxmlformats.org/drawingml/2006/main" flipH="1">
            <a:off x="2286000" y="2714625"/>
            <a:ext cx="3857625" cy="1095375"/>
          </a:xfrm>
          <a:prstGeom xmlns:a="http://schemas.openxmlformats.org/drawingml/2006/main" prst="bentConnector4">
            <a:avLst>
              <a:gd name="adj1" fmla="val 0"/>
              <a:gd name="adj2" fmla="val 50000"/>
            </a:avLst>
          </a:prstGeom>
          <a:ln xmlns:a="http://schemas.openxmlformats.org/drawingml/2006/main" w="23813">
            <a:solidFill>
              <a:srgbClr val="FF007F"/>
            </a:solidFill>
            <a:prstDash val="dash"/>
            <a:tailEnd type="arrow" w="med" len="med"/>
          </a:ln>
        </p:spPr>
      </p:cxnSp>
      <p:cxnSp>
        <p:nvCxnSpPr>
          <p:cNvPr id="285" name="Elbow Connector 37"/>
          <p:cNvCxnSpPr>
            <a:stCxn xmlns:a="http://schemas.openxmlformats.org/drawingml/2006/main" id="5" idx="2"/>
            <a:endCxn xmlns:a="http://schemas.openxmlformats.org/drawingml/2006/main" id="14" idx="0"/>
          </p:cNvCxnSpPr>
          <p:nvPr/>
        </p:nvCxnSpPr>
        <p:spPr>
          <a:xfrm xmlns:a="http://schemas.openxmlformats.org/drawingml/2006/main">
            <a:off x="9048750" y="2714625"/>
            <a:ext cx="857250" cy="2333625"/>
          </a:xfrm>
          <a:prstGeom xmlns:a="http://schemas.openxmlformats.org/drawingml/2006/main" prst="bentConnector4">
            <a:avLst>
              <a:gd name="adj1" fmla="val 0"/>
              <a:gd name="adj2" fmla="val 50000"/>
            </a:avLst>
          </a:prstGeom>
          <a:ln xmlns:a="http://schemas.openxmlformats.org/drawingml/2006/main" w="23813">
            <a:solidFill>
              <a:srgbClr val="0860FE"/>
            </a:solidFill>
            <a:prstDash val="dash"/>
            <a:tailEnd type="arrow" w="med" len="med"/>
          </a:ln>
        </p:spPr>
      </p:cxnSp>
    </p:spTree>
    <p:extLst>
      <p:ext uri="{BB962C8B-B14F-4D97-AF65-F5344CB8AC3E}">
        <p14:creationId xmlns:p14="http://schemas.microsoft.com/office/powerpoint/2010/main" val="300991157"/>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3A30ADA3-E6FC-41FC-B753-CDCCABFEFD8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1: prove coexistence before showing traces</a:t>
            </a:r>
          </a:p>
        </p:txBody>
      </p:sp>
      <p:pic>
        <p:nvPicPr>
          <p:cNvPr id="6" name="cilium-obi-demo-1-coexistence.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16"/>
            <p:extLst>
              <p:ext uri="{DAA4B4D4-6D71-4841-9C94-3DE7FCFB9230}">
                <p14:media xmlns:p14="http://schemas.microsoft.com/office/powerpoint/2010/main" xmlns:r="http://schemas.openxmlformats.org/officeDocument/2006/relationships" r:embed="rIdMedia16"/>
              </p:ext>
            </p:extLst>
          </p:nvPr>
        </p:nvPicPr>
        <p:blipFill>
          <a:blip xmlns:r="http://schemas.openxmlformats.org/officeDocument/2006/relationships" xmlns:a="http://schemas.openxmlformats.org/drawingml/2006/main" r:embed="Reb8521fd64e44156"/>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840908267"/>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1FA760BB-E05C-48FA-A99F-779C746673E9}"/>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2: compare the same successful request</a:t>
            </a:r>
          </a:p>
        </p:txBody>
      </p:sp>
      <p:pic>
        <p:nvPicPr>
          <p:cNvPr id="6" name="cilium-obi-demo-2-success.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17"/>
            <p:extLst>
              <p:ext uri="{DAA4B4D4-6D71-4841-9C94-3DE7FCFB9230}">
                <p14:media xmlns:p14="http://schemas.microsoft.com/office/powerpoint/2010/main" xmlns:r="http://schemas.openxmlformats.org/officeDocument/2006/relationships" r:embed="rIdMedia17"/>
              </p:ext>
            </p:extLst>
          </p:nvPr>
        </p:nvPicPr>
        <p:blipFill>
          <a:blip xmlns:r="http://schemas.openxmlformats.org/officeDocument/2006/relationships" xmlns:a="http://schemas.openxmlformats.org/drawingml/2006/main" r:embed="R699d394cf97f435b"/>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799601030"/>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5350C15A-FCE4-4DE8-B47E-D55C68DF89D9}"/>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metrics in one view</a:t>
            </a:r>
          </a:p>
        </p:txBody>
      </p:sp>
      <p:pic>
        <p:nvPicPr>
          <p:cNvPr id="6" name="Picture 3"/>
          <p:cNvPicPr>
            <a:picLocks xmlns:a="http://schemas.openxmlformats.org/drawingml/2006/main" noChangeAspect="1"/>
          </p:cNvPicPr>
          <p:nvPr/>
        </p:nvPicPr>
        <p:blipFill>
          <a:blip xmlns:r="http://schemas.openxmlformats.org/officeDocument/2006/relationships" xmlns:a="http://schemas.openxmlformats.org/drawingml/2006/main" r:embed="Rcde99a58735d4e01"/>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871583921"/>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682A6B35-0096-4A47-842C-C23DCA99A97C}"/>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reconstructs the three-service request</a:t>
            </a:r>
          </a:p>
        </p:txBody>
      </p:sp>
      <p:pic>
        <p:nvPicPr>
          <p:cNvPr id="6" name="Picture 3"/>
          <p:cNvPicPr>
            <a:picLocks xmlns:a="http://schemas.openxmlformats.org/drawingml/2006/main" noChangeAspect="1"/>
          </p:cNvPicPr>
          <p:nvPr/>
        </p:nvPicPr>
        <p:blipFill>
          <a:blip xmlns:r="http://schemas.openxmlformats.org/officeDocument/2006/relationships" xmlns:a="http://schemas.openxmlformats.org/drawingml/2006/main" r:embed="Rd12821e0bbc8499b"/>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539454399"/>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08AB1C87-B595-4FE4-A7EF-B320D1DB7812}"/>
              </a:ext>
            </a:extLst>
          </p:cNvPr>
          <p:cNvSpPr>
            <a:spLocks xmlns:a="http://schemas.openxmlformats.org/drawingml/2006/main" noGrp="1"/>
          </p:cNvSpPr>
          <p:nvPr/>
        </p:nvSpPr>
        <p:spPr>
          <a:xfrm xmlns:a="http://schemas.openxmlformats.org/drawingml/2006/main">
            <a:off x="533400" y="361950"/>
            <a:ext cx="1076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3: make a policy denial visible twice</a:t>
            </a:r>
          </a:p>
        </p:txBody>
      </p:sp>
      <p:pic>
        <p:nvPicPr>
          <p:cNvPr id="6" name="cilium-obi-demo-3-policy-denial.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20"/>
            <p:extLst>
              <p:ext uri="{DAA4B4D4-6D71-4841-9C94-3DE7FCFB9230}">
                <p14:media xmlns:p14="http://schemas.microsoft.com/office/powerpoint/2010/main" xmlns:r="http://schemas.openxmlformats.org/officeDocument/2006/relationships" r:embed="rIdMedia20"/>
              </p:ext>
            </p:extLst>
          </p:nvPr>
        </p:nvPicPr>
        <p:blipFill>
          <a:blip xmlns:r="http://schemas.openxmlformats.org/officeDocument/2006/relationships" xmlns:a="http://schemas.openxmlformats.org/drawingml/2006/main" r:embed="R02585777b0314c91"/>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923459705"/>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2CE621AC-689C-42C7-AF0D-CE910FEEF15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Live telemetry playground</a:t>
            </a:r>
          </a:p>
        </p:txBody>
      </p:sp>
      <p:sp>
        <p:nvSpPr>
          <p:cNvPr id="2" name="Rectangle 1">
            <a:extLst xmlns:a="http://schemas.openxmlformats.org/drawingml/2006/main">
              <a:ext uri="{FF2B5EF4-FFF2-40B4-BE49-F238E27FC236}">
                <a16:creationId xmlns:a16="http://schemas.microsoft.com/office/drawing/2014/main" id="{6BC11B03-7BE7-440C-9D01-D6F8181DB50D}"/>
              </a:ext>
            </a:extLst>
          </p:cNvPr>
          <p:cNvSpPr>
            <a:spLocks xmlns:a="http://schemas.openxmlformats.org/drawingml/2006/main" noGrp="1"/>
          </p:cNvSpPr>
          <p:nvPr/>
        </p:nvSpPr>
        <p:spPr>
          <a:xfrm xmlns:a="http://schemas.openxmlformats.org/drawingml/2006/main">
            <a:off x="742950" y="15049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DDCBFEAA-5905-4F17-AEEA-5ADAAA8DAC87}"/>
              </a:ext>
            </a:extLst>
          </p:cNvPr>
          <p:cNvSpPr>
            <a:spLocks xmlns:a="http://schemas.openxmlformats.org/drawingml/2006/main" noGrp="1"/>
          </p:cNvSpPr>
          <p:nvPr/>
        </p:nvSpPr>
        <p:spPr>
          <a:xfrm xmlns:a="http://schemas.openxmlformats.org/drawingml/2006/main">
            <a:off x="1619250" y="15049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xmlns:r="http://schemas.openxmlformats.org/officeDocument/2006/relationships" r:id="Re3399a6f8adf4abf"/>
              </a:rPr>
              <a:t>App metrics</a:t>
            </a:r>
          </a:p>
        </p:txBody>
      </p:sp>
      <p:sp>
        <p:nvSpPr>
          <p:cNvPr id="4" name="Rectangle 3">
            <a:extLst xmlns:a="http://schemas.openxmlformats.org/drawingml/2006/main">
              <a:ext uri="{FF2B5EF4-FFF2-40B4-BE49-F238E27FC236}">
                <a16:creationId xmlns:a16="http://schemas.microsoft.com/office/drawing/2014/main" id="{4225EF06-7A29-4D46-B6F9-1770A01BF3B8}"/>
              </a:ext>
            </a:extLst>
          </p:cNvPr>
          <p:cNvSpPr>
            <a:spLocks xmlns:a="http://schemas.openxmlformats.org/drawingml/2006/main" noGrp="1"/>
          </p:cNvSpPr>
          <p:nvPr/>
        </p:nvSpPr>
        <p:spPr>
          <a:xfrm xmlns:a="http://schemas.openxmlformats.org/drawingml/2006/main">
            <a:off x="4286250" y="15240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xmlns:r="http://schemas.openxmlformats.org/officeDocument/2006/relationships" r:id="R026328a40e6b4d8b"/>
              </a:rPr>
              <a:t>Grafana: request rate, p95, flows and drops</a:t>
            </a:r>
          </a:p>
        </p:txBody>
      </p:sp>
      <p:sp>
        <p:nvSpPr>
          <p:cNvPr id="5" name="Rectangle 4">
            <a:extLst xmlns:a="http://schemas.openxmlformats.org/drawingml/2006/main">
              <a:ext uri="{FF2B5EF4-FFF2-40B4-BE49-F238E27FC236}">
                <a16:creationId xmlns:a16="http://schemas.microsoft.com/office/drawing/2014/main" id="{824E722C-C9BD-4B15-92A9-BD0218D7F638}"/>
              </a:ext>
            </a:extLst>
          </p:cNvPr>
          <p:cNvSpPr>
            <a:spLocks xmlns:a="http://schemas.openxmlformats.org/drawingml/2006/main" noGrp="1"/>
          </p:cNvSpPr>
          <p:nvPr/>
        </p:nvSpPr>
        <p:spPr>
          <a:xfrm xmlns:a="http://schemas.openxmlformats.org/drawingml/2006/main">
            <a:off x="1619250" y="21336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F0AD0635-664F-43EF-9FDD-B91796271779}"/>
              </a:ext>
            </a:extLst>
          </p:cNvPr>
          <p:cNvSpPr>
            <a:spLocks xmlns:a="http://schemas.openxmlformats.org/drawingml/2006/main" noGrp="1"/>
          </p:cNvSpPr>
          <p:nvPr/>
        </p:nvSpPr>
        <p:spPr>
          <a:xfrm xmlns:a="http://schemas.openxmlformats.org/drawingml/2006/main">
            <a:off x="742950" y="25717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xmlns:a="http://schemas.openxmlformats.org/drawingml/2006/main">
              <a:ext uri="{FF2B5EF4-FFF2-40B4-BE49-F238E27FC236}">
                <a16:creationId xmlns:a16="http://schemas.microsoft.com/office/drawing/2014/main" id="{821AE919-C864-46A3-99EC-CB2F9C3CB7C5}"/>
              </a:ext>
            </a:extLst>
          </p:cNvPr>
          <p:cNvSpPr>
            <a:spLocks xmlns:a="http://schemas.openxmlformats.org/drawingml/2006/main" noGrp="1"/>
          </p:cNvSpPr>
          <p:nvPr/>
        </p:nvSpPr>
        <p:spPr>
          <a:xfrm xmlns:a="http://schemas.openxmlformats.org/drawingml/2006/main">
            <a:off x="1619250" y="25717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xmlns:r="http://schemas.openxmlformats.org/officeDocument/2006/relationships" r:id="Rda40e4837348464f"/>
              </a:rPr>
              <a:t>Pipeline health</a:t>
            </a:r>
          </a:p>
        </p:txBody>
      </p:sp>
      <p:sp>
        <p:nvSpPr>
          <p:cNvPr id="8" name="Rectangle 7">
            <a:extLst xmlns:a="http://schemas.openxmlformats.org/drawingml/2006/main">
              <a:ext uri="{FF2B5EF4-FFF2-40B4-BE49-F238E27FC236}">
                <a16:creationId xmlns:a16="http://schemas.microsoft.com/office/drawing/2014/main" id="{AA5A7CAF-881E-4B9A-9212-812ECF094684}"/>
              </a:ext>
            </a:extLst>
          </p:cNvPr>
          <p:cNvSpPr>
            <a:spLocks xmlns:a="http://schemas.openxmlformats.org/drawingml/2006/main" noGrp="1"/>
          </p:cNvSpPr>
          <p:nvPr/>
        </p:nvSpPr>
        <p:spPr>
          <a:xfrm xmlns:a="http://schemas.openxmlformats.org/drawingml/2006/main">
            <a:off x="4286250" y="25908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xmlns:r="http://schemas.openxmlformats.org/officeDocument/2006/relationships" r:id="Rb81ed49a560f4609"/>
              </a:rPr>
              <a:t>Grafana: Cilium, Hubble and Collector health</a:t>
            </a:r>
          </a:p>
        </p:txBody>
      </p:sp>
      <p:sp>
        <p:nvSpPr>
          <p:cNvPr id="9" name="Rectangle 8">
            <a:extLst xmlns:a="http://schemas.openxmlformats.org/drawingml/2006/main">
              <a:ext uri="{FF2B5EF4-FFF2-40B4-BE49-F238E27FC236}">
                <a16:creationId xmlns:a16="http://schemas.microsoft.com/office/drawing/2014/main" id="{0459F131-9FA3-4773-B4CE-90991C1FEC15}"/>
              </a:ext>
            </a:extLst>
          </p:cNvPr>
          <p:cNvSpPr>
            <a:spLocks xmlns:a="http://schemas.openxmlformats.org/drawingml/2006/main" noGrp="1"/>
          </p:cNvSpPr>
          <p:nvPr/>
        </p:nvSpPr>
        <p:spPr>
          <a:xfrm xmlns:a="http://schemas.openxmlformats.org/drawingml/2006/main">
            <a:off x="1619250" y="32004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FEA221D4-7B46-40AD-9652-A2BF4CF49050}"/>
              </a:ext>
            </a:extLst>
          </p:cNvPr>
          <p:cNvSpPr>
            <a:spLocks xmlns:a="http://schemas.openxmlformats.org/drawingml/2006/main" noGrp="1"/>
          </p:cNvSpPr>
          <p:nvPr/>
        </p:nvSpPr>
        <p:spPr>
          <a:xfrm xmlns:a="http://schemas.openxmlformats.org/drawingml/2006/main">
            <a:off x="742950" y="36385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xmlns:a="http://schemas.openxmlformats.org/drawingml/2006/main">
              <a:ext uri="{FF2B5EF4-FFF2-40B4-BE49-F238E27FC236}">
                <a16:creationId xmlns:a16="http://schemas.microsoft.com/office/drawing/2014/main" id="{485A77C8-B4A2-41C9-9E95-9E1328DFE742}"/>
              </a:ext>
            </a:extLst>
          </p:cNvPr>
          <p:cNvSpPr>
            <a:spLocks xmlns:a="http://schemas.openxmlformats.org/drawingml/2006/main" noGrp="1"/>
          </p:cNvSpPr>
          <p:nvPr/>
        </p:nvSpPr>
        <p:spPr>
          <a:xfrm xmlns:a="http://schemas.openxmlformats.org/drawingml/2006/main">
            <a:off x="1619250" y="36385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xmlns:r="http://schemas.openxmlformats.org/officeDocument/2006/relationships" r:id="Re5aab9699c564a9c"/>
              </a:rPr>
              <a:t>Tempo traces</a:t>
            </a:r>
          </a:p>
        </p:txBody>
      </p:sp>
      <p:sp>
        <p:nvSpPr>
          <p:cNvPr id="12" name="Rectangle 11">
            <a:extLst xmlns:a="http://schemas.openxmlformats.org/drawingml/2006/main">
              <a:ext uri="{FF2B5EF4-FFF2-40B4-BE49-F238E27FC236}">
                <a16:creationId xmlns:a16="http://schemas.microsoft.com/office/drawing/2014/main" id="{7956BC91-69D7-43C9-9CFD-E1743AA19FB5}"/>
              </a:ext>
            </a:extLst>
          </p:cNvPr>
          <p:cNvSpPr>
            <a:spLocks xmlns:a="http://schemas.openxmlformats.org/drawingml/2006/main" noGrp="1"/>
          </p:cNvSpPr>
          <p:nvPr/>
        </p:nvSpPr>
        <p:spPr>
          <a:xfrm xmlns:a="http://schemas.openxmlformats.org/drawingml/2006/main">
            <a:off x="4286250" y="36576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xmlns:r="http://schemas.openxmlformats.org/officeDocument/2006/relationships" r:id="Rcf5a0548b20b4156"/>
              </a:rPr>
              <a:t>Grafana Explore: inspect a three-service trace</a:t>
            </a:r>
          </a:p>
        </p:txBody>
      </p:sp>
      <p:sp>
        <p:nvSpPr>
          <p:cNvPr id="13" name="Rectangle 12">
            <a:extLst xmlns:a="http://schemas.openxmlformats.org/drawingml/2006/main">
              <a:ext uri="{FF2B5EF4-FFF2-40B4-BE49-F238E27FC236}">
                <a16:creationId xmlns:a16="http://schemas.microsoft.com/office/drawing/2014/main" id="{7F2D22A6-1C48-4B19-A882-918FF2DE750E}"/>
              </a:ext>
            </a:extLst>
          </p:cNvPr>
          <p:cNvSpPr>
            <a:spLocks xmlns:a="http://schemas.openxmlformats.org/drawingml/2006/main" noGrp="1"/>
          </p:cNvSpPr>
          <p:nvPr/>
        </p:nvSpPr>
        <p:spPr>
          <a:xfrm xmlns:a="http://schemas.openxmlformats.org/drawingml/2006/main">
            <a:off x="1619250" y="42672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D0A0D56B-FDB0-4971-B2B3-C265324ACDCB}"/>
              </a:ext>
            </a:extLst>
          </p:cNvPr>
          <p:cNvSpPr>
            <a:spLocks xmlns:a="http://schemas.openxmlformats.org/drawingml/2006/main" noGrp="1"/>
          </p:cNvSpPr>
          <p:nvPr/>
        </p:nvSpPr>
        <p:spPr>
          <a:xfrm xmlns:a="http://schemas.openxmlformats.org/drawingml/2006/main">
            <a:off x="742950" y="47053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xmlns:a="http://schemas.openxmlformats.org/drawingml/2006/main">
              <a:ext uri="{FF2B5EF4-FFF2-40B4-BE49-F238E27FC236}">
                <a16:creationId xmlns:a16="http://schemas.microsoft.com/office/drawing/2014/main" id="{69592A17-1663-4A01-9986-49CA13FA2E89}"/>
              </a:ext>
            </a:extLst>
          </p:cNvPr>
          <p:cNvSpPr>
            <a:spLocks xmlns:a="http://schemas.openxmlformats.org/drawingml/2006/main" noGrp="1"/>
          </p:cNvSpPr>
          <p:nvPr/>
        </p:nvSpPr>
        <p:spPr>
          <a:xfrm xmlns:a="http://schemas.openxmlformats.org/drawingml/2006/main">
            <a:off x="1619250" y="47053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xmlns:r="http://schemas.openxmlformats.org/officeDocument/2006/relationships" r:id="Raf609116ac0440c5"/>
              </a:rPr>
              <a:t>Hubble flows</a:t>
            </a:r>
          </a:p>
        </p:txBody>
      </p:sp>
      <p:sp>
        <p:nvSpPr>
          <p:cNvPr id="16" name="Rectangle 15">
            <a:extLst xmlns:a="http://schemas.openxmlformats.org/drawingml/2006/main">
              <a:ext uri="{FF2B5EF4-FFF2-40B4-BE49-F238E27FC236}">
                <a16:creationId xmlns:a16="http://schemas.microsoft.com/office/drawing/2014/main" id="{EC182D77-4817-46E5-B999-4E8BF56AE275}"/>
              </a:ext>
            </a:extLst>
          </p:cNvPr>
          <p:cNvSpPr>
            <a:spLocks xmlns:a="http://schemas.openxmlformats.org/drawingml/2006/main" noGrp="1"/>
          </p:cNvSpPr>
          <p:nvPr/>
        </p:nvSpPr>
        <p:spPr>
          <a:xfrm xmlns:a="http://schemas.openxmlformats.org/drawingml/2006/main">
            <a:off x="4286250" y="47244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xmlns:r="http://schemas.openxmlformats.org/officeDocument/2006/relationships" r:id="Rf38db962aa7a4e41"/>
              </a:rPr>
              <a:t>Hubble UI: workloads, ports and verdicts</a:t>
            </a:r>
          </a:p>
        </p:txBody>
      </p:sp>
      <p:sp>
        <p:nvSpPr>
          <p:cNvPr id="17" name="Rectangle 16">
            <a:extLst xmlns:a="http://schemas.openxmlformats.org/drawingml/2006/main">
              <a:ext uri="{FF2B5EF4-FFF2-40B4-BE49-F238E27FC236}">
                <a16:creationId xmlns:a16="http://schemas.microsoft.com/office/drawing/2014/main" id="{B22D68FA-8D4A-4E44-A997-C6CD8B29C3E3}"/>
              </a:ext>
            </a:extLst>
          </p:cNvPr>
          <p:cNvSpPr>
            <a:spLocks xmlns:a="http://schemas.openxmlformats.org/drawingml/2006/main" noGrp="1"/>
          </p:cNvSpPr>
          <p:nvPr/>
        </p:nvSpPr>
        <p:spPr>
          <a:xfrm xmlns:a="http://schemas.openxmlformats.org/drawingml/2006/main">
            <a:off x="1619250" y="53340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8" name="Rounded Rectangle 17">
            <a:extLst xmlns:a="http://schemas.openxmlformats.org/drawingml/2006/main">
              <a:ext uri="{FF2B5EF4-FFF2-40B4-BE49-F238E27FC236}">
                <a16:creationId xmlns:a16="http://schemas.microsoft.com/office/drawing/2014/main" id="{B2A1EB50-E968-4E50-A168-D3F4D32BBD54}"/>
              </a:ext>
            </a:extLst>
          </p:cNvPr>
          <p:cNvSpPr>
            <a:spLocks xmlns:a="http://schemas.openxmlformats.org/drawingml/2006/main" noGrp="1"/>
          </p:cNvSpPr>
          <p:nvPr/>
        </p:nvSpPr>
        <p:spPr>
          <a:xfrm xmlns:a="http://schemas.openxmlformats.org/drawingml/2006/main">
            <a:off x="1619250" y="5734050"/>
            <a:ext cx="9429750" cy="457200"/>
          </a:xfrm>
          <a:prstGeom xmlns:a="http://schemas.openxmlformats.org/drawingml/2006/main" prst="roundRect">
            <a:avLst>
              <a:gd name="adj" fmla="val 16667"/>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585865DE-64D1-4422-A0F9-E558EA8A8F88}"/>
              </a:ext>
            </a:extLst>
          </p:cNvPr>
          <p:cNvSpPr>
            <a:spLocks xmlns:a="http://schemas.openxmlformats.org/drawingml/2006/main" noGrp="1"/>
          </p:cNvSpPr>
          <p:nvPr/>
        </p:nvSpPr>
        <p:spPr>
          <a:xfrm xmlns:a="http://schemas.openxmlformats.org/drawingml/2006/main">
            <a:off x="1905000" y="5810250"/>
            <a:ext cx="885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276" lnSpcReduction="10000"/>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Click a row. Live links require local port-forwards.</a:t>
            </a:r>
          </a:p>
        </p:txBody>
      </p:sp>
    </p:spTree>
    <p:extLst>
      <p:ext uri="{BB962C8B-B14F-4D97-AF65-F5344CB8AC3E}">
        <p14:creationId xmlns:p14="http://schemas.microsoft.com/office/powerpoint/2010/main" val="1882857912"/>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5BE4714C-E09A-4E15-A6FA-743BF91C0637}"/>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Give network telemetry one default owner</a:t>
            </a:r>
          </a:p>
        </p:txBody>
      </p:sp>
      <p:sp>
        <p:nvSpPr>
          <p:cNvPr id="2" name="Rectangle 1">
            <a:extLst xmlns:a="http://schemas.openxmlformats.org/drawingml/2006/main">
              <a:ext uri="{FF2B5EF4-FFF2-40B4-BE49-F238E27FC236}">
                <a16:creationId xmlns:a16="http://schemas.microsoft.com/office/drawing/2014/main" id="{9363F227-F6F1-4510-89E1-4DE9153BF034}"/>
              </a:ext>
            </a:extLst>
          </p:cNvPr>
          <p:cNvSpPr>
            <a:spLocks xmlns:a="http://schemas.openxmlformats.org/drawingml/2006/main" noGrp="1"/>
          </p:cNvSpPr>
          <p:nvPr/>
        </p:nvSpPr>
        <p:spPr>
          <a:xfrm xmlns:a="http://schemas.openxmlformats.org/drawingml/2006/main">
            <a:off x="685800" y="1495425"/>
            <a:ext cx="381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1">
                <a:solidFill>
                  <a:srgbClr val="686B6B"/>
                </a:solidFill>
                <a:latin typeface="CiscoSansTT Medium"/>
                <a:ea typeface="CiscoSansTT Medium"/>
                <a:cs typeface="CiscoSansTT Medium"/>
              </a:defRPr>
            </a:pPr>
            <a:r>
              <a:rPr sz="1650" b="1">
                <a:solidFill>
                  <a:srgbClr val="686B6B"/>
                </a:solidFill>
                <a:latin typeface="CiscoSansTT Medium"/>
                <a:ea typeface="CiscoSansTT Medium"/>
                <a:cs typeface="CiscoSansTT Medium"/>
              </a:rPr>
              <a:t>Default combined design</a:t>
            </a:r>
          </a:p>
        </p:txBody>
      </p:sp>
      <p:sp>
        <p:nvSpPr>
          <p:cNvPr id="3" name="Rounded Rectangle 2">
            <a:extLst xmlns:a="http://schemas.openxmlformats.org/drawingml/2006/main">
              <a:ext uri="{FF2B5EF4-FFF2-40B4-BE49-F238E27FC236}">
                <a16:creationId xmlns:a16="http://schemas.microsoft.com/office/drawing/2014/main" id="{2B1855B3-2267-4CE0-BF37-CD2590F57911}"/>
              </a:ext>
            </a:extLst>
          </p:cNvPr>
          <p:cNvSpPr>
            <a:spLocks xmlns:a="http://schemas.openxmlformats.org/drawingml/2006/main" noGrp="1"/>
          </p:cNvSpPr>
          <p:nvPr/>
        </p:nvSpPr>
        <p:spPr>
          <a:xfrm xmlns:a="http://schemas.openxmlformats.org/drawingml/2006/main">
            <a:off x="1047750" y="2190750"/>
            <a:ext cx="2857500" cy="1333500"/>
          </a:xfrm>
          <a:prstGeom xmlns:a="http://schemas.openxmlformats.org/drawingml/2006/main" prst="roundRect">
            <a:avLst>
              <a:gd name="adj" fmla="val 5714"/>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OBI</a:t>
            </a:r>
          </a:p>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application signals</a:t>
            </a:r>
          </a:p>
        </p:txBody>
      </p:sp>
      <p:sp>
        <p:nvSpPr>
          <p:cNvPr id="4" name="Rounded Rectangle 3">
            <a:extLst xmlns:a="http://schemas.openxmlformats.org/drawingml/2006/main">
              <a:ext uri="{FF2B5EF4-FFF2-40B4-BE49-F238E27FC236}">
                <a16:creationId xmlns:a16="http://schemas.microsoft.com/office/drawing/2014/main" id="{3129369A-D151-43B9-8BF5-BD06E4EFBB4C}"/>
              </a:ext>
            </a:extLst>
          </p:cNvPr>
          <p:cNvSpPr>
            <a:spLocks xmlns:a="http://schemas.openxmlformats.org/drawingml/2006/main" noGrp="1"/>
          </p:cNvSpPr>
          <p:nvPr/>
        </p:nvSpPr>
        <p:spPr>
          <a:xfrm xmlns:a="http://schemas.openxmlformats.org/drawingml/2006/main">
            <a:off x="4619625" y="2190750"/>
            <a:ext cx="2857500" cy="1333500"/>
          </a:xfrm>
          <a:prstGeom xmlns:a="http://schemas.openxmlformats.org/drawingml/2006/main" prst="roundRect">
            <a:avLst>
              <a:gd name="adj" fmla="val 5714"/>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Hubble</a:t>
            </a:r>
          </a:p>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network + policy</a:t>
            </a:r>
          </a:p>
        </p:txBody>
      </p:sp>
      <p:sp>
        <p:nvSpPr>
          <p:cNvPr id="5" name="Rounded Rectangle 4">
            <a:extLst xmlns:a="http://schemas.openxmlformats.org/drawingml/2006/main">
              <a:ext uri="{FF2B5EF4-FFF2-40B4-BE49-F238E27FC236}">
                <a16:creationId xmlns:a16="http://schemas.microsoft.com/office/drawing/2014/main" id="{5D65C379-809F-4782-BAD8-69A5B47C504C}"/>
              </a:ext>
            </a:extLst>
          </p:cNvPr>
          <p:cNvSpPr>
            <a:spLocks xmlns:a="http://schemas.openxmlformats.org/drawingml/2006/main" noGrp="1"/>
          </p:cNvSpPr>
          <p:nvPr/>
        </p:nvSpPr>
        <p:spPr>
          <a:xfrm xmlns:a="http://schemas.openxmlformats.org/drawingml/2006/main">
            <a:off x="8191500" y="2190750"/>
            <a:ext cx="2857500" cy="1333500"/>
          </a:xfrm>
          <a:prstGeom xmlns:a="http://schemas.openxmlformats.org/drawingml/2006/main" prst="roundRect">
            <a:avLst>
              <a:gd name="adj" fmla="val 5714"/>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OBI network metrics</a:t>
            </a:r>
          </a:p>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socket_filter only</a:t>
            </a:r>
          </a:p>
        </p:txBody>
      </p:sp>
      <p:cxnSp>
        <p:nvCxnSpPr>
          <p:cNvPr id="106" name="Straight Arrow Connector 14"/>
          <p:cNvCxnSpPr>
            <a:stCxn xmlns:a="http://schemas.openxmlformats.org/drawingml/2006/main" id="3" idx="3"/>
            <a:endCxn xmlns:a="http://schemas.openxmlformats.org/drawingml/2006/main" id="4" idx="1"/>
          </p:cNvCxnSpPr>
          <p:nvPr/>
        </p:nvCxnSpPr>
        <p:spPr>
          <a:xfrm xmlns:a="http://schemas.openxmlformats.org/drawingml/2006/main">
            <a:off x="3905250" y="2857500"/>
            <a:ext cx="714375" cy="0"/>
          </a:xfrm>
          <a:prstGeom xmlns:a="http://schemas.openxmlformats.org/drawingml/2006/main" prst="straightConnector1">
            <a:avLst/>
          </a:prstGeom>
          <a:ln xmlns:a="http://schemas.openxmlformats.org/drawingml/2006/main" w="23813">
            <a:solidFill>
              <a:srgbClr val="686B6B"/>
            </a:solidFill>
            <a:prstDash val="dash"/>
            <a:tailEnd type="arrow" w="med" len="med"/>
          </a:ln>
        </p:spPr>
      </p:cxnSp>
      <p:cxnSp>
        <p:nvCxnSpPr>
          <p:cNvPr id="107" name="Straight Arrow Connector 15"/>
          <p:cNvCxnSpPr>
            <a:stCxn xmlns:a="http://schemas.openxmlformats.org/drawingml/2006/main" id="4" idx="3"/>
            <a:endCxn xmlns:a="http://schemas.openxmlformats.org/drawingml/2006/main" id="5" idx="1"/>
          </p:cNvCxnSpPr>
          <p:nvPr/>
        </p:nvCxnSpPr>
        <p:spPr>
          <a:xfrm xmlns:a="http://schemas.openxmlformats.org/drawingml/2006/main">
            <a:off x="7477125" y="2857500"/>
            <a:ext cx="714375" cy="0"/>
          </a:xfrm>
          <a:prstGeom xmlns:a="http://schemas.openxmlformats.org/drawingml/2006/main" prst="straightConnector1">
            <a:avLst/>
          </a:prstGeom>
          <a:ln xmlns:a="http://schemas.openxmlformats.org/drawingml/2006/main" w="23813">
            <a:solidFill>
              <a:srgbClr val="686B6B"/>
            </a:solidFill>
            <a:prstDash val="dash"/>
            <a:tailEnd type="arrow" w="med" len="med"/>
          </a:ln>
        </p:spPr>
      </p:cxnSp>
      <p:sp>
        <p:nvSpPr>
          <p:cNvPr id="8" name="Rectangle 7">
            <a:extLst xmlns:a="http://schemas.openxmlformats.org/drawingml/2006/main">
              <a:ext uri="{FF2B5EF4-FFF2-40B4-BE49-F238E27FC236}">
                <a16:creationId xmlns:a16="http://schemas.microsoft.com/office/drawing/2014/main" id="{E5512B38-A93E-47F3-BF29-CF7C9D3DB81B}"/>
              </a:ext>
            </a:extLst>
          </p:cNvPr>
          <p:cNvSpPr>
            <a:spLocks xmlns:a="http://schemas.openxmlformats.org/drawingml/2006/main" noGrp="1"/>
          </p:cNvSpPr>
          <p:nvPr/>
        </p:nvSpPr>
        <p:spPr>
          <a:xfrm xmlns:a="http://schemas.openxmlformats.org/drawingml/2006/main">
            <a:off x="1143000" y="4438650"/>
            <a:ext cx="9906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Enable the third stream only for a question Hubble cannot answer, or when duplication is the experiment.</a:t>
            </a:r>
          </a:p>
        </p:txBody>
      </p:sp>
      <p:sp>
        <p:nvSpPr>
          <p:cNvPr id="9" name="Rounded Rectangle 8">
            <a:extLst xmlns:a="http://schemas.openxmlformats.org/drawingml/2006/main">
              <a:ext uri="{FF2B5EF4-FFF2-40B4-BE49-F238E27FC236}">
                <a16:creationId xmlns:a16="http://schemas.microsoft.com/office/drawing/2014/main" id="{B4AD1679-F97C-4AC8-A7BB-72C9590CC5C6}"/>
              </a:ext>
            </a:extLst>
          </p:cNvPr>
          <p:cNvSpPr>
            <a:spLocks xmlns:a="http://schemas.openxmlformats.org/drawingml/2006/main" noGrp="1"/>
          </p:cNvSpPr>
          <p:nvPr/>
        </p:nvSpPr>
        <p:spPr>
          <a:xfrm xmlns:a="http://schemas.openxmlformats.org/drawingml/2006/main">
            <a:off x="3429000" y="5543550"/>
            <a:ext cx="533400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AVOID DUPLICATE TC FLOW COLLECTION</a:t>
            </a:r>
          </a:p>
        </p:txBody>
      </p:sp>
    </p:spTree>
    <p:extLst>
      <p:ext uri="{BB962C8B-B14F-4D97-AF65-F5344CB8AC3E}">
        <p14:creationId xmlns:p14="http://schemas.microsoft.com/office/powerpoint/2010/main" val="1785190512"/>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Measure the combined system</a:t>
            </a:r>
          </a:p>
        </p:txBody>
      </p:sp>
    </p:spTree>
    <p:extLst>
      <p:ext uri="{BB962C8B-B14F-4D97-AF65-F5344CB8AC3E}">
        <p14:creationId xmlns:p14="http://schemas.microsoft.com/office/powerpoint/2010/main" val="142554401"/>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19" name="slide-title">
            <a:extLst xmlns:a="http://schemas.openxmlformats.org/drawingml/2006/main">
              <a:ext uri="{FF2B5EF4-FFF2-40B4-BE49-F238E27FC236}">
                <a16:creationId xmlns:a16="http://schemas.microsoft.com/office/drawing/2014/main" id="{43AEE9E5-8F08-4B77-B756-AC329ED94EA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Benchmark scenarios and controls</a:t>
            </a:r>
          </a:p>
        </p:txBody>
      </p:sp>
      <p:sp>
        <p:nvSpPr>
          <p:cNvPr id="2" name="Rounded Rectangle 1">
            <a:extLst xmlns:a="http://schemas.openxmlformats.org/drawingml/2006/main">
              <a:ext uri="{FF2B5EF4-FFF2-40B4-BE49-F238E27FC236}">
                <a16:creationId xmlns:a16="http://schemas.microsoft.com/office/drawing/2014/main" id="{C57F3861-4686-4855-A5F6-163934D70F39}"/>
              </a:ext>
            </a:extLst>
          </p:cNvPr>
          <p:cNvSpPr>
            <a:spLocks xmlns:a="http://schemas.openxmlformats.org/drawingml/2006/main" noGrp="1"/>
          </p:cNvSpPr>
          <p:nvPr/>
        </p:nvSpPr>
        <p:spPr>
          <a:xfrm xmlns:a="http://schemas.openxmlformats.org/drawingml/2006/main">
            <a:off x="1209675" y="2000250"/>
            <a:ext cx="704850" cy="381000"/>
          </a:xfrm>
          <a:prstGeom xmlns:a="http://schemas.openxmlformats.org/drawingml/2006/main" prst="roundRect">
            <a:avLst>
              <a:gd name="adj" fmla="val 20000"/>
            </a:avLst>
          </a:prstGeom>
          <a:solidFill xmlns:a="http://schemas.openxmlformats.org/drawingml/2006/main">
            <a:srgbClr val="686B6B"/>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A</a:t>
            </a:r>
          </a:p>
        </p:txBody>
      </p:sp>
      <p:sp>
        <p:nvSpPr>
          <p:cNvPr id="3" name="Rounded Rectangle 2">
            <a:extLst xmlns:a="http://schemas.openxmlformats.org/drawingml/2006/main">
              <a:ext uri="{FF2B5EF4-FFF2-40B4-BE49-F238E27FC236}">
                <a16:creationId xmlns:a16="http://schemas.microsoft.com/office/drawing/2014/main" id="{43DA1D42-5150-46B7-A997-2EA04A6FE5E7}"/>
              </a:ext>
            </a:extLst>
          </p:cNvPr>
          <p:cNvSpPr>
            <a:spLocks xmlns:a="http://schemas.openxmlformats.org/drawingml/2006/main" noGrp="1"/>
          </p:cNvSpPr>
          <p:nvPr/>
        </p:nvSpPr>
        <p:spPr>
          <a:xfrm xmlns:a="http://schemas.openxmlformats.org/drawingml/2006/main">
            <a:off x="666750" y="2571750"/>
            <a:ext cx="1790700" cy="1352550"/>
          </a:xfrm>
          <a:prstGeom xmlns:a="http://schemas.openxmlformats.org/drawingml/2006/main" prst="roundRect">
            <a:avLst>
              <a:gd name="adj" fmla="val 5634"/>
            </a:avLst>
          </a:prstGeom>
          <a:solidFill xmlns:a="http://schemas.openxmlformats.org/drawingml/2006/main">
            <a:srgbClr val="F4F6F8"/>
          </a:solidFill>
          <a:ln xmlns:a="http://schemas.openxmlformats.org/drawingml/2006/main" w="14288">
            <a:solidFill>
              <a:srgbClr val="686B6B"/>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Cilium</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baseline</a:t>
            </a:r>
          </a:p>
        </p:txBody>
      </p:sp>
      <p:sp>
        <p:nvSpPr>
          <p:cNvPr id="4" name="Rounded Rectangle 3">
            <a:extLst xmlns:a="http://schemas.openxmlformats.org/drawingml/2006/main">
              <a:ext uri="{FF2B5EF4-FFF2-40B4-BE49-F238E27FC236}">
                <a16:creationId xmlns:a16="http://schemas.microsoft.com/office/drawing/2014/main" id="{A0DAE3A5-7A9B-486F-A790-57C2532D53BF}"/>
              </a:ext>
            </a:extLst>
          </p:cNvPr>
          <p:cNvSpPr>
            <a:spLocks xmlns:a="http://schemas.openxmlformats.org/drawingml/2006/main" noGrp="1"/>
          </p:cNvSpPr>
          <p:nvPr/>
        </p:nvSpPr>
        <p:spPr>
          <a:xfrm xmlns:a="http://schemas.openxmlformats.org/drawingml/2006/main">
            <a:off x="3476625" y="2000250"/>
            <a:ext cx="7048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B</a:t>
            </a:r>
          </a:p>
        </p:txBody>
      </p:sp>
      <p:sp>
        <p:nvSpPr>
          <p:cNvPr id="5" name="Rounded Rectangle 4">
            <a:extLst xmlns:a="http://schemas.openxmlformats.org/drawingml/2006/main">
              <a:ext uri="{FF2B5EF4-FFF2-40B4-BE49-F238E27FC236}">
                <a16:creationId xmlns:a16="http://schemas.microsoft.com/office/drawing/2014/main" id="{A2D31BC7-2580-481F-BFF6-E5D5FE1EF90C}"/>
              </a:ext>
            </a:extLst>
          </p:cNvPr>
          <p:cNvSpPr>
            <a:spLocks xmlns:a="http://schemas.openxmlformats.org/drawingml/2006/main" noGrp="1"/>
          </p:cNvSpPr>
          <p:nvPr/>
        </p:nvSpPr>
        <p:spPr>
          <a:xfrm xmlns:a="http://schemas.openxmlformats.org/drawingml/2006/main">
            <a:off x="2933700" y="2571750"/>
            <a:ext cx="1790700" cy="1352550"/>
          </a:xfrm>
          <a:prstGeom xmlns:a="http://schemas.openxmlformats.org/drawingml/2006/main" prst="roundRect">
            <a:avLst>
              <a:gd name="adj" fmla="val 5634"/>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L3/L4</a:t>
            </a:r>
          </a:p>
        </p:txBody>
      </p:sp>
      <p:sp>
        <p:nvSpPr>
          <p:cNvPr id="6" name="Rounded Rectangle 5">
            <a:extLst xmlns:a="http://schemas.openxmlformats.org/drawingml/2006/main">
              <a:ext uri="{FF2B5EF4-FFF2-40B4-BE49-F238E27FC236}">
                <a16:creationId xmlns:a16="http://schemas.microsoft.com/office/drawing/2014/main" id="{B5CC0480-58B6-481F-A0E6-4B4442B486FA}"/>
              </a:ext>
            </a:extLst>
          </p:cNvPr>
          <p:cNvSpPr>
            <a:spLocks xmlns:a="http://schemas.openxmlformats.org/drawingml/2006/main" noGrp="1"/>
          </p:cNvSpPr>
          <p:nvPr/>
        </p:nvSpPr>
        <p:spPr>
          <a:xfrm xmlns:a="http://schemas.openxmlformats.org/drawingml/2006/main">
            <a:off x="5743575" y="2000250"/>
            <a:ext cx="70485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a:t>
            </a:r>
          </a:p>
        </p:txBody>
      </p:sp>
      <p:sp>
        <p:nvSpPr>
          <p:cNvPr id="7" name="Rounded Rectangle 6">
            <a:extLst xmlns:a="http://schemas.openxmlformats.org/drawingml/2006/main">
              <a:ext uri="{FF2B5EF4-FFF2-40B4-BE49-F238E27FC236}">
                <a16:creationId xmlns:a16="http://schemas.microsoft.com/office/drawing/2014/main" id="{249A79A0-91CC-421C-BF6B-235A6CEA09E1}"/>
              </a:ext>
            </a:extLst>
          </p:cNvPr>
          <p:cNvSpPr>
            <a:spLocks xmlns:a="http://schemas.openxmlformats.org/drawingml/2006/main" noGrp="1"/>
          </p:cNvSpPr>
          <p:nvPr/>
        </p:nvSpPr>
        <p:spPr>
          <a:xfrm xmlns:a="http://schemas.openxmlformats.org/drawingml/2006/main">
            <a:off x="5200650" y="2571750"/>
            <a:ext cx="1790700" cy="1352550"/>
          </a:xfrm>
          <a:prstGeom xmlns:a="http://schemas.openxmlformats.org/drawingml/2006/main" prst="roundRect">
            <a:avLst>
              <a:gd name="adj" fmla="val 5634"/>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metrics</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no propagation</a:t>
            </a:r>
          </a:p>
        </p:txBody>
      </p:sp>
      <p:sp>
        <p:nvSpPr>
          <p:cNvPr id="8" name="Rounded Rectangle 7">
            <a:extLst xmlns:a="http://schemas.openxmlformats.org/drawingml/2006/main">
              <a:ext uri="{FF2B5EF4-FFF2-40B4-BE49-F238E27FC236}">
                <a16:creationId xmlns:a16="http://schemas.microsoft.com/office/drawing/2014/main" id="{6079DEF9-F700-4121-AB14-6C19F5737C35}"/>
              </a:ext>
            </a:extLst>
          </p:cNvPr>
          <p:cNvSpPr>
            <a:spLocks xmlns:a="http://schemas.openxmlformats.org/drawingml/2006/main" noGrp="1"/>
          </p:cNvSpPr>
          <p:nvPr/>
        </p:nvSpPr>
        <p:spPr>
          <a:xfrm xmlns:a="http://schemas.openxmlformats.org/drawingml/2006/main">
            <a:off x="8010525" y="2000250"/>
            <a:ext cx="70485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D</a:t>
            </a:r>
          </a:p>
        </p:txBody>
      </p:sp>
      <p:sp>
        <p:nvSpPr>
          <p:cNvPr id="9" name="Rounded Rectangle 8">
            <a:extLst xmlns:a="http://schemas.openxmlformats.org/drawingml/2006/main">
              <a:ext uri="{FF2B5EF4-FFF2-40B4-BE49-F238E27FC236}">
                <a16:creationId xmlns:a16="http://schemas.microsoft.com/office/drawing/2014/main" id="{AC5F954D-00D8-4D33-A7F6-923DE12E6AD9}"/>
              </a:ext>
            </a:extLst>
          </p:cNvPr>
          <p:cNvSpPr>
            <a:spLocks xmlns:a="http://schemas.openxmlformats.org/drawingml/2006/main" noGrp="1"/>
          </p:cNvSpPr>
          <p:nvPr/>
        </p:nvSpPr>
        <p:spPr>
          <a:xfrm xmlns:a="http://schemas.openxmlformats.org/drawingml/2006/main">
            <a:off x="7467600" y="2571750"/>
            <a:ext cx="1790700" cy="1352550"/>
          </a:xfrm>
          <a:prstGeom xmlns:a="http://schemas.openxmlformats.org/drawingml/2006/main" prst="roundRect">
            <a:avLst>
              <a:gd name="adj" fmla="val 5634"/>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traces</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TCX propagation</a:t>
            </a:r>
          </a:p>
        </p:txBody>
      </p:sp>
      <p:sp>
        <p:nvSpPr>
          <p:cNvPr id="10" name="Rounded Rectangle 9">
            <a:extLst xmlns:a="http://schemas.openxmlformats.org/drawingml/2006/main">
              <a:ext uri="{FF2B5EF4-FFF2-40B4-BE49-F238E27FC236}">
                <a16:creationId xmlns:a16="http://schemas.microsoft.com/office/drawing/2014/main" id="{4FEFADD7-1B50-4BB3-8599-47FACAE44ED4}"/>
              </a:ext>
            </a:extLst>
          </p:cNvPr>
          <p:cNvSpPr>
            <a:spLocks xmlns:a="http://schemas.openxmlformats.org/drawingml/2006/main" noGrp="1"/>
          </p:cNvSpPr>
          <p:nvPr/>
        </p:nvSpPr>
        <p:spPr>
          <a:xfrm xmlns:a="http://schemas.openxmlformats.org/drawingml/2006/main">
            <a:off x="10277475" y="2000250"/>
            <a:ext cx="7048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E</a:t>
            </a:r>
          </a:p>
        </p:txBody>
      </p:sp>
      <p:sp>
        <p:nvSpPr>
          <p:cNvPr id="11" name="Rounded Rectangle 10">
            <a:extLst xmlns:a="http://schemas.openxmlformats.org/drawingml/2006/main">
              <a:ext uri="{FF2B5EF4-FFF2-40B4-BE49-F238E27FC236}">
                <a16:creationId xmlns:a16="http://schemas.microsoft.com/office/drawing/2014/main" id="{82E7F45A-14F9-47B8-94BC-1FD3A9870B5A}"/>
              </a:ext>
            </a:extLst>
          </p:cNvPr>
          <p:cNvSpPr>
            <a:spLocks xmlns:a="http://schemas.openxmlformats.org/drawingml/2006/main" noGrp="1"/>
          </p:cNvSpPr>
          <p:nvPr/>
        </p:nvSpPr>
        <p:spPr>
          <a:xfrm xmlns:a="http://schemas.openxmlformats.org/drawingml/2006/main">
            <a:off x="9734550" y="2571750"/>
            <a:ext cx="1790700" cy="1352550"/>
          </a:xfrm>
          <a:prstGeom xmlns:a="http://schemas.openxmlformats.org/drawingml/2006/main" prst="roundRect">
            <a:avLst>
              <a:gd name="adj" fmla="val 5634"/>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 L7</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Envoy redirect</a:t>
            </a:r>
          </a:p>
        </p:txBody>
      </p:sp>
      <p:sp>
        <p:nvSpPr>
          <p:cNvPr id="14" name="Rectangle 13">
            <a:extLst xmlns:a="http://schemas.openxmlformats.org/drawingml/2006/main">
              <a:ext uri="{FF2B5EF4-FFF2-40B4-BE49-F238E27FC236}">
                <a16:creationId xmlns:a16="http://schemas.microsoft.com/office/drawing/2014/main" id="{D75E356C-92AC-4938-8ABE-810420048C00}"/>
              </a:ext>
            </a:extLst>
          </p:cNvPr>
          <p:cNvSpPr>
            <a:spLocks xmlns:a="http://schemas.openxmlformats.org/drawingml/2006/main" noGrp="1"/>
          </p:cNvSpPr>
          <p:nvPr/>
        </p:nvSpPr>
        <p:spPr>
          <a:xfrm xmlns:a="http://schemas.openxmlformats.org/drawingml/2006/main">
            <a:off x="762000" y="44767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buNone/>
              <a:defRPr sz="1950" b="1">
                <a:solidFill>
                  <a:srgbClr val="07182A"/>
                </a:solidFill>
                <a:latin typeface="CiscoSansTT Medium"/>
                <a:ea typeface="CiscoSansTT Medium"/>
                <a:cs typeface="CiscoSansTT Medium"/>
              </a:defRPr>
            </a:pPr>
            <a:r>
              <a:rPr sz="1950" b="1">
                <a:solidFill>
                  <a:srgbClr val="07182A"/>
                </a:solidFill>
                <a:latin typeface="CiscoSansTT Medium"/>
                <a:ea typeface="CiscoSansTT Medium"/>
                <a:cs typeface="CiscoSansTT Medium"/>
              </a:rPr>
              <a:t>Same Cilium cluster, route, load, placement and backend</a:t>
            </a:r>
          </a:p>
        </p:txBody>
      </p:sp>
    </p:spTree>
    <p:extLst>
      <p:ext uri="{BB962C8B-B14F-4D97-AF65-F5344CB8AC3E}">
        <p14:creationId xmlns:p14="http://schemas.microsoft.com/office/powerpoint/2010/main" val="617371277"/>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19" name="slide-title">
            <a:extLst xmlns:a="http://schemas.openxmlformats.org/drawingml/2006/main">
              <a:ext uri="{FF2B5EF4-FFF2-40B4-BE49-F238E27FC236}">
                <a16:creationId xmlns:a16="http://schemas.microsoft.com/office/drawing/2014/main" id="{43AEE9E5-8F08-4B77-B756-AC329ED94EA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 versus D: measured rehearsal results</a:t>
            </a:r>
          </a:p>
        </p:txBody>
      </p:sp>
      <p:sp>
        <p:nvSpPr>
          <p:cNvPr id="20" name="">
            <a:extLst xmlns:a="http://schemas.openxmlformats.org/drawingml/2006/main">
              <a:ext uri="{FF2B5EF4-FFF2-40B4-BE49-F238E27FC236}">
                <a16:creationId xmlns:a16="http://schemas.microsoft.com/office/drawing/2014/main" id="{6E890BCB-BEDF-4A21-BC9C-E03C004765D8}"/>
              </a:ext>
            </a:extLst>
          </p:cNvPr>
          <p:cNvSpPr>
            <a:spLocks xmlns:a="http://schemas.openxmlformats.org/drawingml/2006/main" noGrp="1"/>
          </p:cNvSpPr>
          <p:nvPr/>
        </p:nvSpPr>
        <p:spPr>
          <a:xfrm xmlns:a="http://schemas.openxmlformats.org/drawingml/2006/main">
            <a:off x="762000" y="121920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Same cluster, route and load. B ran before D.</a:t>
            </a:r>
          </a:p>
        </p:txBody>
      </p:sp>
      <p:graphicFrame>
        <p:nvGraphicFramePr>
          <p:cNvPr id="26" name=""/>
          <p:cNvGraphicFramePr/>
          <p:nvPr/>
        </p:nvGraphicFramePr>
        <p:xfrm>
          <a:off xmlns:a="http://schemas.openxmlformats.org/drawingml/2006/main" x="762000" y="1847850"/>
          <a:ext xmlns:a="http://schemas.openxmlformats.org/drawingml/2006/main" cx="10668000" cy="3200400"/>
        </p:xfrm>
        <a:graphic xmlns:a="http://schemas.openxmlformats.org/drawingml/2006/main">
          <a:graphicData uri="http://schemas.openxmlformats.org/drawingml/2006/table">
            <a:tbl>
              <a:tblPr firstRow="0" bandRow="0" bandCol="0"/>
              <a:tblGrid>
                <a:gridCol w="3429000"/>
                <a:gridCol w="2476500"/>
                <a:gridCol w="2476500"/>
                <a:gridCol w="2286000"/>
              </a:tblGrid>
              <a:tr h="533400">
                <a:tc>
                  <a:txBody>
                    <a:bodyPr/>
                    <a:lstStyle/>
                    <a:p>
                      <a:r>
                        <a:rPr sz="1575" b="1">
                          <a:solidFill>
                            <a:srgbClr val="07182A"/>
                          </a:solidFill>
                          <a:latin typeface="CiscoSansTT Medium"/>
                          <a:ea typeface="CiscoSansTT Medium"/>
                          <a:cs typeface="CiscoSansTT Medium"/>
                        </a:rPr>
                        <a:t>Metric</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860FE"/>
                          </a:solidFill>
                          <a:latin typeface="CiscoSansTT Medium"/>
                          <a:ea typeface="CiscoSansTT Medium"/>
                          <a:cs typeface="CiscoSansTT Medium"/>
                        </a:rPr>
                        <a:t>B: OBI off</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FF007F"/>
                          </a:solidFill>
                          <a:latin typeface="CiscoSansTT Medium"/>
                          <a:ea typeface="CiscoSansTT Medium"/>
                          <a:cs typeface="CiscoSansTT Medium"/>
                        </a:rPr>
                        <a:t>D: OBI on (TCX)</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7182A"/>
                          </a:solidFill>
                          <a:latin typeface="CiscoSansTT Medium"/>
                          <a:ea typeface="CiscoSansTT Medium"/>
                          <a:cs typeface="CiscoSansTT Medium"/>
                        </a:rPr>
                        <a:t>Change</a:t>
                      </a:r>
                    </a:p>
                  </a:txBody>
                  <a:tcPr marL="91440" marR="91440" marT="45720" marB="45720">
                    <a:lnL w="0">
                      <a:noFill/>
                    </a:lnL>
                    <a:lnR w="0">
                      <a:noFill/>
                    </a:lnR>
                    <a:lnT w="6350">
                      <a:solidFill>
                        <a:srgbClr val="D6DDE3"/>
                      </a:solidFill>
                    </a:lnT>
                    <a:lnB w="6350">
                      <a:solidFill>
                        <a:srgbClr val="D6DDE3"/>
                      </a:solidFill>
                    </a:lnB>
                    <a:solidFill>
                      <a:srgbClr val="FFFFFF"/>
                    </a:solidFill>
                  </a:tcPr>
                </a:tc>
              </a:tr>
              <a:tr h="533400">
                <a:tc>
                  <a:txBody>
                    <a:bodyPr/>
                    <a:lstStyle/>
                    <a:p>
                      <a:r>
                        <a:rPr sz="1650" b="0">
                          <a:solidFill>
                            <a:srgbClr val="07182A"/>
                          </a:solidFill>
                          <a:latin typeface="CiscoSansTT"/>
                          <a:ea typeface="CiscoSansTT"/>
                          <a:cs typeface="CiscoSansTT"/>
                        </a:rPr>
                        <a:t>Throughput (median)</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19.77 req/s</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19.73 req/s</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−0.2%</a:t>
                      </a:r>
                    </a:p>
                  </a:txBody>
                  <a:tcPr marL="91440" marR="91440" marT="45720" marB="45720">
                    <a:lnL w="0">
                      <a:noFill/>
                    </a:lnL>
                    <a:lnR w="0">
                      <a:noFill/>
                    </a:lnR>
                    <a:lnT w="6350">
                      <a:solidFill>
                        <a:srgbClr val="D6DDE3"/>
                      </a:solidFill>
                    </a:lnT>
                    <a:lnB w="6350">
                      <a:solidFill>
                        <a:srgbClr val="D6DDE3"/>
                      </a:solidFill>
                    </a:lnB>
                    <a:solidFill>
                      <a:srgbClr val="FFFFFF"/>
                    </a:solidFill>
                  </a:tcPr>
                </a:tc>
              </a:tr>
              <a:tr h="533400">
                <a:tc>
                  <a:txBody>
                    <a:bodyPr/>
                    <a:lstStyle/>
                    <a:p>
                      <a:r>
                        <a:rPr sz="1650" b="0">
                          <a:solidFill>
                            <a:srgbClr val="07182A"/>
                          </a:solidFill>
                          <a:latin typeface="CiscoSansTT"/>
                          <a:ea typeface="CiscoSansTT"/>
                          <a:cs typeface="CiscoSansTT"/>
                        </a:rPr>
                        <a:t>p95 latency (median)</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1,018 ms</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1,020 ms</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 ms</a:t>
                      </a:r>
                    </a:p>
                  </a:txBody>
                  <a:tcPr marL="91440" marR="91440" marT="45720" marB="45720">
                    <a:lnL w="0">
                      <a:noFill/>
                    </a:lnL>
                    <a:lnR w="0">
                      <a:noFill/>
                    </a:lnR>
                    <a:lnT w="6350">
                      <a:solidFill>
                        <a:srgbClr val="D6DDE3"/>
                      </a:solidFill>
                    </a:lnT>
                    <a:lnB w="6350">
                      <a:solidFill>
                        <a:srgbClr val="D6DDE3"/>
                      </a:solidFill>
                    </a:lnB>
                    <a:solidFill>
                      <a:srgbClr val="FFFFFF"/>
                    </a:solidFill>
                  </a:tcPr>
                </a:tc>
              </a:tr>
              <a:tr h="533400">
                <a:tc>
                  <a:txBody>
                    <a:bodyPr/>
                    <a:lstStyle/>
                    <a:p>
                      <a:r>
                        <a:rPr sz="1650" b="0">
                          <a:solidFill>
                            <a:srgbClr val="07182A"/>
                          </a:solidFill>
                          <a:latin typeface="CiscoSansTT"/>
                          <a:ea typeface="CiscoSansTT"/>
                          <a:cs typeface="CiscoSansTT"/>
                        </a:rPr>
                        <a:t>Failed requests</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No change</a:t>
                      </a:r>
                    </a:p>
                  </a:txBody>
                  <a:tcPr marL="91440" marR="91440" marT="45720" marB="45720">
                    <a:lnL w="0">
                      <a:noFill/>
                    </a:lnL>
                    <a:lnR w="0">
                      <a:noFill/>
                    </a:lnR>
                    <a:lnT w="6350">
                      <a:solidFill>
                        <a:srgbClr val="D6DDE3"/>
                      </a:solidFill>
                    </a:lnT>
                    <a:lnB w="6350">
                      <a:solidFill>
                        <a:srgbClr val="D6DDE3"/>
                      </a:solidFill>
                    </a:lnB>
                    <a:solidFill>
                      <a:srgbClr val="FFFFFF"/>
                    </a:solidFill>
                  </a:tcPr>
                </a:tc>
              </a:tr>
              <a:tr h="533400">
                <a:tc>
                  <a:txBody>
                    <a:bodyPr/>
                    <a:lstStyle/>
                    <a:p>
                      <a:r>
                        <a:rPr sz="1650" b="0">
                          <a:solidFill>
                            <a:srgbClr val="07182A"/>
                          </a:solidFill>
                          <a:latin typeface="CiscoSansTT"/>
                          <a:ea typeface="CiscoSansTT"/>
                          <a:cs typeface="CiscoSansTT"/>
                        </a:rPr>
                        <a:t>OBI CPU (median)</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0.013 cores</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marL="91440" marR="91440" marT="45720" marB="45720">
                    <a:lnL w="0">
                      <a:noFill/>
                    </a:lnL>
                    <a:lnR w="0">
                      <a:noFill/>
                    </a:lnR>
                    <a:lnT w="6350">
                      <a:solidFill>
                        <a:srgbClr val="D6DDE3"/>
                      </a:solidFill>
                    </a:lnT>
                    <a:lnB w="6350">
                      <a:solidFill>
                        <a:srgbClr val="D6DDE3"/>
                      </a:solidFill>
                    </a:lnB>
                    <a:solidFill>
                      <a:srgbClr val="FFFFFF"/>
                    </a:solidFill>
                  </a:tcPr>
                </a:tc>
              </a:tr>
              <a:tr h="533400">
                <a:tc>
                  <a:txBody>
                    <a:bodyPr/>
                    <a:lstStyle/>
                    <a:p>
                      <a:r>
                        <a:rPr sz="1650" b="0">
                          <a:solidFill>
                            <a:srgbClr val="07182A"/>
                          </a:solidFill>
                          <a:latin typeface="CiscoSansTT"/>
                          <a:ea typeface="CiscoSansTT"/>
                          <a:cs typeface="CiscoSansTT"/>
                        </a:rPr>
                        <a:t>OBI working set (median)</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253 MiB</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marL="91440" marR="91440" marT="45720" marB="45720">
                    <a:lnL w="0">
                      <a:noFill/>
                    </a:lnL>
                    <a:lnR w="0">
                      <a:noFill/>
                    </a:lnR>
                    <a:lnT w="6350">
                      <a:solidFill>
                        <a:srgbClr val="D6DDE3"/>
                      </a:solidFill>
                    </a:lnT>
                    <a:lnB w="6350">
                      <a:solidFill>
                        <a:srgbClr val="D6DDE3"/>
                      </a:solidFill>
                    </a:lnB>
                    <a:solidFill>
                      <a:srgbClr val="FFFFFF"/>
                    </a:solidFill>
                  </a:tcPr>
                </a:tc>
              </a:tr>
            </a:tbl>
          </a:graphicData>
        </a:graphic>
      </p:graphicFrame>
      <p:sp>
        <p:nvSpPr>
          <p:cNvPr id="22" name="">
            <a:extLst xmlns:a="http://schemas.openxmlformats.org/drawingml/2006/main">
              <a:ext uri="{FF2B5EF4-FFF2-40B4-BE49-F238E27FC236}">
                <a16:creationId xmlns:a16="http://schemas.microsoft.com/office/drawing/2014/main" id="{7E4A5844-4C7E-4BBD-A8D9-FF29BB2E0634}"/>
              </a:ext>
            </a:extLst>
          </p:cNvPr>
          <p:cNvSpPr>
            <a:spLocks xmlns:a="http://schemas.openxmlformats.org/drawingml/2006/main" noGrp="1"/>
          </p:cNvSpPr>
          <p:nvPr/>
        </p:nvSpPr>
        <p:spPr>
          <a:xfrm xmlns:a="http://schemas.openxmlformats.org/drawingml/2006/main">
            <a:off x="762000" y="52387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D exported 7,210 spans. Hubble loss remains unverified until a matched-window rerun.</a:t>
            </a:r>
          </a:p>
        </p:txBody>
      </p:sp>
      <p:sp>
        <p:nvSpPr>
          <p:cNvPr id="23" name="">
            <a:extLst xmlns:a="http://schemas.openxmlformats.org/drawingml/2006/main">
              <a:ext uri="{FF2B5EF4-FFF2-40B4-BE49-F238E27FC236}">
                <a16:creationId xmlns:a16="http://schemas.microsoft.com/office/drawing/2014/main" id="{ACEAF919-558E-452B-89A0-A05DEBBE4D1E}"/>
              </a:ext>
            </a:extLst>
          </p:cNvPr>
          <p:cNvSpPr>
            <a:spLocks xmlns:a="http://schemas.openxmlformats.org/drawingml/2006/main" noGrp="1"/>
          </p:cNvSpPr>
          <p:nvPr/>
        </p:nvSpPr>
        <p:spPr>
          <a:xfrm xmlns:a="http://schemas.openxmlformats.org/drawingml/2006/main">
            <a:off x="762000" y="5772150"/>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defRPr sz="1350" b="0">
                <a:solidFill>
                  <a:srgbClr val="686B6B"/>
                </a:solidFill>
                <a:latin typeface="CiscoSansTT"/>
                <a:ea typeface="CiscoSansTT"/>
                <a:cs typeface="CiscoSansTT"/>
              </a:defRPr>
            </a:pPr>
            <a:r>
              <a:rPr sz="1350" b="0">
                <a:solidFill>
                  <a:srgbClr val="686B6B"/>
                </a:solidFill>
                <a:latin typeface="CiscoSansTT"/>
                <a:ea typeface="CiscoSansTT"/>
                <a:cs typeface="CiscoSansTT"/>
              </a:rPr>
              <a:t>Local kind rehearsal: five 200-request samples per condition at concurrency 20. OBI resource totals cover two pods.</a:t>
            </a:r>
          </a:p>
        </p:txBody>
      </p:sp>
    </p:spTree>
    <p:extLst>
      <p:ext uri="{BB962C8B-B14F-4D97-AF65-F5344CB8AC3E}">
        <p14:creationId xmlns:p14="http://schemas.microsoft.com/office/powerpoint/2010/main" val="617371277"/>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2CE621AC-689C-42C7-AF0D-CE910FEEF15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Four budgets decide whether coexistence works</a:t>
            </a:r>
          </a:p>
        </p:txBody>
      </p:sp>
      <p:sp>
        <p:nvSpPr>
          <p:cNvPr id="2" name="Rectangle 1">
            <a:extLst xmlns:a="http://schemas.openxmlformats.org/drawingml/2006/main">
              <a:ext uri="{FF2B5EF4-FFF2-40B4-BE49-F238E27FC236}">
                <a16:creationId xmlns:a16="http://schemas.microsoft.com/office/drawing/2014/main" id="{6BC11B03-7BE7-440C-9D01-D6F8181DB50D}"/>
              </a:ext>
            </a:extLst>
          </p:cNvPr>
          <p:cNvSpPr>
            <a:spLocks xmlns:a="http://schemas.openxmlformats.org/drawingml/2006/main" noGrp="1"/>
          </p:cNvSpPr>
          <p:nvPr/>
        </p:nvSpPr>
        <p:spPr>
          <a:xfrm xmlns:a="http://schemas.openxmlformats.org/drawingml/2006/main">
            <a:off x="742950" y="15049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DDCBFEAA-5905-4F17-AEEA-5ADAAA8DAC87}"/>
              </a:ext>
            </a:extLst>
          </p:cNvPr>
          <p:cNvSpPr>
            <a:spLocks xmlns:a="http://schemas.openxmlformats.org/drawingml/2006/main" noGrp="1"/>
          </p:cNvSpPr>
          <p:nvPr/>
        </p:nvSpPr>
        <p:spPr>
          <a:xfrm xmlns:a="http://schemas.openxmlformats.org/drawingml/2006/main">
            <a:off x="1619250" y="15049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CPU</a:t>
            </a:r>
          </a:p>
        </p:txBody>
      </p:sp>
      <p:sp>
        <p:nvSpPr>
          <p:cNvPr id="4" name="Rectangle 3">
            <a:extLst xmlns:a="http://schemas.openxmlformats.org/drawingml/2006/main">
              <a:ext uri="{FF2B5EF4-FFF2-40B4-BE49-F238E27FC236}">
                <a16:creationId xmlns:a16="http://schemas.microsoft.com/office/drawing/2014/main" id="{4225EF06-7A29-4D46-B6F9-1770A01BF3B8}"/>
              </a:ext>
            </a:extLst>
          </p:cNvPr>
          <p:cNvSpPr>
            <a:spLocks xmlns:a="http://schemas.openxmlformats.org/drawingml/2006/main" noGrp="1"/>
          </p:cNvSpPr>
          <p:nvPr/>
        </p:nvSpPr>
        <p:spPr>
          <a:xfrm xmlns:a="http://schemas.openxmlformats.org/drawingml/2006/main">
            <a:off x="4286250" y="15240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node, app, Cilium, Hubble, OBI, Collector</a:t>
            </a:r>
          </a:p>
        </p:txBody>
      </p:sp>
      <p:sp>
        <p:nvSpPr>
          <p:cNvPr id="5" name="Rectangle 4">
            <a:extLst xmlns:a="http://schemas.openxmlformats.org/drawingml/2006/main">
              <a:ext uri="{FF2B5EF4-FFF2-40B4-BE49-F238E27FC236}">
                <a16:creationId xmlns:a16="http://schemas.microsoft.com/office/drawing/2014/main" id="{824E722C-C9BD-4B15-92A9-BD0218D7F638}"/>
              </a:ext>
            </a:extLst>
          </p:cNvPr>
          <p:cNvSpPr>
            <a:spLocks xmlns:a="http://schemas.openxmlformats.org/drawingml/2006/main" noGrp="1"/>
          </p:cNvSpPr>
          <p:nvPr/>
        </p:nvSpPr>
        <p:spPr>
          <a:xfrm xmlns:a="http://schemas.openxmlformats.org/drawingml/2006/main">
            <a:off x="1619250" y="21336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F0AD0635-664F-43EF-9FDD-B91796271779}"/>
              </a:ext>
            </a:extLst>
          </p:cNvPr>
          <p:cNvSpPr>
            <a:spLocks xmlns:a="http://schemas.openxmlformats.org/drawingml/2006/main" noGrp="1"/>
          </p:cNvSpPr>
          <p:nvPr/>
        </p:nvSpPr>
        <p:spPr>
          <a:xfrm xmlns:a="http://schemas.openxmlformats.org/drawingml/2006/main">
            <a:off x="742950" y="25717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xmlns:a="http://schemas.openxmlformats.org/drawingml/2006/main">
              <a:ext uri="{FF2B5EF4-FFF2-40B4-BE49-F238E27FC236}">
                <a16:creationId xmlns:a16="http://schemas.microsoft.com/office/drawing/2014/main" id="{821AE919-C864-46A3-99EC-CB2F9C3CB7C5}"/>
              </a:ext>
            </a:extLst>
          </p:cNvPr>
          <p:cNvSpPr>
            <a:spLocks xmlns:a="http://schemas.openxmlformats.org/drawingml/2006/main" noGrp="1"/>
          </p:cNvSpPr>
          <p:nvPr/>
        </p:nvSpPr>
        <p:spPr>
          <a:xfrm xmlns:a="http://schemas.openxmlformats.org/drawingml/2006/main">
            <a:off x="1619250" y="25717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Memory</a:t>
            </a:r>
          </a:p>
        </p:txBody>
      </p:sp>
      <p:sp>
        <p:nvSpPr>
          <p:cNvPr id="8" name="Rectangle 7">
            <a:extLst xmlns:a="http://schemas.openxmlformats.org/drawingml/2006/main">
              <a:ext uri="{FF2B5EF4-FFF2-40B4-BE49-F238E27FC236}">
                <a16:creationId xmlns:a16="http://schemas.microsoft.com/office/drawing/2014/main" id="{AA5A7CAF-881E-4B9A-9212-812ECF094684}"/>
              </a:ext>
            </a:extLst>
          </p:cNvPr>
          <p:cNvSpPr>
            <a:spLocks xmlns:a="http://schemas.openxmlformats.org/drawingml/2006/main" noGrp="1"/>
          </p:cNvSpPr>
          <p:nvPr/>
        </p:nvSpPr>
        <p:spPr>
          <a:xfrm xmlns:a="http://schemas.openxmlformats.org/drawingml/2006/main">
            <a:off x="4286250" y="25908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RSS plus BPF program and map memory</a:t>
            </a:r>
          </a:p>
        </p:txBody>
      </p:sp>
      <p:sp>
        <p:nvSpPr>
          <p:cNvPr id="9" name="Rectangle 8">
            <a:extLst xmlns:a="http://schemas.openxmlformats.org/drawingml/2006/main">
              <a:ext uri="{FF2B5EF4-FFF2-40B4-BE49-F238E27FC236}">
                <a16:creationId xmlns:a16="http://schemas.microsoft.com/office/drawing/2014/main" id="{0459F131-9FA3-4773-B4CE-90991C1FEC15}"/>
              </a:ext>
            </a:extLst>
          </p:cNvPr>
          <p:cNvSpPr>
            <a:spLocks xmlns:a="http://schemas.openxmlformats.org/drawingml/2006/main" noGrp="1"/>
          </p:cNvSpPr>
          <p:nvPr/>
        </p:nvSpPr>
        <p:spPr>
          <a:xfrm xmlns:a="http://schemas.openxmlformats.org/drawingml/2006/main">
            <a:off x="1619250" y="32004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FEA221D4-7B46-40AD-9652-A2BF4CF49050}"/>
              </a:ext>
            </a:extLst>
          </p:cNvPr>
          <p:cNvSpPr>
            <a:spLocks xmlns:a="http://schemas.openxmlformats.org/drawingml/2006/main" noGrp="1"/>
          </p:cNvSpPr>
          <p:nvPr/>
        </p:nvSpPr>
        <p:spPr>
          <a:xfrm xmlns:a="http://schemas.openxmlformats.org/drawingml/2006/main">
            <a:off x="742950" y="36385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xmlns:a="http://schemas.openxmlformats.org/drawingml/2006/main">
              <a:ext uri="{FF2B5EF4-FFF2-40B4-BE49-F238E27FC236}">
                <a16:creationId xmlns:a16="http://schemas.microsoft.com/office/drawing/2014/main" id="{485A77C8-B4A2-41C9-9E95-9E1328DFE742}"/>
              </a:ext>
            </a:extLst>
          </p:cNvPr>
          <p:cNvSpPr>
            <a:spLocks xmlns:a="http://schemas.openxmlformats.org/drawingml/2006/main" noGrp="1"/>
          </p:cNvSpPr>
          <p:nvPr/>
        </p:nvSpPr>
        <p:spPr>
          <a:xfrm xmlns:a="http://schemas.openxmlformats.org/drawingml/2006/main">
            <a:off x="1619250" y="36385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Loss</a:t>
            </a:r>
          </a:p>
        </p:txBody>
      </p:sp>
      <p:sp>
        <p:nvSpPr>
          <p:cNvPr id="12" name="Rectangle 11">
            <a:extLst xmlns:a="http://schemas.openxmlformats.org/drawingml/2006/main">
              <a:ext uri="{FF2B5EF4-FFF2-40B4-BE49-F238E27FC236}">
                <a16:creationId xmlns:a16="http://schemas.microsoft.com/office/drawing/2014/main" id="{7956BC91-69D7-43C9-9CFD-E1743AA19FB5}"/>
              </a:ext>
            </a:extLst>
          </p:cNvPr>
          <p:cNvSpPr>
            <a:spLocks xmlns:a="http://schemas.openxmlformats.org/drawingml/2006/main" noGrp="1"/>
          </p:cNvSpPr>
          <p:nvPr/>
        </p:nvSpPr>
        <p:spPr>
          <a:xfrm xmlns:a="http://schemas.openxmlformats.org/drawingml/2006/main">
            <a:off x="4286250" y="36576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Hubble lost events, refused and dropped telemetry</a:t>
            </a:r>
          </a:p>
        </p:txBody>
      </p:sp>
      <p:sp>
        <p:nvSpPr>
          <p:cNvPr id="13" name="Rectangle 12">
            <a:extLst xmlns:a="http://schemas.openxmlformats.org/drawingml/2006/main">
              <a:ext uri="{FF2B5EF4-FFF2-40B4-BE49-F238E27FC236}">
                <a16:creationId xmlns:a16="http://schemas.microsoft.com/office/drawing/2014/main" id="{7F2D22A6-1C48-4B19-A882-918FF2DE750E}"/>
              </a:ext>
            </a:extLst>
          </p:cNvPr>
          <p:cNvSpPr>
            <a:spLocks xmlns:a="http://schemas.openxmlformats.org/drawingml/2006/main" noGrp="1"/>
          </p:cNvSpPr>
          <p:nvPr/>
        </p:nvSpPr>
        <p:spPr>
          <a:xfrm xmlns:a="http://schemas.openxmlformats.org/drawingml/2006/main">
            <a:off x="1619250" y="42672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D0A0D56B-FDB0-4971-B2B3-C265324ACDCB}"/>
              </a:ext>
            </a:extLst>
          </p:cNvPr>
          <p:cNvSpPr>
            <a:spLocks xmlns:a="http://schemas.openxmlformats.org/drawingml/2006/main" noGrp="1"/>
          </p:cNvSpPr>
          <p:nvPr/>
        </p:nvSpPr>
        <p:spPr>
          <a:xfrm xmlns:a="http://schemas.openxmlformats.org/drawingml/2006/main">
            <a:off x="742950" y="47053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xmlns:a="http://schemas.openxmlformats.org/drawingml/2006/main">
              <a:ext uri="{FF2B5EF4-FFF2-40B4-BE49-F238E27FC236}">
                <a16:creationId xmlns:a16="http://schemas.microsoft.com/office/drawing/2014/main" id="{69592A17-1663-4A01-9986-49CA13FA2E89}"/>
              </a:ext>
            </a:extLst>
          </p:cNvPr>
          <p:cNvSpPr>
            <a:spLocks xmlns:a="http://schemas.openxmlformats.org/drawingml/2006/main" noGrp="1"/>
          </p:cNvSpPr>
          <p:nvPr/>
        </p:nvSpPr>
        <p:spPr>
          <a:xfrm xmlns:a="http://schemas.openxmlformats.org/drawingml/2006/main">
            <a:off x="1619250" y="47053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Volume</a:t>
            </a:r>
          </a:p>
        </p:txBody>
      </p:sp>
      <p:sp>
        <p:nvSpPr>
          <p:cNvPr id="16" name="Rectangle 15">
            <a:extLst xmlns:a="http://schemas.openxmlformats.org/drawingml/2006/main">
              <a:ext uri="{FF2B5EF4-FFF2-40B4-BE49-F238E27FC236}">
                <a16:creationId xmlns:a16="http://schemas.microsoft.com/office/drawing/2014/main" id="{EC182D77-4817-46E5-B999-4E8BF56AE275}"/>
              </a:ext>
            </a:extLst>
          </p:cNvPr>
          <p:cNvSpPr>
            <a:spLocks xmlns:a="http://schemas.openxmlformats.org/drawingml/2006/main" noGrp="1"/>
          </p:cNvSpPr>
          <p:nvPr/>
        </p:nvSpPr>
        <p:spPr>
          <a:xfrm xmlns:a="http://schemas.openxmlformats.org/drawingml/2006/main">
            <a:off x="4286250" y="47244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spans, metric points, flows, active series</a:t>
            </a:r>
          </a:p>
        </p:txBody>
      </p:sp>
      <p:sp>
        <p:nvSpPr>
          <p:cNvPr id="17" name="Rectangle 16">
            <a:extLst xmlns:a="http://schemas.openxmlformats.org/drawingml/2006/main">
              <a:ext uri="{FF2B5EF4-FFF2-40B4-BE49-F238E27FC236}">
                <a16:creationId xmlns:a16="http://schemas.microsoft.com/office/drawing/2014/main" id="{B22D68FA-8D4A-4E44-A997-C6CD8B29C3E3}"/>
              </a:ext>
            </a:extLst>
          </p:cNvPr>
          <p:cNvSpPr>
            <a:spLocks xmlns:a="http://schemas.openxmlformats.org/drawingml/2006/main" noGrp="1"/>
          </p:cNvSpPr>
          <p:nvPr/>
        </p:nvSpPr>
        <p:spPr>
          <a:xfrm xmlns:a="http://schemas.openxmlformats.org/drawingml/2006/main">
            <a:off x="1619250" y="53340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8" name="Rounded Rectangle 17">
            <a:extLst xmlns:a="http://schemas.openxmlformats.org/drawingml/2006/main">
              <a:ext uri="{FF2B5EF4-FFF2-40B4-BE49-F238E27FC236}">
                <a16:creationId xmlns:a16="http://schemas.microsoft.com/office/drawing/2014/main" id="{B2A1EB50-E968-4E50-A168-D3F4D32BBD54}"/>
              </a:ext>
            </a:extLst>
          </p:cNvPr>
          <p:cNvSpPr>
            <a:spLocks xmlns:a="http://schemas.openxmlformats.org/drawingml/2006/main" noGrp="1"/>
          </p:cNvSpPr>
          <p:nvPr/>
        </p:nvSpPr>
        <p:spPr>
          <a:xfrm xmlns:a="http://schemas.openxmlformats.org/drawingml/2006/main">
            <a:off x="1619250" y="5734050"/>
            <a:ext cx="9429750" cy="457200"/>
          </a:xfrm>
          <a:prstGeom xmlns:a="http://schemas.openxmlformats.org/drawingml/2006/main" prst="roundRect">
            <a:avLst>
              <a:gd name="adj" fmla="val 16667"/>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585865DE-64D1-4422-A0F9-E558EA8A8F88}"/>
              </a:ext>
            </a:extLst>
          </p:cNvPr>
          <p:cNvSpPr>
            <a:spLocks xmlns:a="http://schemas.openxmlformats.org/drawingml/2006/main" noGrp="1"/>
          </p:cNvSpPr>
          <p:nvPr/>
        </p:nvSpPr>
        <p:spPr>
          <a:xfrm xmlns:a="http://schemas.openxmlformats.org/drawingml/2006/main">
            <a:off x="1905000" y="5810250"/>
            <a:ext cx="885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48" lnSpcReduction="10000"/>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Traffic health and telemetry completeness are separate acceptance gates.</a:t>
            </a:r>
          </a:p>
        </p:txBody>
      </p:sp>
    </p:spTree>
    <p:extLst>
      <p:ext uri="{BB962C8B-B14F-4D97-AF65-F5344CB8AC3E}">
        <p14:creationId xmlns:p14="http://schemas.microsoft.com/office/powerpoint/2010/main" val="1882857912"/>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Production rollout</a:t>
            </a:r>
          </a:p>
        </p:txBody>
      </p:sp>
    </p:spTree>
    <p:extLst>
      <p:ext uri="{BB962C8B-B14F-4D97-AF65-F5344CB8AC3E}">
        <p14:creationId xmlns:p14="http://schemas.microsoft.com/office/powerpoint/2010/main" val="1590252307"/>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3" name="slide-title">
            <a:extLst xmlns:a="http://schemas.openxmlformats.org/drawingml/2006/main">
              <a:ext uri="{FF2B5EF4-FFF2-40B4-BE49-F238E27FC236}">
                <a16:creationId xmlns:a16="http://schemas.microsoft.com/office/drawing/2014/main" id="{0804FCC2-7680-4AC0-BBC5-FBB9F3E982E3}"/>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Roll out through evidence gates</a:t>
            </a:r>
          </a:p>
        </p:txBody>
      </p:sp>
      <p:sp>
        <p:nvSpPr>
          <p:cNvPr id="2" name="Rounded Rectangle 1">
            <a:extLst xmlns:a="http://schemas.openxmlformats.org/drawingml/2006/main">
              <a:ext uri="{FF2B5EF4-FFF2-40B4-BE49-F238E27FC236}">
                <a16:creationId xmlns:a16="http://schemas.microsoft.com/office/drawing/2014/main" id="{698BD03A-070E-4088-91CA-DC458B098F6D}"/>
              </a:ext>
            </a:extLst>
          </p:cNvPr>
          <p:cNvSpPr>
            <a:spLocks xmlns:a="http://schemas.openxmlformats.org/drawingml/2006/main" noGrp="1"/>
          </p:cNvSpPr>
          <p:nvPr/>
        </p:nvSpPr>
        <p:spPr>
          <a:xfrm xmlns:a="http://schemas.openxmlformats.org/drawingml/2006/main">
            <a:off x="1181100"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1</a:t>
            </a:r>
          </a:p>
        </p:txBody>
      </p:sp>
      <p:sp>
        <p:nvSpPr>
          <p:cNvPr id="3" name="Rounded Rectangle 2">
            <a:extLst xmlns:a="http://schemas.openxmlformats.org/drawingml/2006/main">
              <a:ext uri="{FF2B5EF4-FFF2-40B4-BE49-F238E27FC236}">
                <a16:creationId xmlns:a16="http://schemas.microsoft.com/office/drawing/2014/main" id="{FB3120F1-0ED1-469F-BDF9-CC7EF00E3199}"/>
              </a:ext>
            </a:extLst>
          </p:cNvPr>
          <p:cNvSpPr>
            <a:spLocks xmlns:a="http://schemas.openxmlformats.org/drawingml/2006/main" noGrp="1"/>
          </p:cNvSpPr>
          <p:nvPr/>
        </p:nvSpPr>
        <p:spPr>
          <a:xfrm xmlns:a="http://schemas.openxmlformats.org/drawingml/2006/main">
            <a:off x="495300"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Inventory</a:t>
            </a:r>
          </a:p>
        </p:txBody>
      </p:sp>
      <p:sp>
        <p:nvSpPr>
          <p:cNvPr id="4" name="Rectangle 3">
            <a:extLst xmlns:a="http://schemas.openxmlformats.org/drawingml/2006/main">
              <a:ext uri="{FF2B5EF4-FFF2-40B4-BE49-F238E27FC236}">
                <a16:creationId xmlns:a16="http://schemas.microsoft.com/office/drawing/2014/main" id="{9F1B11C9-9418-4A97-BB8C-E47A9A7B6BFF}"/>
              </a:ext>
            </a:extLst>
          </p:cNvPr>
          <p:cNvSpPr>
            <a:spLocks xmlns:a="http://schemas.openxmlformats.org/drawingml/2006/main" noGrp="1"/>
          </p:cNvSpPr>
          <p:nvPr/>
        </p:nvSpPr>
        <p:spPr>
          <a:xfrm xmlns:a="http://schemas.openxmlformats.org/drawingml/2006/main">
            <a:off x="495300"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kernel · BTF · versions · datapath</a:t>
            </a:r>
          </a:p>
        </p:txBody>
      </p:sp>
      <p:sp>
        <p:nvSpPr>
          <p:cNvPr id="5" name="Rounded Rectangle 4">
            <a:extLst xmlns:a="http://schemas.openxmlformats.org/drawingml/2006/main">
              <a:ext uri="{FF2B5EF4-FFF2-40B4-BE49-F238E27FC236}">
                <a16:creationId xmlns:a16="http://schemas.microsoft.com/office/drawing/2014/main" id="{77283EF9-0DA7-4352-AC2C-4A111427C91E}"/>
              </a:ext>
            </a:extLst>
          </p:cNvPr>
          <p:cNvSpPr>
            <a:spLocks xmlns:a="http://schemas.openxmlformats.org/drawingml/2006/main" noGrp="1"/>
          </p:cNvSpPr>
          <p:nvPr/>
        </p:nvSpPr>
        <p:spPr>
          <a:xfrm xmlns:a="http://schemas.openxmlformats.org/drawingml/2006/main">
            <a:off x="3514725"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2</a:t>
            </a:r>
          </a:p>
        </p:txBody>
      </p:sp>
      <p:sp>
        <p:nvSpPr>
          <p:cNvPr id="6" name="Rounded Rectangle 5">
            <a:extLst xmlns:a="http://schemas.openxmlformats.org/drawingml/2006/main">
              <a:ext uri="{FF2B5EF4-FFF2-40B4-BE49-F238E27FC236}">
                <a16:creationId xmlns:a16="http://schemas.microsoft.com/office/drawing/2014/main" id="{31AE3182-7279-498E-A7D7-EB92A540F69D}"/>
              </a:ext>
            </a:extLst>
          </p:cNvPr>
          <p:cNvSpPr>
            <a:spLocks xmlns:a="http://schemas.openxmlformats.org/drawingml/2006/main" noGrp="1"/>
          </p:cNvSpPr>
          <p:nvPr/>
        </p:nvSpPr>
        <p:spPr>
          <a:xfrm xmlns:a="http://schemas.openxmlformats.org/drawingml/2006/main">
            <a:off x="2828925"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Render</a:t>
            </a:r>
          </a:p>
        </p:txBody>
      </p:sp>
      <p:sp>
        <p:nvSpPr>
          <p:cNvPr id="7" name="Rectangle 6">
            <a:extLst xmlns:a="http://schemas.openxmlformats.org/drawingml/2006/main">
              <a:ext uri="{FF2B5EF4-FFF2-40B4-BE49-F238E27FC236}">
                <a16:creationId xmlns:a16="http://schemas.microsoft.com/office/drawing/2014/main" id="{35476832-7A0A-4A45-8FA2-5A422CB7CAA0}"/>
              </a:ext>
            </a:extLst>
          </p:cNvPr>
          <p:cNvSpPr>
            <a:spLocks xmlns:a="http://schemas.openxmlformats.org/drawingml/2006/main" noGrp="1"/>
          </p:cNvSpPr>
          <p:nvPr/>
        </p:nvSpPr>
        <p:spPr>
          <a:xfrm xmlns:a="http://schemas.openxmlformats.org/drawingml/2006/main">
            <a:off x="2828925"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capabilities · mounts · priorities</a:t>
            </a:r>
          </a:p>
        </p:txBody>
      </p:sp>
      <p:sp>
        <p:nvSpPr>
          <p:cNvPr id="8" name="Rounded Rectangle 7">
            <a:extLst xmlns:a="http://schemas.openxmlformats.org/drawingml/2006/main">
              <a:ext uri="{FF2B5EF4-FFF2-40B4-BE49-F238E27FC236}">
                <a16:creationId xmlns:a16="http://schemas.microsoft.com/office/drawing/2014/main" id="{8D81A81D-A030-4FCD-806D-F92FD6797A24}"/>
              </a:ext>
            </a:extLst>
          </p:cNvPr>
          <p:cNvSpPr>
            <a:spLocks xmlns:a="http://schemas.openxmlformats.org/drawingml/2006/main" noGrp="1"/>
          </p:cNvSpPr>
          <p:nvPr/>
        </p:nvSpPr>
        <p:spPr>
          <a:xfrm xmlns:a="http://schemas.openxmlformats.org/drawingml/2006/main">
            <a:off x="5848350"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3</a:t>
            </a:r>
          </a:p>
        </p:txBody>
      </p:sp>
      <p:sp>
        <p:nvSpPr>
          <p:cNvPr id="9" name="Rounded Rectangle 8">
            <a:extLst xmlns:a="http://schemas.openxmlformats.org/drawingml/2006/main">
              <a:ext uri="{FF2B5EF4-FFF2-40B4-BE49-F238E27FC236}">
                <a16:creationId xmlns:a16="http://schemas.microsoft.com/office/drawing/2014/main" id="{B4BF8A64-F1F8-496B-AD30-EFFA1E22F3C1}"/>
              </a:ext>
            </a:extLst>
          </p:cNvPr>
          <p:cNvSpPr>
            <a:spLocks xmlns:a="http://schemas.openxmlformats.org/drawingml/2006/main" noGrp="1"/>
          </p:cNvSpPr>
          <p:nvPr/>
        </p:nvSpPr>
        <p:spPr>
          <a:xfrm xmlns:a="http://schemas.openxmlformats.org/drawingml/2006/main">
            <a:off x="5162550"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Canary</a:t>
            </a:r>
          </a:p>
        </p:txBody>
      </p:sp>
      <p:sp>
        <p:nvSpPr>
          <p:cNvPr id="10" name="Rectangle 9">
            <a:extLst xmlns:a="http://schemas.openxmlformats.org/drawingml/2006/main">
              <a:ext uri="{FF2B5EF4-FFF2-40B4-BE49-F238E27FC236}">
                <a16:creationId xmlns:a16="http://schemas.microsoft.com/office/drawing/2014/main" id="{B7354191-4C68-4286-B0CB-A2CBCAE7A6DE}"/>
              </a:ext>
            </a:extLst>
          </p:cNvPr>
          <p:cNvSpPr>
            <a:spLocks xmlns:a="http://schemas.openxmlformats.org/drawingml/2006/main" noGrp="1"/>
          </p:cNvSpPr>
          <p:nvPr/>
        </p:nvSpPr>
        <p:spPr>
          <a:xfrm xmlns:a="http://schemas.openxmlformats.org/drawingml/2006/main">
            <a:off x="5162550"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small node pool · fast disable path</a:t>
            </a:r>
          </a:p>
        </p:txBody>
      </p:sp>
      <p:sp>
        <p:nvSpPr>
          <p:cNvPr id="11" name="Rounded Rectangle 10">
            <a:extLst xmlns:a="http://schemas.openxmlformats.org/drawingml/2006/main">
              <a:ext uri="{FF2B5EF4-FFF2-40B4-BE49-F238E27FC236}">
                <a16:creationId xmlns:a16="http://schemas.microsoft.com/office/drawing/2014/main" id="{A718CAF2-5121-49EA-A878-4287C411D3DF}"/>
              </a:ext>
            </a:extLst>
          </p:cNvPr>
          <p:cNvSpPr>
            <a:spLocks xmlns:a="http://schemas.openxmlformats.org/drawingml/2006/main" noGrp="1"/>
          </p:cNvSpPr>
          <p:nvPr/>
        </p:nvSpPr>
        <p:spPr>
          <a:xfrm xmlns:a="http://schemas.openxmlformats.org/drawingml/2006/main">
            <a:off x="8181975"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4</a:t>
            </a:r>
          </a:p>
        </p:txBody>
      </p:sp>
      <p:sp>
        <p:nvSpPr>
          <p:cNvPr id="12" name="Rounded Rectangle 11">
            <a:extLst xmlns:a="http://schemas.openxmlformats.org/drawingml/2006/main">
              <a:ext uri="{FF2B5EF4-FFF2-40B4-BE49-F238E27FC236}">
                <a16:creationId xmlns:a16="http://schemas.microsoft.com/office/drawing/2014/main" id="{89DAFA5E-F22D-49BF-BDA0-446E1721FD8C}"/>
              </a:ext>
            </a:extLst>
          </p:cNvPr>
          <p:cNvSpPr>
            <a:spLocks xmlns:a="http://schemas.openxmlformats.org/drawingml/2006/main" noGrp="1"/>
          </p:cNvSpPr>
          <p:nvPr/>
        </p:nvSpPr>
        <p:spPr>
          <a:xfrm xmlns:a="http://schemas.openxmlformats.org/drawingml/2006/main">
            <a:off x="7496175"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Exercise</a:t>
            </a:r>
          </a:p>
        </p:txBody>
      </p:sp>
      <p:sp>
        <p:nvSpPr>
          <p:cNvPr id="13" name="Rectangle 12">
            <a:extLst xmlns:a="http://schemas.openxmlformats.org/drawingml/2006/main">
              <a:ext uri="{FF2B5EF4-FFF2-40B4-BE49-F238E27FC236}">
                <a16:creationId xmlns:a16="http://schemas.microsoft.com/office/drawing/2014/main" id="{D82F6F63-443B-4774-81BA-BBEF0877C882}"/>
              </a:ext>
            </a:extLst>
          </p:cNvPr>
          <p:cNvSpPr>
            <a:spLocks xmlns:a="http://schemas.openxmlformats.org/drawingml/2006/main" noGrp="1"/>
          </p:cNvSpPr>
          <p:nvPr/>
        </p:nvSpPr>
        <p:spPr>
          <a:xfrm xmlns:a="http://schemas.openxmlformats.org/drawingml/2006/main">
            <a:off x="7496175"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same-node · cross-node · service · deny</a:t>
            </a:r>
          </a:p>
        </p:txBody>
      </p:sp>
      <p:sp>
        <p:nvSpPr>
          <p:cNvPr id="14" name="Rounded Rectangle 13">
            <a:extLst xmlns:a="http://schemas.openxmlformats.org/drawingml/2006/main">
              <a:ext uri="{FF2B5EF4-FFF2-40B4-BE49-F238E27FC236}">
                <a16:creationId xmlns:a16="http://schemas.microsoft.com/office/drawing/2014/main" id="{D2175F4C-7525-4FBF-BE5C-D89327EC2625}"/>
              </a:ext>
            </a:extLst>
          </p:cNvPr>
          <p:cNvSpPr>
            <a:spLocks xmlns:a="http://schemas.openxmlformats.org/drawingml/2006/main" noGrp="1"/>
          </p:cNvSpPr>
          <p:nvPr/>
        </p:nvSpPr>
        <p:spPr>
          <a:xfrm xmlns:a="http://schemas.openxmlformats.org/drawingml/2006/main">
            <a:off x="10515600" y="1571625"/>
            <a:ext cx="590550" cy="381000"/>
          </a:xfrm>
          <a:prstGeom xmlns:a="http://schemas.openxmlformats.org/drawingml/2006/main" prst="roundRect">
            <a:avLst>
              <a:gd name="adj" fmla="val 20000"/>
            </a:avLst>
          </a:prstGeom>
          <a:solidFill xmlns:a="http://schemas.openxmlformats.org/drawingml/2006/main">
            <a:srgbClr val="2DAA5F"/>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5</a:t>
            </a:r>
          </a:p>
        </p:txBody>
      </p:sp>
      <p:sp>
        <p:nvSpPr>
          <p:cNvPr id="15" name="Rounded Rectangle 14">
            <a:extLst xmlns:a="http://schemas.openxmlformats.org/drawingml/2006/main">
              <a:ext uri="{FF2B5EF4-FFF2-40B4-BE49-F238E27FC236}">
                <a16:creationId xmlns:a16="http://schemas.microsoft.com/office/drawing/2014/main" id="{6CE53DC2-CA77-4D57-BF19-1957B258B104}"/>
              </a:ext>
            </a:extLst>
          </p:cNvPr>
          <p:cNvSpPr>
            <a:spLocks xmlns:a="http://schemas.openxmlformats.org/drawingml/2006/main" noGrp="1"/>
          </p:cNvSpPr>
          <p:nvPr/>
        </p:nvSpPr>
        <p:spPr>
          <a:xfrm xmlns:a="http://schemas.openxmlformats.org/drawingml/2006/main">
            <a:off x="9829800" y="2238375"/>
            <a:ext cx="2000250" cy="838200"/>
          </a:xfrm>
          <a:prstGeom xmlns:a="http://schemas.openxmlformats.org/drawingml/2006/main" prst="roundRect">
            <a:avLst>
              <a:gd name="adj" fmla="val 9091"/>
            </a:avLst>
          </a:prstGeom>
          <a:solidFill xmlns:a="http://schemas.openxmlformats.org/drawingml/2006/main">
            <a:srgbClr val="EAF7EF"/>
          </a:solidFill>
          <a:ln xmlns:a="http://schemas.openxmlformats.org/drawingml/2006/main" w="14288">
            <a:solidFill>
              <a:srgbClr val="2DAA5F"/>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Promote</a:t>
            </a:r>
          </a:p>
        </p:txBody>
      </p:sp>
      <p:sp>
        <p:nvSpPr>
          <p:cNvPr id="16" name="Rectangle 15">
            <a:extLst xmlns:a="http://schemas.openxmlformats.org/drawingml/2006/main">
              <a:ext uri="{FF2B5EF4-FFF2-40B4-BE49-F238E27FC236}">
                <a16:creationId xmlns:a16="http://schemas.microsoft.com/office/drawing/2014/main" id="{2490163B-5B41-454E-B471-3248BDB5BC0B}"/>
              </a:ext>
            </a:extLst>
          </p:cNvPr>
          <p:cNvSpPr>
            <a:spLocks xmlns:a="http://schemas.openxmlformats.org/drawingml/2006/main" noGrp="1"/>
          </p:cNvSpPr>
          <p:nvPr/>
        </p:nvSpPr>
        <p:spPr>
          <a:xfrm xmlns:a="http://schemas.openxmlformats.org/drawingml/2006/main">
            <a:off x="9829800"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bounded comparison · traffic + telemetry</a:t>
            </a:r>
          </a:p>
        </p:txBody>
      </p:sp>
      <p:cxnSp>
        <p:nvCxnSpPr>
          <p:cNvPr id="299" name="Straight Arrow Connector 38"/>
          <p:cNvCxnSpPr>
            <a:stCxn xmlns:a="http://schemas.openxmlformats.org/drawingml/2006/main" id="3" idx="3"/>
            <a:endCxn xmlns:a="http://schemas.openxmlformats.org/drawingml/2006/main" id="6" idx="1"/>
          </p:cNvCxnSpPr>
          <p:nvPr/>
        </p:nvCxnSpPr>
        <p:spPr>
          <a:xfrm xmlns:a="http://schemas.openxmlformats.org/drawingml/2006/main">
            <a:off x="2495550"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cxnSp>
        <p:nvCxnSpPr>
          <p:cNvPr id="300" name="Straight Arrow Connector 39"/>
          <p:cNvCxnSpPr>
            <a:stCxn xmlns:a="http://schemas.openxmlformats.org/drawingml/2006/main" id="6" idx="3"/>
            <a:endCxn xmlns:a="http://schemas.openxmlformats.org/drawingml/2006/main" id="9" idx="1"/>
          </p:cNvCxnSpPr>
          <p:nvPr/>
        </p:nvCxnSpPr>
        <p:spPr>
          <a:xfrm xmlns:a="http://schemas.openxmlformats.org/drawingml/2006/main">
            <a:off x="4829175"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cxnSp>
        <p:nvCxnSpPr>
          <p:cNvPr id="301" name="Straight Arrow Connector 40"/>
          <p:cNvCxnSpPr>
            <a:stCxn xmlns:a="http://schemas.openxmlformats.org/drawingml/2006/main" id="9" idx="3"/>
            <a:endCxn xmlns:a="http://schemas.openxmlformats.org/drawingml/2006/main" id="12" idx="1"/>
          </p:cNvCxnSpPr>
          <p:nvPr/>
        </p:nvCxnSpPr>
        <p:spPr>
          <a:xfrm xmlns:a="http://schemas.openxmlformats.org/drawingml/2006/main">
            <a:off x="7162800"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cxnSp>
        <p:nvCxnSpPr>
          <p:cNvPr id="302" name="Straight Arrow Connector 41"/>
          <p:cNvCxnSpPr>
            <a:stCxn xmlns:a="http://schemas.openxmlformats.org/drawingml/2006/main" id="12" idx="3"/>
            <a:endCxn xmlns:a="http://schemas.openxmlformats.org/drawingml/2006/main" id="15" idx="1"/>
          </p:cNvCxnSpPr>
          <p:nvPr/>
        </p:nvCxnSpPr>
        <p:spPr>
          <a:xfrm xmlns:a="http://schemas.openxmlformats.org/drawingml/2006/main">
            <a:off x="9496425"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sp>
        <p:nvSpPr>
          <p:cNvPr id="21" name="Rounded Rectangle 20">
            <a:extLst xmlns:a="http://schemas.openxmlformats.org/drawingml/2006/main">
              <a:ext uri="{FF2B5EF4-FFF2-40B4-BE49-F238E27FC236}">
                <a16:creationId xmlns:a16="http://schemas.microsoft.com/office/drawing/2014/main" id="{A8E5CA0D-8A5D-4BD3-A93D-56E4A51883CE}"/>
              </a:ext>
            </a:extLst>
          </p:cNvPr>
          <p:cNvSpPr>
            <a:spLocks xmlns:a="http://schemas.openxmlformats.org/drawingml/2006/main" noGrp="1"/>
          </p:cNvSpPr>
          <p:nvPr/>
        </p:nvSpPr>
        <p:spPr>
          <a:xfrm xmlns:a="http://schemas.openxmlformats.org/drawingml/2006/main">
            <a:off x="1219200" y="4838700"/>
            <a:ext cx="9753600" cy="857250"/>
          </a:xfrm>
          <a:prstGeom xmlns:a="http://schemas.openxmlformats.org/drawingml/2006/main" prst="roundRect">
            <a:avLst>
              <a:gd name="adj" fmla="val 8889"/>
            </a:avLst>
          </a:prstGeom>
          <a:solidFill xmlns:a="http://schemas.openxmlformats.org/drawingml/2006/main">
            <a:srgbClr val="F4F6F8"/>
          </a:solidFill>
          <a:ln xmlns:a="http://schemas.openxmlformats.org/drawingml/2006/main" w="14288">
            <a:solidFill>
              <a:srgbClr val="D6D6D6"/>
            </a:solidFill>
          </a:ln>
        </p:spPr>
        <p:txBody>
          <a:bodyPr xmlns:a="http://schemas.openxmlformats.org/drawingml/2006/main"/>
          <a:lstStyle xmlns:a="http://schemas.openxmlformats.org/drawingml/2006/main"/>
          <a:p xmlns:a="http://schemas.openxmlformats.org/drawingml/2006/main">
            <a:endParaRPr/>
          </a:p>
        </p:txBody>
      </p:sp>
      <p:sp>
        <p:nvSpPr>
          <p:cNvPr id="22" name="Rectangle 21">
            <a:extLst xmlns:a="http://schemas.openxmlformats.org/drawingml/2006/main">
              <a:ext uri="{FF2B5EF4-FFF2-40B4-BE49-F238E27FC236}">
                <a16:creationId xmlns:a16="http://schemas.microsoft.com/office/drawing/2014/main" id="{BFD370B6-619A-467A-BD71-9857194631E6}"/>
              </a:ext>
            </a:extLst>
          </p:cNvPr>
          <p:cNvSpPr>
            <a:spLocks xmlns:a="http://schemas.openxmlformats.org/drawingml/2006/main" noGrp="1"/>
          </p:cNvSpPr>
          <p:nvPr/>
        </p:nvSpPr>
        <p:spPr>
          <a:xfrm xmlns:a="http://schemas.openxmlformats.org/drawingml/2006/main">
            <a:off x="1619250" y="5048250"/>
            <a:ext cx="895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791" lnSpcReduction="10000"/>
          </a:bodyPr>
          <a:lstStyle xmlns:a="http://schemas.openxmlformats.org/drawingml/2006/main"/>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Promote only when packet behavior, request coverage, loss counters, and resource budgets all pass.</a:t>
            </a:r>
          </a:p>
        </p:txBody>
      </p:sp>
    </p:spTree>
    <p:extLst>
      <p:ext uri="{BB962C8B-B14F-4D97-AF65-F5344CB8AC3E}">
        <p14:creationId xmlns:p14="http://schemas.microsoft.com/office/powerpoint/2010/main" val="315884920"/>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99C880A8-3582-4338-BB63-C79554C56E94}"/>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Three rules for running both</a:t>
            </a:r>
          </a:p>
        </p:txBody>
      </p:sp>
      <p:sp>
        <p:nvSpPr>
          <p:cNvPr id="2" name="Rectangle 1">
            <a:extLst xmlns:a="http://schemas.openxmlformats.org/drawingml/2006/main">
              <a:ext uri="{FF2B5EF4-FFF2-40B4-BE49-F238E27FC236}">
                <a16:creationId xmlns:a16="http://schemas.microsoft.com/office/drawing/2014/main" id="{CEC07943-9C3B-4328-9CA2-532BB469DBA6}"/>
              </a:ext>
            </a:extLst>
          </p:cNvPr>
          <p:cNvSpPr>
            <a:spLocks xmlns:a="http://schemas.openxmlformats.org/drawingml/2006/main" noGrp="1"/>
          </p:cNvSpPr>
          <p:nvPr/>
        </p:nvSpPr>
        <p:spPr>
          <a:xfrm xmlns:a="http://schemas.openxmlformats.org/drawingml/2006/main">
            <a:off x="781050" y="1524000"/>
            <a:ext cx="85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925" b="1">
                <a:solidFill>
                  <a:srgbClr val="0860FE"/>
                </a:solidFill>
                <a:latin typeface="CiscoSansTT Medium"/>
                <a:ea typeface="CiscoSansTT Medium"/>
                <a:cs typeface="CiscoSansTT Medium"/>
              </a:defRPr>
            </a:pPr>
            <a:r>
              <a:rPr sz="2925"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909DFF60-89E5-4A12-A77D-719A2348DAA4}"/>
              </a:ext>
            </a:extLst>
          </p:cNvPr>
          <p:cNvSpPr>
            <a:spLocks xmlns:a="http://schemas.openxmlformats.org/drawingml/2006/main" noGrp="1"/>
          </p:cNvSpPr>
          <p:nvPr/>
        </p:nvSpPr>
        <p:spPr>
          <a:xfrm xmlns:a="http://schemas.openxmlformats.org/drawingml/2006/main">
            <a:off x="1905000" y="1524000"/>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792" lnSpcReduction="10000"/>
          </a:bodyPr>
          <a:lstStyle xmlns:a="http://schemas.openxmlformats.org/drawingml/2006/main"/>
          <a:p xmlns:a="http://schemas.openxmlformats.org/drawingml/2006/main">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Prefer TCX</a:t>
            </a:r>
          </a:p>
        </p:txBody>
      </p:sp>
      <p:sp>
        <p:nvSpPr>
          <p:cNvPr id="4" name="Rectangle 3">
            <a:extLst xmlns:a="http://schemas.openxmlformats.org/drawingml/2006/main">
              <a:ext uri="{FF2B5EF4-FFF2-40B4-BE49-F238E27FC236}">
                <a16:creationId xmlns:a16="http://schemas.microsoft.com/office/drawing/2014/main" id="{1DED608B-AA10-4F56-83D1-A47EE6CD188F}"/>
              </a:ext>
            </a:extLst>
          </p:cNvPr>
          <p:cNvSpPr>
            <a:spLocks xmlns:a="http://schemas.openxmlformats.org/drawingml/2006/main" noGrp="1"/>
          </p:cNvSpPr>
          <p:nvPr/>
        </p:nvSpPr>
        <p:spPr>
          <a:xfrm xmlns:a="http://schemas.openxmlformats.org/drawingml/2006/main">
            <a:off x="5953125" y="1543050"/>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Verify the live attach mode on every node pool.</a:t>
            </a:r>
          </a:p>
        </p:txBody>
      </p:sp>
      <p:sp>
        <p:nvSpPr>
          <p:cNvPr id="5" name="Rectangle 4">
            <a:extLst xmlns:a="http://schemas.openxmlformats.org/drawingml/2006/main">
              <a:ext uri="{FF2B5EF4-FFF2-40B4-BE49-F238E27FC236}">
                <a16:creationId xmlns:a16="http://schemas.microsoft.com/office/drawing/2014/main" id="{B063BBC9-28E7-4543-A22D-F34BBD91DF39}"/>
              </a:ext>
            </a:extLst>
          </p:cNvPr>
          <p:cNvSpPr>
            <a:spLocks xmlns:a="http://schemas.openxmlformats.org/drawingml/2006/main" noGrp="1"/>
          </p:cNvSpPr>
          <p:nvPr/>
        </p:nvSpPr>
        <p:spPr>
          <a:xfrm xmlns:a="http://schemas.openxmlformats.org/drawingml/2006/main">
            <a:off x="1905000" y="2333625"/>
            <a:ext cx="9477375"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7744041E-5BE1-4917-AB80-60DE28645E6A}"/>
              </a:ext>
            </a:extLst>
          </p:cNvPr>
          <p:cNvSpPr>
            <a:spLocks xmlns:a="http://schemas.openxmlformats.org/drawingml/2006/main" noGrp="1"/>
          </p:cNvSpPr>
          <p:nvPr/>
        </p:nvSpPr>
        <p:spPr>
          <a:xfrm xmlns:a="http://schemas.openxmlformats.org/drawingml/2006/main">
            <a:off x="781050" y="2905125"/>
            <a:ext cx="85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925" b="1">
                <a:solidFill>
                  <a:srgbClr val="FF007F"/>
                </a:solidFill>
                <a:latin typeface="CiscoSansTT Medium"/>
                <a:ea typeface="CiscoSansTT Medium"/>
                <a:cs typeface="CiscoSansTT Medium"/>
              </a:defRPr>
            </a:pPr>
            <a:r>
              <a:rPr sz="2925" b="1">
                <a:solidFill>
                  <a:srgbClr val="FF007F"/>
                </a:solidFill>
                <a:latin typeface="CiscoSansTT Medium"/>
                <a:ea typeface="CiscoSansTT Medium"/>
                <a:cs typeface="CiscoSansTT Medium"/>
              </a:rPr>
              <a:t>02</a:t>
            </a:r>
          </a:p>
        </p:txBody>
      </p:sp>
      <p:sp>
        <p:nvSpPr>
          <p:cNvPr id="7" name="Rectangle 6">
            <a:extLst xmlns:a="http://schemas.openxmlformats.org/drawingml/2006/main">
              <a:ext uri="{FF2B5EF4-FFF2-40B4-BE49-F238E27FC236}">
                <a16:creationId xmlns:a16="http://schemas.microsoft.com/office/drawing/2014/main" id="{FE853C3F-C124-4539-A207-DDBFF83B7A34}"/>
              </a:ext>
            </a:extLst>
          </p:cNvPr>
          <p:cNvSpPr>
            <a:spLocks xmlns:a="http://schemas.openxmlformats.org/drawingml/2006/main" noGrp="1"/>
          </p:cNvSpPr>
          <p:nvPr/>
        </p:nvSpPr>
        <p:spPr>
          <a:xfrm xmlns:a="http://schemas.openxmlformats.org/drawingml/2006/main">
            <a:off x="1905000" y="2905125"/>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792" lnSpcReduction="10000"/>
          </a:bodyPr>
          <a:lstStyle xmlns:a="http://schemas.openxmlformats.org/drawingml/2006/main"/>
          <a:p xmlns:a="http://schemas.openxmlformats.org/drawingml/2006/main">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Make legacy order explicit</a:t>
            </a:r>
          </a:p>
        </p:txBody>
      </p:sp>
      <p:sp>
        <p:nvSpPr>
          <p:cNvPr id="8" name="Rectangle 7">
            <a:extLst xmlns:a="http://schemas.openxmlformats.org/drawingml/2006/main">
              <a:ext uri="{FF2B5EF4-FFF2-40B4-BE49-F238E27FC236}">
                <a16:creationId xmlns:a16="http://schemas.microsoft.com/office/drawing/2014/main" id="{FC46DB99-40F6-4A65-86C7-09E7DE84F08A}"/>
              </a:ext>
            </a:extLst>
          </p:cNvPr>
          <p:cNvSpPr>
            <a:spLocks xmlns:a="http://schemas.openxmlformats.org/drawingml/2006/main" noGrp="1"/>
          </p:cNvSpPr>
          <p:nvPr/>
        </p:nvSpPr>
        <p:spPr>
          <a:xfrm xmlns:a="http://schemas.openxmlformats.org/drawingml/2006/main">
            <a:off x="5953125" y="2924175"/>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priority 1, Cilium above 1, fresh cluster for tests.</a:t>
            </a:r>
          </a:p>
        </p:txBody>
      </p:sp>
      <p:sp>
        <p:nvSpPr>
          <p:cNvPr id="9" name="Rectangle 8">
            <a:extLst xmlns:a="http://schemas.openxmlformats.org/drawingml/2006/main">
              <a:ext uri="{FF2B5EF4-FFF2-40B4-BE49-F238E27FC236}">
                <a16:creationId xmlns:a16="http://schemas.microsoft.com/office/drawing/2014/main" id="{06E77A3C-525A-4F41-9208-7530006142A6}"/>
              </a:ext>
            </a:extLst>
          </p:cNvPr>
          <p:cNvSpPr>
            <a:spLocks xmlns:a="http://schemas.openxmlformats.org/drawingml/2006/main" noGrp="1"/>
          </p:cNvSpPr>
          <p:nvPr/>
        </p:nvSpPr>
        <p:spPr>
          <a:xfrm xmlns:a="http://schemas.openxmlformats.org/drawingml/2006/main">
            <a:off x="1905000" y="3714750"/>
            <a:ext cx="9477375"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0733A2E0-4853-430E-B861-8F608C46153F}"/>
              </a:ext>
            </a:extLst>
          </p:cNvPr>
          <p:cNvSpPr>
            <a:spLocks xmlns:a="http://schemas.openxmlformats.org/drawingml/2006/main" noGrp="1"/>
          </p:cNvSpPr>
          <p:nvPr/>
        </p:nvSpPr>
        <p:spPr>
          <a:xfrm xmlns:a="http://schemas.openxmlformats.org/drawingml/2006/main">
            <a:off x="781050" y="4286250"/>
            <a:ext cx="85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925" b="1">
                <a:solidFill>
                  <a:srgbClr val="FF9000"/>
                </a:solidFill>
                <a:latin typeface="CiscoSansTT Medium"/>
                <a:ea typeface="CiscoSansTT Medium"/>
                <a:cs typeface="CiscoSansTT Medium"/>
              </a:defRPr>
            </a:pPr>
            <a:r>
              <a:rPr sz="2925" b="1">
                <a:solidFill>
                  <a:srgbClr val="FF9000"/>
                </a:solidFill>
                <a:latin typeface="CiscoSansTT Medium"/>
                <a:ea typeface="CiscoSansTT Medium"/>
                <a:cs typeface="CiscoSansTT Medium"/>
              </a:rPr>
              <a:t>03</a:t>
            </a:r>
          </a:p>
        </p:txBody>
      </p:sp>
      <p:sp>
        <p:nvSpPr>
          <p:cNvPr id="11" name="Rectangle 10">
            <a:extLst xmlns:a="http://schemas.openxmlformats.org/drawingml/2006/main">
              <a:ext uri="{FF2B5EF4-FFF2-40B4-BE49-F238E27FC236}">
                <a16:creationId xmlns:a16="http://schemas.microsoft.com/office/drawing/2014/main" id="{5C6F9620-6253-4E71-BDCC-B3879164F272}"/>
              </a:ext>
            </a:extLst>
          </p:cNvPr>
          <p:cNvSpPr>
            <a:spLocks xmlns:a="http://schemas.openxmlformats.org/drawingml/2006/main" noGrp="1"/>
          </p:cNvSpPr>
          <p:nvPr/>
        </p:nvSpPr>
        <p:spPr>
          <a:xfrm xmlns:a="http://schemas.openxmlformats.org/drawingml/2006/main">
            <a:off x="1905000" y="4286250"/>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461" lnSpcReduction="20000"/>
          </a:bodyPr>
          <a:lstStyle xmlns:a="http://schemas.openxmlformats.org/drawingml/2006/main"/>
          <a:p xmlns:a="http://schemas.openxmlformats.org/drawingml/2006/main">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Correlate complementary signals</a:t>
            </a:r>
          </a:p>
        </p:txBody>
      </p:sp>
      <p:sp>
        <p:nvSpPr>
          <p:cNvPr id="12" name="Rectangle 11">
            <a:extLst xmlns:a="http://schemas.openxmlformats.org/drawingml/2006/main">
              <a:ext uri="{FF2B5EF4-FFF2-40B4-BE49-F238E27FC236}">
                <a16:creationId xmlns:a16="http://schemas.microsoft.com/office/drawing/2014/main" id="{042175F6-EADD-46D7-BB92-94092EF9F2DD}"/>
              </a:ext>
            </a:extLst>
          </p:cNvPr>
          <p:cNvSpPr>
            <a:spLocks xmlns:a="http://schemas.openxmlformats.org/drawingml/2006/main" noGrp="1"/>
          </p:cNvSpPr>
          <p:nvPr/>
        </p:nvSpPr>
        <p:spPr>
          <a:xfrm xmlns:a="http://schemas.openxmlformats.org/drawingml/2006/main">
            <a:off x="5953125" y="4305300"/>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owns application evidence. Hubble owns network and policy evidence.</a:t>
            </a:r>
          </a:p>
        </p:txBody>
      </p:sp>
      <p:sp>
        <p:nvSpPr>
          <p:cNvPr id="13" name="Rectangle 12">
            <a:extLst xmlns:a="http://schemas.openxmlformats.org/drawingml/2006/main">
              <a:ext uri="{FF2B5EF4-FFF2-40B4-BE49-F238E27FC236}">
                <a16:creationId xmlns:a16="http://schemas.microsoft.com/office/drawing/2014/main" id="{6DB2593E-1A84-4909-8DB4-F01E41F71A0B}"/>
              </a:ext>
            </a:extLst>
          </p:cNvPr>
          <p:cNvSpPr>
            <a:spLocks xmlns:a="http://schemas.openxmlformats.org/drawingml/2006/main" noGrp="1"/>
          </p:cNvSpPr>
          <p:nvPr/>
        </p:nvSpPr>
        <p:spPr>
          <a:xfrm xmlns:a="http://schemas.openxmlformats.org/drawingml/2006/main">
            <a:off x="1905000" y="5095875"/>
            <a:ext cx="9477375"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291055546"/>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4"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Questions?</a:t>
            </a:r>
          </a:p>
        </p:txBody>
      </p:sp>
      <p:sp>
        <p:nvSpPr>
          <p:cNvPr id="2" name="Rectangle 1">
            <a:extLst xmlns:a="http://schemas.openxmlformats.org/drawingml/2006/main">
              <a:ext uri="{FF2B5EF4-FFF2-40B4-BE49-F238E27FC236}">
                <a16:creationId xmlns:a16="http://schemas.microsoft.com/office/drawing/2014/main" id="{BC8C757A-EBAE-41DF-8024-5D93DDCB99F8}"/>
              </a:ext>
            </a:extLst>
          </p:cNvPr>
          <p:cNvSpPr>
            <a:spLocks xmlns:a="http://schemas.openxmlformats.org/drawingml/2006/main" noGrp="1"/>
          </p:cNvSpPr>
          <p:nvPr/>
        </p:nvSpPr>
        <p:spPr>
          <a:xfrm xmlns:a="http://schemas.openxmlformats.org/drawingml/2006/main">
            <a:off x="342900" y="4171950"/>
            <a:ext cx="6191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Demo, dashboards, benchmark, and slides</a:t>
            </a:r>
          </a:p>
        </p:txBody>
      </p:sp>
      <p:sp>
        <p:nvSpPr>
          <p:cNvPr id="3" name="Rectangle 2">
            <a:extLst xmlns:a="http://schemas.openxmlformats.org/drawingml/2006/main">
              <a:ext uri="{FF2B5EF4-FFF2-40B4-BE49-F238E27FC236}">
                <a16:creationId xmlns:a16="http://schemas.microsoft.com/office/drawing/2014/main" id="{5951CB9B-0C39-48E6-A009-6394EAA31EF3}"/>
              </a:ext>
            </a:extLst>
          </p:cNvPr>
          <p:cNvSpPr>
            <a:spLocks xmlns:a="http://schemas.openxmlformats.org/drawingml/2006/main" noGrp="1"/>
          </p:cNvSpPr>
          <p:nvPr/>
        </p:nvSpPr>
        <p:spPr>
          <a:xfrm xmlns:a="http://schemas.openxmlformats.org/drawingml/2006/main">
            <a:off x="342900" y="4591050"/>
            <a:ext cx="685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214126218"/>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Appendix</a:t>
            </a:r>
          </a:p>
        </p:txBody>
      </p:sp>
    </p:spTree>
    <p:extLst>
      <p:ext uri="{BB962C8B-B14F-4D97-AF65-F5344CB8AC3E}">
        <p14:creationId xmlns:p14="http://schemas.microsoft.com/office/powerpoint/2010/main" val="1272598672"/>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55F6433C-CB26-4D0A-AE41-4FF35BCEED6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pinned TCX configuration</a:t>
            </a:r>
          </a:p>
        </p:txBody>
      </p:sp>
      <p:sp>
        <p:nvSpPr>
          <p:cNvPr id="2" name="Rectangle 1">
            <a:extLst xmlns:a="http://schemas.openxmlformats.org/drawingml/2006/main">
              <a:ext uri="{FF2B5EF4-FFF2-40B4-BE49-F238E27FC236}">
                <a16:creationId xmlns:a16="http://schemas.microsoft.com/office/drawing/2014/main" id="{2BBB1705-8A86-4DED-B223-99D39B18DAC1}"/>
              </a:ext>
            </a:extLst>
          </p:cNvPr>
          <p:cNvSpPr>
            <a:spLocks xmlns:a="http://schemas.openxmlformats.org/drawingml/2006/main" noGrp="1"/>
          </p:cNvSpPr>
          <p:nvPr/>
        </p:nvSpPr>
        <p:spPr>
          <a:xfrm xmlns:a="http://schemas.openxmlformats.org/drawingml/2006/main">
            <a:off x="762000" y="1476375"/>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667" lnSpcReduction="10000"/>
          </a:bodyPr>
          <a:lstStyle xmlns:a="http://schemas.openxmlformats.org/drawingml/2006/main"/>
          <a:p xmlns:a="http://schemas.openxmlformats.org/drawingml/2006/main">
            <a:pPr algn="l">
              <a:buNone/>
              <a:defRPr sz="1875" b="1">
                <a:solidFill>
                  <a:srgbClr val="FF007F"/>
                </a:solidFill>
                <a:latin typeface="CiscoSansTT Medium"/>
                <a:ea typeface="CiscoSansTT Medium"/>
                <a:cs typeface="CiscoSansTT Medium"/>
              </a:defRPr>
            </a:pPr>
            <a:r>
              <a:rPr sz="1875" b="1">
                <a:solidFill>
                  <a:srgbClr val="FF007F"/>
                </a:solidFill>
                <a:latin typeface="CiscoSansTT Medium"/>
                <a:ea typeface="CiscoSansTT Medium"/>
                <a:cs typeface="CiscoSansTT Medium"/>
              </a:rPr>
              <a:t>OBI v0.13.0</a:t>
            </a:r>
          </a:p>
        </p:txBody>
      </p:sp>
      <p:sp>
        <p:nvSpPr>
          <p:cNvPr id="3" name="Rounded Rectangle 2">
            <a:extLst xmlns:a="http://schemas.openxmlformats.org/drawingml/2006/main">
              <a:ext uri="{FF2B5EF4-FFF2-40B4-BE49-F238E27FC236}">
                <a16:creationId xmlns:a16="http://schemas.microsoft.com/office/drawing/2014/main" id="{36A08832-E9C7-47D2-A011-593E535AAA7B}"/>
              </a:ext>
            </a:extLst>
          </p:cNvPr>
          <p:cNvSpPr>
            <a:spLocks xmlns:a="http://schemas.openxmlformats.org/drawingml/2006/main" noGrp="1"/>
          </p:cNvSpPr>
          <p:nvPr/>
        </p:nvSpPr>
        <p:spPr>
          <a:xfrm xmlns:a="http://schemas.openxmlformats.org/drawingml/2006/main">
            <a:off x="666750" y="1952625"/>
            <a:ext cx="4953000" cy="3238500"/>
          </a:xfrm>
          <a:prstGeom xmlns:a="http://schemas.openxmlformats.org/drawingml/2006/main" prst="roundRect">
            <a:avLst>
              <a:gd name="adj" fmla="val 2353"/>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6B685953-4679-4CFB-B385-330DB1330E0D}"/>
              </a:ext>
            </a:extLst>
          </p:cNvPr>
          <p:cNvSpPr>
            <a:spLocks xmlns:a="http://schemas.openxmlformats.org/drawingml/2006/main" noGrp="1"/>
          </p:cNvSpPr>
          <p:nvPr/>
        </p:nvSpPr>
        <p:spPr>
          <a:xfrm xmlns:a="http://schemas.openxmlformats.org/drawingml/2006/main">
            <a:off x="952500" y="2238375"/>
            <a:ext cx="43815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contextPropagation:</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xmlns:a="http://schemas.openxmlformats.org/drawingml/2006/main">
            <a:endParaRPr sz="1650" b="0">
              <a:solidFill>
                <a:srgbClr val="FFFFFF"/>
              </a:solidFill>
              <a:latin typeface="CiscoSansTT"/>
              <a:ea typeface="CiscoSansTT"/>
              <a:cs typeface="CiscoSansTT"/>
            </a:endParaRP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config:</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ebpf:</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context_propagation: all</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traffic_control_backend: tcx</a:t>
            </a:r>
          </a:p>
        </p:txBody>
      </p:sp>
      <p:sp>
        <p:nvSpPr>
          <p:cNvPr id="5" name="Rectangle 4">
            <a:extLst xmlns:a="http://schemas.openxmlformats.org/drawingml/2006/main">
              <a:ext uri="{FF2B5EF4-FFF2-40B4-BE49-F238E27FC236}">
                <a16:creationId xmlns:a16="http://schemas.microsoft.com/office/drawing/2014/main" id="{E9D345F3-1A50-410B-9B68-B7CF81838A24}"/>
              </a:ext>
            </a:extLst>
          </p:cNvPr>
          <p:cNvSpPr>
            <a:spLocks xmlns:a="http://schemas.openxmlformats.org/drawingml/2006/main" noGrp="1"/>
          </p:cNvSpPr>
          <p:nvPr/>
        </p:nvSpPr>
        <p:spPr>
          <a:xfrm xmlns:a="http://schemas.openxmlformats.org/drawingml/2006/main">
            <a:off x="6667500" y="1476375"/>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667" lnSpcReduction="10000"/>
          </a:bodyPr>
          <a:lstStyle xmlns:a="http://schemas.openxmlformats.org/drawingml/2006/main"/>
          <a:p xmlns:a="http://schemas.openxmlformats.org/drawingml/2006/main">
            <a:pPr algn="l">
              <a:buNone/>
              <a:defRPr sz="1875" b="1">
                <a:solidFill>
                  <a:srgbClr val="0860FE"/>
                </a:solidFill>
                <a:latin typeface="CiscoSansTT Medium"/>
                <a:ea typeface="CiscoSansTT Medium"/>
                <a:cs typeface="CiscoSansTT Medium"/>
              </a:defRPr>
            </a:pPr>
            <a:r>
              <a:rPr sz="1875" b="1">
                <a:solidFill>
                  <a:srgbClr val="0860FE"/>
                </a:solidFill>
                <a:latin typeface="CiscoSansTT Medium"/>
                <a:ea typeface="CiscoSansTT Medium"/>
                <a:cs typeface="CiscoSansTT Medium"/>
              </a:rPr>
              <a:t>Cilium v1.20.2</a:t>
            </a:r>
          </a:p>
        </p:txBody>
      </p:sp>
      <p:sp>
        <p:nvSpPr>
          <p:cNvPr id="6" name="Rounded Rectangle 5">
            <a:extLst xmlns:a="http://schemas.openxmlformats.org/drawingml/2006/main">
              <a:ext uri="{FF2B5EF4-FFF2-40B4-BE49-F238E27FC236}">
                <a16:creationId xmlns:a16="http://schemas.microsoft.com/office/drawing/2014/main" id="{D44BA46C-BFED-4D9B-A5F4-F9CD194CBD79}"/>
              </a:ext>
            </a:extLst>
          </p:cNvPr>
          <p:cNvSpPr>
            <a:spLocks xmlns:a="http://schemas.openxmlformats.org/drawingml/2006/main" noGrp="1"/>
          </p:cNvSpPr>
          <p:nvPr/>
        </p:nvSpPr>
        <p:spPr>
          <a:xfrm xmlns:a="http://schemas.openxmlformats.org/drawingml/2006/main">
            <a:off x="6572250" y="1952625"/>
            <a:ext cx="4953000" cy="3238500"/>
          </a:xfrm>
          <a:prstGeom xmlns:a="http://schemas.openxmlformats.org/drawingml/2006/main" prst="roundRect">
            <a:avLst>
              <a:gd name="adj" fmla="val 2353"/>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0A0F2876-B73E-4290-B890-24B0769B6DB0}"/>
              </a:ext>
            </a:extLst>
          </p:cNvPr>
          <p:cNvSpPr>
            <a:spLocks xmlns:a="http://schemas.openxmlformats.org/drawingml/2006/main" noGrp="1"/>
          </p:cNvSpPr>
          <p:nvPr/>
        </p:nvSpPr>
        <p:spPr>
          <a:xfrm xmlns:a="http://schemas.openxmlformats.org/drawingml/2006/main">
            <a:off x="6858000" y="2238375"/>
            <a:ext cx="43815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bpf:</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enableTCX: true</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datapathMode: veth</a:t>
            </a:r>
          </a:p>
          <a:p xmlns:a="http://schemas.openxmlformats.org/drawingml/2006/main">
            <a:endParaRPr sz="1650" b="0">
              <a:solidFill>
                <a:srgbClr val="FFFFFF"/>
              </a:solidFill>
              <a:latin typeface="CiscoSansTT"/>
              <a:ea typeface="CiscoSansTT"/>
              <a:cs typeface="CiscoSansTT"/>
            </a:endParaRP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hubble:</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relay:</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ui:</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p:txBody>
      </p:sp>
    </p:spTree>
    <p:extLst>
      <p:ext uri="{BB962C8B-B14F-4D97-AF65-F5344CB8AC3E}">
        <p14:creationId xmlns:p14="http://schemas.microsoft.com/office/powerpoint/2010/main" val="1720076919"/>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1E704E87-FA42-4867-BF91-1B0EF834CA18}"/>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legacy-safe and legacy-unsafe variants</a:t>
            </a:r>
          </a:p>
        </p:txBody>
      </p:sp>
      <p:sp>
        <p:nvSpPr>
          <p:cNvPr id="2" name="Rectangle 1">
            <a:extLst xmlns:a="http://schemas.openxmlformats.org/drawingml/2006/main">
              <a:ext uri="{FF2B5EF4-FFF2-40B4-BE49-F238E27FC236}">
                <a16:creationId xmlns:a16="http://schemas.microsoft.com/office/drawing/2014/main" id="{2CCF09E8-8C11-4F59-A93A-5A3A86356FF3}"/>
              </a:ext>
            </a:extLst>
          </p:cNvPr>
          <p:cNvSpPr>
            <a:spLocks xmlns:a="http://schemas.openxmlformats.org/drawingml/2006/main" noGrp="1"/>
          </p:cNvSpPr>
          <p:nvPr/>
        </p:nvSpPr>
        <p:spPr>
          <a:xfrm xmlns:a="http://schemas.openxmlformats.org/drawingml/2006/main">
            <a:off x="762000" y="152400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976" lnSpcReduction="10000"/>
          </a:bodyPr>
          <a:lstStyle xmlns:a="http://schemas.openxmlformats.org/drawingml/2006/main"/>
          <a:p xmlns:a="http://schemas.openxmlformats.org/drawingml/2006/main">
            <a:pPr algn="l">
              <a:buNone/>
              <a:defRPr sz="2100" b="1">
                <a:solidFill>
                  <a:srgbClr val="2DAA5F"/>
                </a:solidFill>
                <a:latin typeface="CiscoSansTT Medium"/>
                <a:ea typeface="CiscoSansTT Medium"/>
                <a:cs typeface="CiscoSansTT Medium"/>
              </a:defRPr>
            </a:pPr>
            <a:r>
              <a:rPr sz="2100" b="1">
                <a:solidFill>
                  <a:srgbClr val="2DAA5F"/>
                </a:solidFill>
                <a:latin typeface="CiscoSansTT Medium"/>
                <a:ea typeface="CiscoSansTT Medium"/>
                <a:cs typeface="CiscoSansTT Medium"/>
              </a:rPr>
              <a:t>Safe</a:t>
            </a:r>
          </a:p>
        </p:txBody>
      </p:sp>
      <p:sp>
        <p:nvSpPr>
          <p:cNvPr id="3" name="Rounded Rectangle 2">
            <a:extLst xmlns:a="http://schemas.openxmlformats.org/drawingml/2006/main">
              <a:ext uri="{FF2B5EF4-FFF2-40B4-BE49-F238E27FC236}">
                <a16:creationId xmlns:a16="http://schemas.microsoft.com/office/drawing/2014/main" id="{5907EAE3-6165-4F87-AA66-85E26ACC31D0}"/>
              </a:ext>
            </a:extLst>
          </p:cNvPr>
          <p:cNvSpPr>
            <a:spLocks xmlns:a="http://schemas.openxmlformats.org/drawingml/2006/main" noGrp="1"/>
          </p:cNvSpPr>
          <p:nvPr/>
        </p:nvSpPr>
        <p:spPr>
          <a:xfrm xmlns:a="http://schemas.openxmlformats.org/drawingml/2006/main">
            <a:off x="666750" y="2047875"/>
            <a:ext cx="4953000" cy="2381250"/>
          </a:xfrm>
          <a:prstGeom xmlns:a="http://schemas.openxmlformats.org/drawingml/2006/main" prst="roundRect">
            <a:avLst>
              <a:gd name="adj" fmla="val 3200"/>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13B743AC-83DB-4A26-B67E-90D382AF8A36}"/>
              </a:ext>
            </a:extLst>
          </p:cNvPr>
          <p:cNvSpPr>
            <a:spLocks xmlns:a="http://schemas.openxmlformats.org/drawingml/2006/main" noGrp="1"/>
          </p:cNvSpPr>
          <p:nvPr/>
        </p:nvSpPr>
        <p:spPr>
          <a:xfrm xmlns:a="http://schemas.openxmlformats.org/drawingml/2006/main">
            <a:off x="1000125" y="2381250"/>
            <a:ext cx="4286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3375"/>
          </a:bodyPr>
          <a:lstStyle xmlns:a="http://schemas.openxmlformats.org/drawingml/2006/main"/>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xmlns:a="http://schemas.openxmlformats.org/drawingml/2006/main">
            <a:endParaRPr sz="1725" b="0">
              <a:solidFill>
                <a:srgbClr val="FFFFFF"/>
              </a:solidFill>
              <a:latin typeface="CiscoSansTT"/>
              <a:ea typeface="CiscoSansTT"/>
              <a:cs typeface="CiscoSansTT"/>
            </a:endParaRP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extraConfig:</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"2"</a:t>
            </a:r>
          </a:p>
        </p:txBody>
      </p:sp>
      <p:sp>
        <p:nvSpPr>
          <p:cNvPr id="5" name="Rectangle 4">
            <a:extLst xmlns:a="http://schemas.openxmlformats.org/drawingml/2006/main">
              <a:ext uri="{FF2B5EF4-FFF2-40B4-BE49-F238E27FC236}">
                <a16:creationId xmlns:a16="http://schemas.microsoft.com/office/drawing/2014/main" id="{8C3868CB-8EE0-4796-A81A-5A11795DB81E}"/>
              </a:ext>
            </a:extLst>
          </p:cNvPr>
          <p:cNvSpPr>
            <a:spLocks xmlns:a="http://schemas.openxmlformats.org/drawingml/2006/main" noGrp="1"/>
          </p:cNvSpPr>
          <p:nvPr/>
        </p:nvSpPr>
        <p:spPr>
          <a:xfrm xmlns:a="http://schemas.openxmlformats.org/drawingml/2006/main">
            <a:off x="6667500" y="152400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976" lnSpcReduction="10000"/>
          </a:bodyPr>
          <a:lstStyle xmlns:a="http://schemas.openxmlformats.org/drawingml/2006/main"/>
          <a:p xmlns:a="http://schemas.openxmlformats.org/drawingml/2006/main">
            <a:pPr algn="l">
              <a:buNone/>
              <a:defRPr sz="2100" b="1">
                <a:solidFill>
                  <a:srgbClr val="E84551"/>
                </a:solidFill>
                <a:latin typeface="CiscoSansTT Medium"/>
                <a:ea typeface="CiscoSansTT Medium"/>
                <a:cs typeface="CiscoSansTT Medium"/>
              </a:defRPr>
            </a:pPr>
            <a:r>
              <a:rPr sz="2100" b="1">
                <a:solidFill>
                  <a:srgbClr val="E84551"/>
                </a:solidFill>
                <a:latin typeface="CiscoSansTT Medium"/>
                <a:ea typeface="CiscoSansTT Medium"/>
                <a:cs typeface="CiscoSansTT Medium"/>
              </a:rPr>
              <a:t>Unsafe</a:t>
            </a:r>
          </a:p>
        </p:txBody>
      </p:sp>
      <p:sp>
        <p:nvSpPr>
          <p:cNvPr id="6" name="Rounded Rectangle 5">
            <a:extLst xmlns:a="http://schemas.openxmlformats.org/drawingml/2006/main">
              <a:ext uri="{FF2B5EF4-FFF2-40B4-BE49-F238E27FC236}">
                <a16:creationId xmlns:a16="http://schemas.microsoft.com/office/drawing/2014/main" id="{C8DE72C8-AAE3-4CFB-9DD1-D44B49841286}"/>
              </a:ext>
            </a:extLst>
          </p:cNvPr>
          <p:cNvSpPr>
            <a:spLocks xmlns:a="http://schemas.openxmlformats.org/drawingml/2006/main" noGrp="1"/>
          </p:cNvSpPr>
          <p:nvPr/>
        </p:nvSpPr>
        <p:spPr>
          <a:xfrm xmlns:a="http://schemas.openxmlformats.org/drawingml/2006/main">
            <a:off x="6572250" y="2047875"/>
            <a:ext cx="4953000" cy="2381250"/>
          </a:xfrm>
          <a:prstGeom xmlns:a="http://schemas.openxmlformats.org/drawingml/2006/main" prst="roundRect">
            <a:avLst>
              <a:gd name="adj" fmla="val 3200"/>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6BC613BF-CFBF-4DFA-B6CF-E61E44E183AE}"/>
              </a:ext>
            </a:extLst>
          </p:cNvPr>
          <p:cNvSpPr>
            <a:spLocks xmlns:a="http://schemas.openxmlformats.org/drawingml/2006/main" noGrp="1"/>
          </p:cNvSpPr>
          <p:nvPr/>
        </p:nvSpPr>
        <p:spPr>
          <a:xfrm xmlns:a="http://schemas.openxmlformats.org/drawingml/2006/main">
            <a:off x="6905625" y="2381250"/>
            <a:ext cx="4286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xmlns:a="http://schemas.openxmlformats.org/drawingml/2006/main">
            <a:endParaRPr sz="1725" b="0">
              <a:solidFill>
                <a:srgbClr val="FFFFFF"/>
              </a:solidFill>
              <a:latin typeface="CiscoSansTT"/>
              <a:ea typeface="CiscoSansTT"/>
              <a:cs typeface="CiscoSansTT"/>
            </a:endParaRP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1</a:t>
            </a:r>
          </a:p>
        </p:txBody>
      </p:sp>
      <p:sp>
        <p:nvSpPr>
          <p:cNvPr id="8" name="Rounded Rectangle 7">
            <a:extLst xmlns:a="http://schemas.openxmlformats.org/drawingml/2006/main">
              <a:ext uri="{FF2B5EF4-FFF2-40B4-BE49-F238E27FC236}">
                <a16:creationId xmlns:a16="http://schemas.microsoft.com/office/drawing/2014/main" id="{18C77665-A3C8-480B-8369-CF2DE41C64A9}"/>
              </a:ext>
            </a:extLst>
          </p:cNvPr>
          <p:cNvSpPr>
            <a:spLocks xmlns:a="http://schemas.openxmlformats.org/drawingml/2006/main" noGrp="1"/>
          </p:cNvSpPr>
          <p:nvPr/>
        </p:nvSpPr>
        <p:spPr>
          <a:xfrm xmlns:a="http://schemas.openxmlformats.org/drawingml/2006/main">
            <a:off x="1381125" y="5000625"/>
            <a:ext cx="9429750" cy="685800"/>
          </a:xfrm>
          <a:prstGeom xmlns:a="http://schemas.openxmlformats.org/drawingml/2006/main" prst="roundRect">
            <a:avLst>
              <a:gd name="adj" fmla="val 11111"/>
            </a:avLst>
          </a:prstGeom>
          <a:solidFill xmlns:a="http://schemas.openxmlformats.org/drawingml/2006/main">
            <a:srgbClr val="FDEDEF"/>
          </a:solidFill>
          <a:ln xmlns:a="http://schemas.openxmlformats.org/drawingml/2006/main" w="14288">
            <a:solidFill>
              <a:srgbClr val="E84551"/>
            </a:solidFill>
          </a:ln>
        </p:spPr>
        <p:txBody>
          <a:bodyPr xmlns:a="http://schemas.openxmlformats.org/drawingml/2006/main"/>
          <a:lstStyle xmlns:a="http://schemas.openxmlformats.org/drawingml/2006/main"/>
          <a:p xmlns:a="http://schemas.openxmlformats.org/drawingml/2006/main">
            <a:endParaRPr/>
          </a:p>
        </p:txBody>
      </p:sp>
      <p:sp>
        <p:nvSpPr>
          <p:cNvPr id="9" name="Rectangle 8">
            <a:extLst xmlns:a="http://schemas.openxmlformats.org/drawingml/2006/main">
              <a:ext uri="{FF2B5EF4-FFF2-40B4-BE49-F238E27FC236}">
                <a16:creationId xmlns:a16="http://schemas.microsoft.com/office/drawing/2014/main" id="{610201BF-2231-4218-9B64-CF8BA5B9CCE8}"/>
              </a:ext>
            </a:extLst>
          </p:cNvPr>
          <p:cNvSpPr>
            <a:spLocks xmlns:a="http://schemas.openxmlformats.org/drawingml/2006/main" noGrp="1"/>
          </p:cNvSpPr>
          <p:nvPr/>
        </p:nvSpPr>
        <p:spPr>
          <a:xfrm xmlns:a="http://schemas.openxmlformats.org/drawingml/2006/main">
            <a:off x="1714500" y="5172075"/>
            <a:ext cx="876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lnSpcReduction="10000"/>
          </a:bodyPr>
          <a:lstStyle xmlns:a="http://schemas.openxmlformats.org/drawingml/2006/main"/>
          <a:p xmlns:a="http://schemas.openxmlformats.org/drawingml/2006/main">
            <a:pPr algn="ctr">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Do not change legacy priority live on an existing production cluster.</a:t>
            </a:r>
          </a:p>
        </p:txBody>
      </p:sp>
    </p:spTree>
    <p:extLst>
      <p:ext uri="{BB962C8B-B14F-4D97-AF65-F5344CB8AC3E}">
        <p14:creationId xmlns:p14="http://schemas.microsoft.com/office/powerpoint/2010/main" val="232657216"/>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4" name="slide-title">
            <a:extLst xmlns:a="http://schemas.openxmlformats.org/drawingml/2006/main">
              <a:ext uri="{FF2B5EF4-FFF2-40B4-BE49-F238E27FC236}">
                <a16:creationId xmlns:a16="http://schemas.microsoft.com/office/drawing/2014/main" id="{BC8DF3A4-C2E0-4887-91E4-22E4D522AD6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live verification commands</a:t>
            </a:r>
          </a:p>
        </p:txBody>
      </p:sp>
      <p:sp>
        <p:nvSpPr>
          <p:cNvPr id="2" name="Rounded Rectangle 1">
            <a:extLst xmlns:a="http://schemas.openxmlformats.org/drawingml/2006/main">
              <a:ext uri="{FF2B5EF4-FFF2-40B4-BE49-F238E27FC236}">
                <a16:creationId xmlns:a16="http://schemas.microsoft.com/office/drawing/2014/main" id="{891FC69C-2698-4739-9917-0845E190AC3B}"/>
              </a:ext>
            </a:extLst>
          </p:cNvPr>
          <p:cNvSpPr>
            <a:spLocks xmlns:a="http://schemas.openxmlformats.org/drawingml/2006/main" noGrp="1"/>
          </p:cNvSpPr>
          <p:nvPr/>
        </p:nvSpPr>
        <p:spPr>
          <a:xfrm xmlns:a="http://schemas.openxmlformats.org/drawingml/2006/main">
            <a:off x="619125" y="1428750"/>
            <a:ext cx="10953750" cy="4191000"/>
          </a:xfrm>
          <a:prstGeom xmlns:a="http://schemas.openxmlformats.org/drawingml/2006/main" prst="roundRect">
            <a:avLst>
              <a:gd name="adj" fmla="val 1818"/>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3" name="Rectangle 2">
            <a:extLst xmlns:a="http://schemas.openxmlformats.org/drawingml/2006/main">
              <a:ext uri="{FF2B5EF4-FFF2-40B4-BE49-F238E27FC236}">
                <a16:creationId xmlns:a16="http://schemas.microsoft.com/office/drawing/2014/main" id="{83E4496E-97B3-4383-8BB0-D04A4EB4590D}"/>
              </a:ext>
            </a:extLst>
          </p:cNvPr>
          <p:cNvSpPr>
            <a:spLocks xmlns:a="http://schemas.openxmlformats.org/drawingml/2006/main" noGrp="1"/>
          </p:cNvSpPr>
          <p:nvPr/>
        </p:nvSpPr>
        <p:spPr>
          <a:xfrm xmlns:a="http://schemas.openxmlformats.org/drawingml/2006/main">
            <a:off x="904875" y="1695450"/>
            <a:ext cx="10382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 state</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exec ds/cilium -c cilium-agent -- \</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cilium-dbg status --verbose</a:t>
            </a:r>
          </a:p>
          <a:p xmlns:a="http://schemas.openxmlformats.org/drawingml/2006/main">
            <a:endParaRPr sz="1500" b="0">
              <a:solidFill>
                <a:srgbClr val="FFFFFF"/>
              </a:solidFill>
              <a:latin typeface="CiscoSansTT"/>
              <a:ea typeface="CiscoSansTT"/>
              <a:cs typeface="CiscoSansTT"/>
            </a:endParaRP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get cm cilium-config -o \</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jsonpath='{.data.enable-tcx}'</a:t>
            </a:r>
          </a:p>
          <a:p xmlns:a="http://schemas.openxmlformats.org/drawingml/2006/main">
            <a:endParaRPr sz="1500" b="0">
              <a:solidFill>
                <a:srgbClr val="FFFFFF"/>
              </a:solidFill>
              <a:latin typeface="CiscoSansTT"/>
              <a:ea typeface="CiscoSansTT"/>
              <a:cs typeface="CiscoSansTT"/>
            </a:endParaRP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OBI startup decision</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obi-nginx-example logs \</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ds/obi-opentelemetry-ebpf-instrumentation --all-pods=true</a:t>
            </a:r>
          </a:p>
          <a:p xmlns:a="http://schemas.openxmlformats.org/drawingml/2006/main">
            <a:endParaRPr sz="1500" b="0">
              <a:solidFill>
                <a:srgbClr val="FFFFFF"/>
              </a:solidFill>
              <a:latin typeface="CiscoSansTT"/>
              <a:ea typeface="CiscoSansTT"/>
              <a:cs typeface="CiscoSansTT"/>
            </a:endParaRP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Flow proof</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hubble observe --namespace obi-nginx-example --follow</a:t>
            </a:r>
          </a:p>
        </p:txBody>
      </p:sp>
    </p:spTree>
    <p:extLst>
      <p:ext uri="{BB962C8B-B14F-4D97-AF65-F5344CB8AC3E}">
        <p14:creationId xmlns:p14="http://schemas.microsoft.com/office/powerpoint/2010/main" val="1913496625"/>
      </p:ext>
    </p:extLst>
  </p:cSld>
</p:sld>
</file>

<file path=ppt/slides/slide35.xml><?xml version="1.0" encoding="utf-8"?>
<p:sld xmlns:p="http://schemas.openxmlformats.org/presentationml/2006/main">
  <p:cSld>
    <p:spTree>
      <p:nvGrpSpPr>
        <p:cNvPr id="1" name=""/>
        <p:cNvGrpSpPr/>
        <p:nvPr/>
      </p:nvGrpSpPr>
      <p:grpSpPr>
        <a:xfrm xmlns:a="http://schemas.openxmlformats.org/drawingml/2006/main"/>
      </p:grpSpPr>
      <p:sp>
        <p:nvSpPr>
          <p:cNvPr id="17" name="slide-title">
            <a:extLst xmlns:a="http://schemas.openxmlformats.org/drawingml/2006/main">
              <a:ext uri="{FF2B5EF4-FFF2-40B4-BE49-F238E27FC236}">
                <a16:creationId xmlns:a16="http://schemas.microsoft.com/office/drawing/2014/main" id="{3A267A90-7E0F-431B-B01D-79795EFA10F6}"/>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Fast failure diagnosis</a:t>
            </a:r>
          </a:p>
        </p:txBody>
      </p:sp>
      <p:sp>
        <p:nvSpPr>
          <p:cNvPr id="2" name="Rectangle 1">
            <a:extLst xmlns:a="http://schemas.openxmlformats.org/drawingml/2006/main">
              <a:ext uri="{FF2B5EF4-FFF2-40B4-BE49-F238E27FC236}">
                <a16:creationId xmlns:a16="http://schemas.microsoft.com/office/drawing/2014/main" id="{7BC9D01D-F271-48CA-82B5-FD5FEA43234D}"/>
              </a:ext>
            </a:extLst>
          </p:cNvPr>
          <p:cNvSpPr>
            <a:spLocks xmlns:a="http://schemas.openxmlformats.org/drawingml/2006/main" noGrp="1"/>
          </p:cNvSpPr>
          <p:nvPr/>
        </p:nvSpPr>
        <p:spPr>
          <a:xfrm xmlns:a="http://schemas.openxmlformats.org/drawingml/2006/main">
            <a:off x="704850" y="14287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OBI TC mode refuses startup</a:t>
            </a:r>
          </a:p>
        </p:txBody>
      </p:sp>
      <p:sp>
        <p:nvSpPr>
          <p:cNvPr id="3" name="Rectangle 2">
            <a:extLst xmlns:a="http://schemas.openxmlformats.org/drawingml/2006/main">
              <a:ext uri="{FF2B5EF4-FFF2-40B4-BE49-F238E27FC236}">
                <a16:creationId xmlns:a16="http://schemas.microsoft.com/office/drawing/2014/main" id="{88C0225C-BB8E-4315-B094-C26C786C1505}"/>
              </a:ext>
            </a:extLst>
          </p:cNvPr>
          <p:cNvSpPr>
            <a:spLocks xmlns:a="http://schemas.openxmlformats.org/drawingml/2006/main" noGrp="1"/>
          </p:cNvSpPr>
          <p:nvPr/>
        </p:nvSpPr>
        <p:spPr>
          <a:xfrm xmlns:a="http://schemas.openxmlformats.org/drawingml/2006/main">
            <a:off x="4762500" y="14287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mixed TCX and legacy, or both priority 1</a:t>
            </a:r>
          </a:p>
        </p:txBody>
      </p:sp>
      <p:sp>
        <p:nvSpPr>
          <p:cNvPr id="4" name="Rectangle 3">
            <a:extLst xmlns:a="http://schemas.openxmlformats.org/drawingml/2006/main">
              <a:ext uri="{FF2B5EF4-FFF2-40B4-BE49-F238E27FC236}">
                <a16:creationId xmlns:a16="http://schemas.microsoft.com/office/drawing/2014/main" id="{46F86A9B-7518-477D-8371-09C0FF9DA4C6}"/>
              </a:ext>
            </a:extLst>
          </p:cNvPr>
          <p:cNvSpPr>
            <a:spLocks xmlns:a="http://schemas.openxmlformats.org/drawingml/2006/main" noGrp="1"/>
          </p:cNvSpPr>
          <p:nvPr/>
        </p:nvSpPr>
        <p:spPr>
          <a:xfrm xmlns:a="http://schemas.openxmlformats.org/drawingml/2006/main">
            <a:off x="704850" y="20574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9CBE9238-6250-458A-B61C-C3B71FCFAB6D}"/>
              </a:ext>
            </a:extLst>
          </p:cNvPr>
          <p:cNvSpPr>
            <a:spLocks xmlns:a="http://schemas.openxmlformats.org/drawingml/2006/main" noGrp="1"/>
          </p:cNvSpPr>
          <p:nvPr/>
        </p:nvSpPr>
        <p:spPr>
          <a:xfrm xmlns:a="http://schemas.openxmlformats.org/drawingml/2006/main">
            <a:off x="704850" y="23431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Propagation disabled</a:t>
            </a:r>
          </a:p>
        </p:txBody>
      </p:sp>
      <p:sp>
        <p:nvSpPr>
          <p:cNvPr id="6" name="Rectangle 5">
            <a:extLst xmlns:a="http://schemas.openxmlformats.org/drawingml/2006/main">
              <a:ext uri="{FF2B5EF4-FFF2-40B4-BE49-F238E27FC236}">
                <a16:creationId xmlns:a16="http://schemas.microsoft.com/office/drawing/2014/main" id="{391A7F44-41D9-4C2C-88FD-E46616DB2DE7}"/>
              </a:ext>
            </a:extLst>
          </p:cNvPr>
          <p:cNvSpPr>
            <a:spLocks xmlns:a="http://schemas.openxmlformats.org/drawingml/2006/main" noGrp="1"/>
          </p:cNvSpPr>
          <p:nvPr/>
        </p:nvSpPr>
        <p:spPr>
          <a:xfrm xmlns:a="http://schemas.openxmlformats.org/drawingml/2006/main">
            <a:off x="4762500" y="23431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tracefs mount missing on affected kernels</a:t>
            </a:r>
          </a:p>
        </p:txBody>
      </p:sp>
      <p:sp>
        <p:nvSpPr>
          <p:cNvPr id="7" name="Rectangle 6">
            <a:extLst xmlns:a="http://schemas.openxmlformats.org/drawingml/2006/main">
              <a:ext uri="{FF2B5EF4-FFF2-40B4-BE49-F238E27FC236}">
                <a16:creationId xmlns:a16="http://schemas.microsoft.com/office/drawing/2014/main" id="{61F7E82D-BB4C-4152-9B59-DE43B3E5835F}"/>
              </a:ext>
            </a:extLst>
          </p:cNvPr>
          <p:cNvSpPr>
            <a:spLocks xmlns:a="http://schemas.openxmlformats.org/drawingml/2006/main" noGrp="1"/>
          </p:cNvSpPr>
          <p:nvPr/>
        </p:nvSpPr>
        <p:spPr>
          <a:xfrm xmlns:a="http://schemas.openxmlformats.org/drawingml/2006/main">
            <a:off x="704850" y="29718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1A022AE0-D7F1-4657-B87C-172F6A75F1CD}"/>
              </a:ext>
            </a:extLst>
          </p:cNvPr>
          <p:cNvSpPr>
            <a:spLocks xmlns:a="http://schemas.openxmlformats.org/drawingml/2006/main" noGrp="1"/>
          </p:cNvSpPr>
          <p:nvPr/>
        </p:nvSpPr>
        <p:spPr>
          <a:xfrm xmlns:a="http://schemas.openxmlformats.org/drawingml/2006/main">
            <a:off x="704850" y="32575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Traffic healthy, traces missing</a:t>
            </a:r>
          </a:p>
        </p:txBody>
      </p:sp>
      <p:sp>
        <p:nvSpPr>
          <p:cNvPr id="9" name="Rectangle 8">
            <a:extLst xmlns:a="http://schemas.openxmlformats.org/drawingml/2006/main">
              <a:ext uri="{FF2B5EF4-FFF2-40B4-BE49-F238E27FC236}">
                <a16:creationId xmlns:a16="http://schemas.microsoft.com/office/drawing/2014/main" id="{029BA163-5567-49D7-B1E2-E102CFE84D6C}"/>
              </a:ext>
            </a:extLst>
          </p:cNvPr>
          <p:cNvSpPr>
            <a:spLocks xmlns:a="http://schemas.openxmlformats.org/drawingml/2006/main" noGrp="1"/>
          </p:cNvSpPr>
          <p:nvPr/>
        </p:nvSpPr>
        <p:spPr>
          <a:xfrm xmlns:a="http://schemas.openxmlformats.org/drawingml/2006/main">
            <a:off x="4762500" y="32575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coverage, loss, exporter, or queue problem</a:t>
            </a:r>
          </a:p>
        </p:txBody>
      </p:sp>
      <p:sp>
        <p:nvSpPr>
          <p:cNvPr id="10" name="Rectangle 9">
            <a:extLst xmlns:a="http://schemas.openxmlformats.org/drawingml/2006/main">
              <a:ext uri="{FF2B5EF4-FFF2-40B4-BE49-F238E27FC236}">
                <a16:creationId xmlns:a16="http://schemas.microsoft.com/office/drawing/2014/main" id="{36432816-7270-4F8D-A86B-96323A4C3C64}"/>
              </a:ext>
            </a:extLst>
          </p:cNvPr>
          <p:cNvSpPr>
            <a:spLocks xmlns:a="http://schemas.openxmlformats.org/drawingml/2006/main" noGrp="1"/>
          </p:cNvSpPr>
          <p:nvPr/>
        </p:nvSpPr>
        <p:spPr>
          <a:xfrm xmlns:a="http://schemas.openxmlformats.org/drawingml/2006/main">
            <a:off x="704850" y="38862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07DEE192-030E-4C63-A9F0-16A01CCC2594}"/>
              </a:ext>
            </a:extLst>
          </p:cNvPr>
          <p:cNvSpPr>
            <a:spLocks xmlns:a="http://schemas.openxmlformats.org/drawingml/2006/main" noGrp="1"/>
          </p:cNvSpPr>
          <p:nvPr/>
        </p:nvSpPr>
        <p:spPr>
          <a:xfrm xmlns:a="http://schemas.openxmlformats.org/drawingml/2006/main">
            <a:off x="704850" y="41719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Hubble lost events rise</a:t>
            </a:r>
          </a:p>
        </p:txBody>
      </p:sp>
      <p:sp>
        <p:nvSpPr>
          <p:cNvPr id="12" name="Rectangle 11">
            <a:extLst xmlns:a="http://schemas.openxmlformats.org/drawingml/2006/main">
              <a:ext uri="{FF2B5EF4-FFF2-40B4-BE49-F238E27FC236}">
                <a16:creationId xmlns:a16="http://schemas.microsoft.com/office/drawing/2014/main" id="{7370FFF2-3ED6-4C3A-86B4-746523C00575}"/>
              </a:ext>
            </a:extLst>
          </p:cNvPr>
          <p:cNvSpPr>
            <a:spLocks xmlns:a="http://schemas.openxmlformats.org/drawingml/2006/main" noGrp="1"/>
          </p:cNvSpPr>
          <p:nvPr/>
        </p:nvSpPr>
        <p:spPr>
          <a:xfrm xmlns:a="http://schemas.openxmlformats.org/drawingml/2006/main">
            <a:off x="4762500" y="41719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event volume or consumer capacity problem</a:t>
            </a:r>
          </a:p>
        </p:txBody>
      </p:sp>
      <p:sp>
        <p:nvSpPr>
          <p:cNvPr id="13" name="Rectangle 12">
            <a:extLst xmlns:a="http://schemas.openxmlformats.org/drawingml/2006/main">
              <a:ext uri="{FF2B5EF4-FFF2-40B4-BE49-F238E27FC236}">
                <a16:creationId xmlns:a16="http://schemas.microsoft.com/office/drawing/2014/main" id="{DE124862-6752-4B9A-A585-671E22DE93DE}"/>
              </a:ext>
            </a:extLst>
          </p:cNvPr>
          <p:cNvSpPr>
            <a:spLocks xmlns:a="http://schemas.openxmlformats.org/drawingml/2006/main" noGrp="1"/>
          </p:cNvSpPr>
          <p:nvPr/>
        </p:nvSpPr>
        <p:spPr>
          <a:xfrm xmlns:a="http://schemas.openxmlformats.org/drawingml/2006/main">
            <a:off x="704850" y="48006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D1BC665E-786D-450B-8DA1-41FADD2FE3D9}"/>
              </a:ext>
            </a:extLst>
          </p:cNvPr>
          <p:cNvSpPr>
            <a:spLocks xmlns:a="http://schemas.openxmlformats.org/drawingml/2006/main" noGrp="1"/>
          </p:cNvSpPr>
          <p:nvPr/>
        </p:nvSpPr>
        <p:spPr>
          <a:xfrm xmlns:a="http://schemas.openxmlformats.org/drawingml/2006/main">
            <a:off x="704850" y="50863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Series count accelerates</a:t>
            </a:r>
          </a:p>
        </p:txBody>
      </p:sp>
      <p:sp>
        <p:nvSpPr>
          <p:cNvPr id="15" name="Rectangle 14">
            <a:extLst xmlns:a="http://schemas.openxmlformats.org/drawingml/2006/main">
              <a:ext uri="{FF2B5EF4-FFF2-40B4-BE49-F238E27FC236}">
                <a16:creationId xmlns:a16="http://schemas.microsoft.com/office/drawing/2014/main" id="{4AABD6C3-BC2A-444C-A465-1CA0388CD24D}"/>
              </a:ext>
            </a:extLst>
          </p:cNvPr>
          <p:cNvSpPr>
            <a:spLocks xmlns:a="http://schemas.openxmlformats.org/drawingml/2006/main" noGrp="1"/>
          </p:cNvSpPr>
          <p:nvPr/>
        </p:nvSpPr>
        <p:spPr>
          <a:xfrm xmlns:a="http://schemas.openxmlformats.org/drawingml/2006/main">
            <a:off x="4762500" y="50863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route or workload label cardinality</a:t>
            </a:r>
          </a:p>
        </p:txBody>
      </p:sp>
      <p:sp>
        <p:nvSpPr>
          <p:cNvPr id="16" name="Rectangle 15">
            <a:extLst xmlns:a="http://schemas.openxmlformats.org/drawingml/2006/main">
              <a:ext uri="{FF2B5EF4-FFF2-40B4-BE49-F238E27FC236}">
                <a16:creationId xmlns:a16="http://schemas.microsoft.com/office/drawing/2014/main" id="{0E0A2586-884B-46E8-A1F6-A5FA243B5CDC}"/>
              </a:ext>
            </a:extLst>
          </p:cNvPr>
          <p:cNvSpPr>
            <a:spLocks xmlns:a="http://schemas.openxmlformats.org/drawingml/2006/main" noGrp="1"/>
          </p:cNvSpPr>
          <p:nvPr/>
        </p:nvSpPr>
        <p:spPr>
          <a:xfrm xmlns:a="http://schemas.openxmlformats.org/drawingml/2006/main">
            <a:off x="704850" y="57150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2144094207"/>
      </p:ext>
    </p:extLst>
  </p:cSld>
</p:sld>
</file>

<file path=ppt/slides/slide3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EDA138CB-AF2D-4EA0-BDDD-BF610034F744}"/>
              </a:ext>
            </a:extLst>
          </p:cNvPr>
          <p:cNvSpPr>
            <a:spLocks xmlns:a="http://schemas.openxmlformats.org/drawingml/2006/main" noGrp="1"/>
          </p:cNvSpPr>
          <p:nvPr/>
        </p:nvSpPr>
        <p:spPr>
          <a:xfrm xmlns:a="http://schemas.openxmlformats.org/drawingml/2006/main">
            <a:off x="0" y="0"/>
            <a:ext cx="9525" cy="952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1900850316"/>
      </p:ext>
    </p:extLst>
  </p:cSld>
</p:sld>
</file>

<file path=ppt/theme/theme1.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2026-09-27T17:17:35.4140000Z</dcterms:created>
  <dcterms:modified xsi:type="dcterms:W3CDTF">2026-09-27T17:17:35.4140000Z</dcterms:modified>
</coreProperties>
</file>