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authors.xml" ContentType="application/vnd.ms-powerpoint.author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Default Extension="mp4" ContentType="video/mp4"/>
</Types>
</file>

<file path=_rels/.rels>&#65279;<?xml version="1.0" encoding="utf-8"?><Relationships xmlns="http://schemas.openxmlformats.org/package/2006/relationships"><Relationship Type="http://schemas.openxmlformats.org/package/2006/relationships/metadata/core-properties" Target="/docProps/core.xml" Id="R14c96e745ba54a1c" /><Relationship Type="http://schemas.openxmlformats.org/officeDocument/2006/relationships/extended-properties" Target="/docProps/app.xml" Id="R14cd0352b206449d" /><Relationship Type="http://schemas.openxmlformats.org/officeDocument/2006/relationships/officeDocument" Target="/ppt/presentation.xml" Id="Re251fb605a104b8f"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95debdf6ebe94182"/>
  </p:sldMasterIdLst>
  <p:notesMasterIdLst>
    <p:notesMasterId xmlns:r="http://schemas.openxmlformats.org/officeDocument/2006/relationships" r:id="R71c1cb8ededd452a"/>
  </p:notesMasterIdLst>
  <p:sldIdLst>
    <p:sldId xmlns:r="http://schemas.openxmlformats.org/officeDocument/2006/relationships" id="256" r:id="R860fb489cf584a55"/>
    <p:sldId xmlns:r="http://schemas.openxmlformats.org/officeDocument/2006/relationships" id="257" r:id="Rb85aef5899f148b3"/>
    <p:sldId xmlns:r="http://schemas.openxmlformats.org/officeDocument/2006/relationships" id="258" r:id="R5822928ff77241ad"/>
    <p:sldId xmlns:r="http://schemas.openxmlformats.org/officeDocument/2006/relationships" id="259" r:id="R18bbd3ffc2fd434e"/>
    <p:sldId xmlns:r="http://schemas.openxmlformats.org/officeDocument/2006/relationships" id="260" r:id="R807217aaaee74ef0"/>
    <p:sldId xmlns:r="http://schemas.openxmlformats.org/officeDocument/2006/relationships" id="261" r:id="R18423da680914e47"/>
    <p:sldId xmlns:r="http://schemas.openxmlformats.org/officeDocument/2006/relationships" id="262" r:id="R640cc167b83c4779"/>
    <p:sldId xmlns:r="http://schemas.openxmlformats.org/officeDocument/2006/relationships" id="263" r:id="R6ae42933999e4bdb"/>
    <p:sldId xmlns:r="http://schemas.openxmlformats.org/officeDocument/2006/relationships" id="264" r:id="R61dd353914b44521"/>
    <p:sldId xmlns:r="http://schemas.openxmlformats.org/officeDocument/2006/relationships" id="265" r:id="Rc723ee0820ec43ad"/>
    <p:sldId xmlns:r="http://schemas.openxmlformats.org/officeDocument/2006/relationships" id="266" r:id="Rfe1e437714334bb1"/>
    <p:sldId xmlns:r="http://schemas.openxmlformats.org/officeDocument/2006/relationships" id="267" r:id="R5de9463585a040af"/>
    <p:sldId xmlns:r="http://schemas.openxmlformats.org/officeDocument/2006/relationships" id="268" r:id="R97e19dd301e64096"/>
    <p:sldId xmlns:r="http://schemas.openxmlformats.org/officeDocument/2006/relationships" id="269" r:id="R1449057715e147bd"/>
    <p:sldId xmlns:r="http://schemas.openxmlformats.org/officeDocument/2006/relationships" id="270" r:id="Rd2302142fe884232"/>
    <p:sldId xmlns:r="http://schemas.openxmlformats.org/officeDocument/2006/relationships" id="271" r:id="Rd9be32af9a6944d6"/>
    <p:sldId xmlns:r="http://schemas.openxmlformats.org/officeDocument/2006/relationships" id="272" r:id="R0f71c16b509c471f"/>
    <p:sldId xmlns:r="http://schemas.openxmlformats.org/officeDocument/2006/relationships" id="273" r:id="R175dc15a3c74479e"/>
    <p:sldId xmlns:r="http://schemas.openxmlformats.org/officeDocument/2006/relationships" id="274" r:id="R4e4030304ce948d8"/>
    <p:sldId xmlns:r="http://schemas.openxmlformats.org/officeDocument/2006/relationships" id="275" r:id="R6705b9db64354653"/>
    <p:sldId xmlns:r="http://schemas.openxmlformats.org/officeDocument/2006/relationships" id="276" r:id="R885404a6b0c74979"/>
    <p:sldId xmlns:r="http://schemas.openxmlformats.org/officeDocument/2006/relationships" id="277" r:id="R37ee5141b27945c8"/>
    <p:sldId xmlns:r="http://schemas.openxmlformats.org/officeDocument/2006/relationships" id="278" r:id="R05cef0da93ff4cf1"/>
    <p:sldId xmlns:r="http://schemas.openxmlformats.org/officeDocument/2006/relationships" id="279" r:id="R6a919bb57c8f4c44"/>
    <p:sldId xmlns:r="http://schemas.openxmlformats.org/officeDocument/2006/relationships" id="280" r:id="R21b4feba51a54e2c"/>
    <p:sldId xmlns:r="http://schemas.openxmlformats.org/officeDocument/2006/relationships" id="281" r:id="R04458e9a33184aec"/>
    <p:sldId xmlns:r="http://schemas.openxmlformats.org/officeDocument/2006/relationships" id="282" r:id="R4d009bc793374ddf"/>
    <p:sldId xmlns:r="http://schemas.openxmlformats.org/officeDocument/2006/relationships" id="283" r:id="Rf469aaa7ba3d4a6a"/>
    <p:sldId xmlns:r="http://schemas.openxmlformats.org/officeDocument/2006/relationships" id="284" r:id="R3db33982d5674274"/>
    <p:sldId xmlns:r="http://schemas.openxmlformats.org/officeDocument/2006/relationships" id="285" r:id="R001528ba98c7408a"/>
    <p:sldId xmlns:r="http://schemas.openxmlformats.org/officeDocument/2006/relationships" id="286" r:id="R216f416d351241f1"/>
    <p:sldId xmlns:r="http://schemas.openxmlformats.org/officeDocument/2006/relationships" id="287" r:id="R2797f85583ee482b"/>
    <p:sldId xmlns:r="http://schemas.openxmlformats.org/officeDocument/2006/relationships" id="288" r:id="Rb928c2e4aabf4633"/>
    <p:sldId xmlns:r="http://schemas.openxmlformats.org/officeDocument/2006/relationships" id="289" r:id="Rcac399c75a17491f"/>
  </p:sldIdLst>
  <p:sldSz cx="12192000" cy="6858000"/>
  <p:notesSz cx="6858000" cy="9144000"/>
  <p:embeddedFontLst>
    <p:embeddedFont>
      <p:font typeface="CiscoSansTT"/>
      <p:regular xmlns:r="http://schemas.openxmlformats.org/officeDocument/2006/relationships" r:id="R348363035f06455a"/>
      <p:bold xmlns:r="http://schemas.openxmlformats.org/officeDocument/2006/relationships" r:id="R1ca2a143bb594de2"/>
      <p:italic xmlns:r="http://schemas.openxmlformats.org/officeDocument/2006/relationships" r:id="Rd6e76c914cc942db"/>
      <p:boldItalic xmlns:r="http://schemas.openxmlformats.org/officeDocument/2006/relationships" r:id="R741509fea3804fa5"/>
    </p:embeddedFont>
    <p:embeddedFont>
      <p:font typeface="CiscoSansTT Medium"/>
      <p:regular xmlns:r="http://schemas.openxmlformats.org/officeDocument/2006/relationships" r:id="R8f335b86dac74d6e"/>
      <p:italic xmlns:r="http://schemas.openxmlformats.org/officeDocument/2006/relationships" r:id="Rf1aa4e6ca275496b"/>
    </p:embeddedFont>
  </p:embeddedFontLst>
</p:presentation>
</file>

<file path=ppt/authors.xml><?xml version="1.0" encoding="utf-8"?>
<p188:authorLst xmlns:p188="http://schemas.microsoft.com/office/powerpoint/2018/8/main">
  <p188:author id="{00000000-0000-0000-0000-000000000000}" name="Author" initials="A" userId="Author" providerId="AD"/>
</p188:authorLst>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195a8437c1d4d06" /><Relationship Type="http://schemas.openxmlformats.org/officeDocument/2006/relationships/slideMaster" Target="/ppt/slideMasters/slideMaster1.xml" Id="R95debdf6ebe94182" /><Relationship Type="http://schemas.openxmlformats.org/officeDocument/2006/relationships/notesMaster" Target="/ppt/notesMasters/notesMaster1.xml" Id="R71c1cb8ededd452a" /><Relationship Type="http://schemas.openxmlformats.org/officeDocument/2006/relationships/presProps" Target="/ppt/presProps.xml" Id="Rd550f6c0afff471b" /><Relationship Type="http://schemas.openxmlformats.org/officeDocument/2006/relationships/viewProps" Target="/ppt/viewProps.xml" Id="Ra9ab577c99274e07" /><Relationship Type="http://schemas.openxmlformats.org/officeDocument/2006/relationships/tableStyles" Target="/ppt/tableStyles.xml" Id="Rf6420e74fc9b4a89" /><Relationship Type="http://schemas.openxmlformats.org/officeDocument/2006/relationships/font" Target="/ppt/fonts/font.dat" Id="R348363035f06455a" /><Relationship Type="http://schemas.openxmlformats.org/officeDocument/2006/relationships/font" Target="/ppt/fonts/font2.dat" Id="R1ca2a143bb594de2" /><Relationship Type="http://schemas.openxmlformats.org/officeDocument/2006/relationships/font" Target="/ppt/fonts/font3.dat" Id="Rd6e76c914cc942db" /><Relationship Type="http://schemas.openxmlformats.org/officeDocument/2006/relationships/font" Target="/ppt/fonts/font4.dat" Id="R741509fea3804fa5" /><Relationship Type="http://schemas.openxmlformats.org/officeDocument/2006/relationships/font" Target="/ppt/fonts/font5.dat" Id="R8f335b86dac74d6e" /><Relationship Type="http://schemas.openxmlformats.org/officeDocument/2006/relationships/font" Target="/ppt/fonts/font6.dat" Id="Rf1aa4e6ca275496b" /><Relationship Type="http://schemas.microsoft.com/office/2018/10/relationships/authors" Target="/ppt/authors.xml" Id="R6d2372635ea4447e" /><Relationship Type="http://schemas.openxmlformats.org/officeDocument/2006/relationships/slide" Target="/ppt/slides/slide1.xml" Id="R860fb489cf584a55" /><Relationship Type="http://schemas.openxmlformats.org/officeDocument/2006/relationships/slide" Target="/ppt/slides/slide2.xml" Id="Rb85aef5899f148b3" /><Relationship Type="http://schemas.openxmlformats.org/officeDocument/2006/relationships/slide" Target="/ppt/slides/slide3.xml" Id="R5822928ff77241ad" /><Relationship Type="http://schemas.openxmlformats.org/officeDocument/2006/relationships/slide" Target="/ppt/slides/slide4.xml" Id="R18bbd3ffc2fd434e" /><Relationship Type="http://schemas.openxmlformats.org/officeDocument/2006/relationships/slide" Target="/ppt/slides/slide5.xml" Id="R807217aaaee74ef0" /><Relationship Type="http://schemas.openxmlformats.org/officeDocument/2006/relationships/slide" Target="/ppt/slides/slide6.xml" Id="R18423da680914e47" /><Relationship Type="http://schemas.openxmlformats.org/officeDocument/2006/relationships/slide" Target="/ppt/slides/slide7.xml" Id="R640cc167b83c4779" /><Relationship Type="http://schemas.openxmlformats.org/officeDocument/2006/relationships/slide" Target="/ppt/slides/slide8.xml" Id="R6ae42933999e4bdb" /><Relationship Type="http://schemas.openxmlformats.org/officeDocument/2006/relationships/slide" Target="/ppt/slides/slide9.xml" Id="R61dd353914b44521" /><Relationship Type="http://schemas.openxmlformats.org/officeDocument/2006/relationships/slide" Target="/ppt/slides/slide10.xml" Id="Rc723ee0820ec43ad" /><Relationship Type="http://schemas.openxmlformats.org/officeDocument/2006/relationships/slide" Target="/ppt/slides/slide11.xml" Id="Rfe1e437714334bb1" /><Relationship Type="http://schemas.openxmlformats.org/officeDocument/2006/relationships/slide" Target="/ppt/slides/slide12.xml" Id="R5de9463585a040af" /><Relationship Type="http://schemas.openxmlformats.org/officeDocument/2006/relationships/slide" Target="/ppt/slides/slide13.xml" Id="R97e19dd301e64096" /><Relationship Type="http://schemas.openxmlformats.org/officeDocument/2006/relationships/slide" Target="/ppt/slides/slide14.xml" Id="R1449057715e147bd" /><Relationship Type="http://schemas.openxmlformats.org/officeDocument/2006/relationships/slide" Target="/ppt/slides/slide15.xml" Id="Rd2302142fe884232" /><Relationship Type="http://schemas.openxmlformats.org/officeDocument/2006/relationships/slide" Target="/ppt/slides/slide16.xml" Id="Rd9be32af9a6944d6" /><Relationship Type="http://schemas.openxmlformats.org/officeDocument/2006/relationships/slide" Target="/ppt/slides/slide17.xml" Id="R0f71c16b509c471f" /><Relationship Type="http://schemas.openxmlformats.org/officeDocument/2006/relationships/slide" Target="/ppt/slides/slide18.xml" Id="R175dc15a3c74479e" /><Relationship Type="http://schemas.openxmlformats.org/officeDocument/2006/relationships/slide" Target="/ppt/slides/slide19.xml" Id="R4e4030304ce948d8" /><Relationship Type="http://schemas.openxmlformats.org/officeDocument/2006/relationships/slide" Target="/ppt/slides/slide20.xml" Id="R6705b9db64354653" /><Relationship Type="http://schemas.openxmlformats.org/officeDocument/2006/relationships/slide" Target="/ppt/slides/slide21.xml" Id="R885404a6b0c74979" /><Relationship Type="http://schemas.openxmlformats.org/officeDocument/2006/relationships/slide" Target="/ppt/slides/slide22.xml" Id="R37ee5141b27945c8" /><Relationship Type="http://schemas.openxmlformats.org/officeDocument/2006/relationships/slide" Target="/ppt/slides/slide23.xml" Id="R05cef0da93ff4cf1" /><Relationship Type="http://schemas.openxmlformats.org/officeDocument/2006/relationships/slide" Target="/ppt/slides/slide24.xml" Id="R6a919bb57c8f4c44" /><Relationship Type="http://schemas.openxmlformats.org/officeDocument/2006/relationships/slide" Target="/ppt/slides/slide25.xml" Id="R21b4feba51a54e2c" /><Relationship Type="http://schemas.openxmlformats.org/officeDocument/2006/relationships/slide" Target="/ppt/slides/slide26.xml" Id="R04458e9a33184aec" /><Relationship Type="http://schemas.openxmlformats.org/officeDocument/2006/relationships/slide" Target="/ppt/slides/slide27.xml" Id="R4d009bc793374ddf" /><Relationship Type="http://schemas.openxmlformats.org/officeDocument/2006/relationships/slide" Target="/ppt/slides/slide28.xml" Id="Rf469aaa7ba3d4a6a" /><Relationship Type="http://schemas.openxmlformats.org/officeDocument/2006/relationships/slide" Target="/ppt/slides/slide29.xml" Id="R3db33982d5674274" /><Relationship Type="http://schemas.openxmlformats.org/officeDocument/2006/relationships/slide" Target="/ppt/slides/slide30.xml" Id="R001528ba98c7408a" /><Relationship Type="http://schemas.openxmlformats.org/officeDocument/2006/relationships/slide" Target="/ppt/slides/slide31.xml" Id="R216f416d351241f1" /><Relationship Type="http://schemas.openxmlformats.org/officeDocument/2006/relationships/slide" Target="/ppt/slides/slide32.xml" Id="R2797f85583ee482b" /><Relationship Type="http://schemas.openxmlformats.org/officeDocument/2006/relationships/slide" Target="/ppt/slides/slide33.xml" Id="Rb928c2e4aabf4633" /><Relationship Type="http://schemas.openxmlformats.org/officeDocument/2006/relationships/slide" Target="/ppt/slides/slide34.xml" Id="Rcac399c75a17491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e70db915ba47d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3dbe6300274bff" /><Relationship Type="http://schemas.openxmlformats.org/officeDocument/2006/relationships/notesMaster" Target="/ppt/notesMasters/notesMaster1.xml" Id="Rffd73a712c904b42" /></Relationships>
</file>

<file path=ppt/notesSlides/_rels/notesSlide2.xml.rels>&#65279;<?xml version="1.0" encoding="utf-8"?><Relationships xmlns="http://schemas.openxmlformats.org/package/2006/relationships"><Relationship Type="http://schemas.openxmlformats.org/officeDocument/2006/relationships/slide" Target="/ppt/slides/slide2.xml" Id="Rec0d393cf7a04e2c" /><Relationship Type="http://schemas.openxmlformats.org/officeDocument/2006/relationships/notesMaster" Target="/ppt/notesMasters/notesMaster1.xml" Id="R32ac24432eea4b7c" /></Relationships>
</file>

<file path=ppt/notesSlides/_rels/notesSlide3.xml.rels>&#65279;<?xml version="1.0" encoding="utf-8"?><Relationships xmlns="http://schemas.openxmlformats.org/package/2006/relationships"><Relationship Type="http://schemas.openxmlformats.org/officeDocument/2006/relationships/slide" Target="/ppt/slides/slide3.xml" Id="R7055021f31c74caa" /><Relationship Type="http://schemas.openxmlformats.org/officeDocument/2006/relationships/notesMaster" Target="/ppt/notesMasters/notesMaster1.xml" Id="R41c2cdd4a3b04f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69a30ed4b8425f" /><Relationship Type="http://schemas.openxmlformats.org/officeDocument/2006/relationships/notesMaster" Target="/ppt/notesMasters/notesMaster1.xml" Id="R4f4e0f47fb5c43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50628a692c84f52" /><Relationship Type="http://schemas.openxmlformats.org/officeDocument/2006/relationships/notesMaster" Target="/ppt/notesMasters/notesMaster1.xml" Id="R036db5484a8141d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48a6fb3656f4bc0" /><Relationship Type="http://schemas.openxmlformats.org/officeDocument/2006/relationships/notesMaster" Target="/ppt/notesMasters/notesMaster1.xml" Id="R8a74ed1bd8314c99" /></Relationships>
</file>

<file path=ppt/notesSlides/_rels/notesSlide7.xml.rels>&#65279;<?xml version="1.0" encoding="utf-8"?><Relationships xmlns="http://schemas.openxmlformats.org/package/2006/relationships"><Relationship Type="http://schemas.openxmlformats.org/officeDocument/2006/relationships/slide" Target="/ppt/slides/slide7.xml" Id="Rd17da2107e89478a" /><Relationship Type="http://schemas.openxmlformats.org/officeDocument/2006/relationships/notesMaster" Target="/ppt/notesMasters/notesMaster1.xml" Id="Ree40cdc4f5fa4017" /></Relationships>
</file>

<file path=ppt/notesSlides/_rels/notesSlide8.xml.rels>&#65279;<?xml version="1.0" encoding="utf-8"?><Relationships xmlns="http://schemas.openxmlformats.org/package/2006/relationships"><Relationship Type="http://schemas.openxmlformats.org/officeDocument/2006/relationships/slide" Target="/ppt/slides/slide8.xml" Id="Rb16328cd88004719" /><Relationship Type="http://schemas.openxmlformats.org/officeDocument/2006/relationships/notesMaster" Target="/ppt/notesMasters/notesMaster1.xml" Id="R2b0159cd56b746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3b46aabd2b8f4a7c" /><Relationship Type="http://schemas.openxmlformats.org/officeDocument/2006/relationships/notesMaster" Target="/ppt/notesMasters/notesMaster1.xml" Id="R7cc4be27b7ca48a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4676b13114461a" /><Relationship Type="http://schemas.openxmlformats.org/officeDocument/2006/relationships/notesMaster" Target="/ppt/notesMasters/notesMaster1.xml" Id="R3e0cb27d094449f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6de20a5fc64717" /><Relationship Type="http://schemas.openxmlformats.org/officeDocument/2006/relationships/notesMaster" Target="/ppt/notesMasters/notesMaster1.xml" Id="Rf6f079c9bea147f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8ee6883bfc4cb1" /><Relationship Type="http://schemas.openxmlformats.org/officeDocument/2006/relationships/notesMaster" Target="/ppt/notesMasters/notesMaster1.xml" Id="Ra006150396294a7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fed23c3e384824" /><Relationship Type="http://schemas.openxmlformats.org/officeDocument/2006/relationships/notesMaster" Target="/ppt/notesMasters/notesMaster1.xml" Id="R80f61c4fb5fc42a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795dc64cf1746cf" /><Relationship Type="http://schemas.openxmlformats.org/officeDocument/2006/relationships/notesMaster" Target="/ppt/notesMasters/notesMaster1.xml" Id="R0cf2a081c779403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e659f1d559043cd" /><Relationship Type="http://schemas.openxmlformats.org/officeDocument/2006/relationships/notesMaster" Target="/ppt/notesMasters/notesMaster1.xml" Id="R9836d8aa4da94b2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f932d997274d4a" /><Relationship Type="http://schemas.openxmlformats.org/officeDocument/2006/relationships/notesMaster" Target="/ppt/notesMasters/notesMaster1.xml" Id="R1ba8b37092d34f4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366569f3b0f4c10" /><Relationship Type="http://schemas.openxmlformats.org/officeDocument/2006/relationships/notesMaster" Target="/ppt/notesMasters/notesMaster1.xml" Id="R5fa14498f8ed4e3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11ef17343794dc0" /><Relationship Type="http://schemas.openxmlformats.org/officeDocument/2006/relationships/notesMaster" Target="/ppt/notesMasters/notesMaster1.xml" Id="R4672605347914ac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e0654bdc0b3d4695" /><Relationship Type="http://schemas.openxmlformats.org/officeDocument/2006/relationships/notesMaster" Target="/ppt/notesMasters/notesMaster1.xml" Id="Raf6d0dc39afe47a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fc7f21e78fda4f16" /><Relationship Type="http://schemas.openxmlformats.org/officeDocument/2006/relationships/notesMaster" Target="/ppt/notesMasters/notesMaster1.xml" Id="Rbc86c76f796c414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70ac5523c24482d" /><Relationship Type="http://schemas.openxmlformats.org/officeDocument/2006/relationships/notesMaster" Target="/ppt/notesMasters/notesMaster1.xml" Id="R6a02acbb308241c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3a2933e6eae4105" /><Relationship Type="http://schemas.openxmlformats.org/officeDocument/2006/relationships/notesMaster" Target="/ppt/notesMasters/notesMaster1.xml" Id="R78b60c44dfe74d1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710335b4de24daf" /><Relationship Type="http://schemas.openxmlformats.org/officeDocument/2006/relationships/notesMaster" Target="/ppt/notesMasters/notesMaster1.xml" Id="R517d01f54b6344a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4b1bc6d9a544c4c" /><Relationship Type="http://schemas.openxmlformats.org/officeDocument/2006/relationships/notesMaster" Target="/ppt/notesMasters/notesMaster1.xml" Id="R79669e29fad748d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1bcf61ecd1b47aa" /><Relationship Type="http://schemas.openxmlformats.org/officeDocument/2006/relationships/notesMaster" Target="/ppt/notesMasters/notesMaster1.xml" Id="Rcaabb6bdfb63446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f858a9155d04452" /><Relationship Type="http://schemas.openxmlformats.org/officeDocument/2006/relationships/notesMaster" Target="/ppt/notesMasters/notesMaster1.xml" Id="R669bcfd0628b4a9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61743e1b2ca4884" /><Relationship Type="http://schemas.openxmlformats.org/officeDocument/2006/relationships/notesMaster" Target="/ppt/notesMasters/notesMaster1.xml" Id="Rc31d7268a92442a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dc30cb1440548a4" /><Relationship Type="http://schemas.openxmlformats.org/officeDocument/2006/relationships/notesMaster" Target="/ppt/notesMasters/notesMaster1.xml" Id="R8894d66eb84542e0"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47e2253bc1c42ba" /><Relationship Type="http://schemas.openxmlformats.org/officeDocument/2006/relationships/notesMaster" Target="/ppt/notesMasters/notesMaster1.xml" Id="R4d3d86e29b204eb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b634cf67555b4807" /><Relationship Type="http://schemas.openxmlformats.org/officeDocument/2006/relationships/notesMaster" Target="/ppt/notesMasters/notesMaster1.xml" Id="Ra32ae42310ab4e6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6d2fe408b3f4b12" /><Relationship Type="http://schemas.openxmlformats.org/officeDocument/2006/relationships/notesMaster" Target="/ppt/notesMasters/notesMaster1.xml" Id="R0b6fd0d233b34c1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ddc2baca9884685" /><Relationship Type="http://schemas.openxmlformats.org/officeDocument/2006/relationships/notesMaster" Target="/ppt/notesMasters/notesMaster1.xml" Id="R84f50da24c224f2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10621a29508746a5" /><Relationship Type="http://schemas.openxmlformats.org/officeDocument/2006/relationships/notesMaster" Target="/ppt/notesMasters/notesMaster1.xml" Id="R74bca289dd7447d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50f3909eb24640a3" /><Relationship Type="http://schemas.openxmlformats.org/officeDocument/2006/relationships/notesMaster" Target="/ppt/notesMasters/notesMaster1.xml" Id="Rbe5f6987fb8c48f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Open with the operator question: We already run Cilium. Can we add zero-code application telemetry without changing network behavior? Set the promise: attachment order, signal boundaries, and measured operational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45 seconds</a:t>
            </a:r>
          </a:p>
          <a:p xmlns:a="http://schemas.openxmlformats.org/drawingml/2006/main">
            <a:r>
              <a:t/>
            </a:r>
            <a:endParaRPr/>
          </a:p>
          <a:p xmlns:a="http://schemas.openxmlformats.org/drawingml/2006/main">
            <a:r>
              <a:t>First introduce OBI for attendees who have not used it. Then assign application evidence to OBI and network and policy evidence to Cilium and Hubble. The following sections cover coexistence, attachment order, the live demo, measured overhead, and rollout gates. The appendix holds version-specific configuration and troubleshooting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OBI stands for OpenTelemetry eBPF Instrumentation. It is a zero-code way to observe supported application requests. In this demo, an OBI DaemonSet runs on the Kubernetes worker nodes. It uses eBPF to observe application behavior from outside the application process, so the demo services do not need an SDK or source-code edits. Zero-code does not mean zero setup: OBI still needs the right node privileges, kernel support, and export configuration.</a:t>
            </a:r>
          </a:p>
          <a:p xmlns:a="http://schemas.openxmlformats.org/drawingml/2006/main">
            <a:r>
              <a:t/>
            </a:r>
          </a:p>
          <a:p xmlns:a="http://schemas.openxmlformats.org/drawingml/2006/main">
            <a:r>
              <a:t>Explain the output terms. A span records one operation, such as an HTTP server request or a client call to another service. A trace groups related spans into a request path. OBI also emits RED metrics: request rate, errors, and duration. Those signals answer application questions such as which route is slow, which service returned an error, and where the request spent time. Coverage depends on the language, library, and protocol OBI supports. Do not imply that it sees every operation in every application.</a:t>
            </a:r>
          </a:p>
          <a:p xmlns:a="http://schemas.openxmlformats.org/drawingml/2006/main">
            <a:r>
              <a:t/>
            </a:r>
          </a:p>
          <a:p xmlns:a="http://schemas.openxmlformats.org/drawingml/2006/main">
            <a:r>
              <a:t>Transition: now compare these application signals with the networking and policy evidence from Cilium and Hubble.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https://opentelemetry.io/docs/zero-code/obi/getting-started/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p>
          <a:p xmlns:a="http://schemas.openxmlformats.org/drawingml/2006/main">
            <a:r>
              <a:t>This slide divides the operational questions. OBI owns application-request evidence in this demo: route, status, latency, spans, and RED metrics. Cilium connects workloads and enforces network policy. Hubble, Cilium's observability layer, shows flows between workload identities, direction, ports, verdicts, and drop reasons. A Hubble flow and an OBI span are different records. Do not imply a one-to-one event match or a shared trace ID by default.</a:t>
            </a:r>
          </a:p>
          <a:p xmlns:a="http://schemas.openxmlformats.org/drawingml/2006/main">
            <a:r>
              <a:t/>
            </a:r>
          </a:p>
          <a:p xmlns:a="http://schemas.openxmlformats.org/drawingml/2006/main">
            <a:r>
              <a:t>For a practical correlation, choose a bounded time window and compare source and destination workloads, direction, and port. Use OBI to locate the slow or failed request, then use Hubble to check the corresponding network path and policy decision. Hubble can expose optional HTTP information when the relevant L7 visibility is enabled. OBI also offers optional network metrics. The ownership split here is a deliberate choice for the demo, not a claim that either project has only one type of telemetry.</a:t>
            </a:r>
          </a:p>
          <a:p xmlns:a="http://schemas.openxmlformats.org/drawingml/2006/main">
            <a:r>
              <a:t/>
            </a:r>
          </a:p>
          <a:p xmlns:a="http://schemas.openxmlformats.org/drawingml/2006/main">
            <a:r>
              <a:t>Transition: both products use eBPF, so the next section examines what happens when they attach on the same node.</a:t>
            </a:r>
          </a:p>
          <a:p xmlns:a="http://schemas.openxmlformats.org/drawingml/2006/main">
            <a:r>
              <a:t/>
            </a:r>
          </a:p>
          <a:p xmlns:a="http://schemas.openxmlformats.org/drawingml/2006/main">
            <a:r>
              <a:t>Sources:</a:t>
            </a:r>
          </a:p>
          <a:p xmlns:a="http://schemas.openxmlformats.org/drawingml/2006/main">
            <a:r>
              <a:t>- https://opentelemetry.io/docs/zero-code/obi/</a:t>
            </a:r>
          </a:p>
          <a:p xmlns:a="http://schemas.openxmlformats.org/drawingml/2006/main">
            <a:r>
              <a:t>- https://docs.cilium.io/en/stable/overview/intro/</a:t>
            </a:r>
          </a:p>
          <a:p xmlns:a="http://schemas.openxmlformats.org/drawingml/2006/main">
            <a:r>
              <a:t>- https://docs.cilium.io/en/stable/observability/hubble/</a:t>
            </a:r>
          </a:p>
          <a:p xmlns:a="http://schemas.openxmlformats.org/drawingml/2006/main">
            <a:r>
              <a:t>- https://docs.cilium.io/en/stable/observability/visibility/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The coexistence problem.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Ask the audience: What changes when both eBPF agents share a Kubernetes node? Cilium already handles networking and network policy. OBI adds zero-code application telemetry. Both may be healthy DaemonSets while their attachments change packet processing order or leave gaps in the evidence.</a:t>
            </a:r>
            <a:endParaRPr/>
          </a:p>
          <a:p xmlns:a="http://schemas.openxmlformats.org/drawingml/2006/main">
            <a:r>
              <a:t/>
            </a:r>
            <a:endParaRPr/>
          </a:p>
          <a:p xmlns:a="http://schemas.openxmlformats.org/drawingml/2006/main">
            <a:r>
              <a:t>Walk through the three checks on the slide. First, confirm packets still take the intended path. Second, verify that OBI produces application traces and metrics while Hubble reports the corresponding flows and policy verdicts. Third, measure incremental CPU, memory, and telemetry volume. The point is to verify coexistence, not merely that both agents started. Transition: let us look at the hooks they share.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Purpose:</a:t>
            </a:r>
          </a:p>
          <a:p xmlns:a="http://schemas.openxmlformats.org/drawingml/2006/main">
            <a:r>
              <a:t>Narrow the coexistence discussion to the one attachment surface that both systems can use on the same node.</a:t>
            </a:r>
          </a:p>
          <a:p xmlns:a="http://schemas.openxmlformats.org/drawingml/2006/main">
            <a:endParaRPr/>
          </a:p>
          <a:p xmlns:a="http://schemas.openxmlformats.org/drawingml/2006/main">
            <a:r>
              <a:t>Talk track:</a:t>
            </a:r>
          </a:p>
          <a:p xmlns:a="http://schemas.openxmlformats.org/drawingml/2006/main">
            <a:r>
              <a:t>1. Start with the two top boxes. OBI primarily observes application behavior through </a:t>
            </a:r>
            <a:r>
              <a:t>uprobes</a:t>
            </a:r>
            <a:r>
              <a:t>, </a:t>
            </a:r>
            <a:r>
              <a:t>kprobes</a:t>
            </a:r>
            <a:r>
              <a:t>, and socket filters. Cilium uses several </a:t>
            </a:r>
            <a:r>
              <a:t>datapath</a:t>
            </a:r>
            <a:r>
              <a:t> hooks, including XDP, </a:t>
            </a:r>
            <a:r>
              <a:t>cgroup</a:t>
            </a:r>
            <a:r>
              <a:t>, socket hooks, and traffic control. Those separate hook types do not compete with each other.</a:t>
            </a:r>
          </a:p>
          <a:p xmlns:a="http://schemas.openxmlformats.org/drawingml/2006/main">
            <a:r>
              <a:t>2. Follow the packet path through the host-side </a:t>
            </a:r>
            <a:r>
              <a:t>veth</a:t>
            </a:r>
            <a:r>
              <a:t>. This interface is where the two systems can meet.</a:t>
            </a:r>
          </a:p>
          <a:p xmlns:a="http://schemas.openxmlformats.org/drawingml/2006/main">
            <a:r>
              <a:t>3. When OBI enables TCP context propagation with </a:t>
            </a:r>
            <a:r>
              <a:t>context_propagation</a:t>
            </a:r>
            <a:r>
              <a:t> set to </a:t>
            </a:r>
            <a:r>
              <a:t>tcp</a:t>
            </a:r>
            <a:r>
              <a:t> or all, OBI attaches SCHED_CLS programs to TC ingress and egress. Cilium also uses SCHED_CLS programs on those paths for its </a:t>
            </a:r>
            <a:r>
              <a:t>datapath</a:t>
            </a:r>
            <a:r>
              <a:t>.</a:t>
            </a:r>
          </a:p>
          <a:p xmlns:a="http://schemas.openxmlformats.org/drawingml/2006/main">
            <a:r>
              <a:t>4. The dark area shows the complete coexistence problem: two programs, two directions, one host-side </a:t>
            </a:r>
            <a:r>
              <a:t>veth</a:t>
            </a:r>
            <a:r>
              <a:t>. The next slides explain direction and ordering.</a:t>
            </a:r>
          </a:p>
          <a:p xmlns:a="http://schemas.openxmlformats.org/drawingml/2006/main">
            <a:endParaRPr/>
          </a:p>
          <a:p xmlns:a="http://schemas.openxmlformats.org/drawingml/2006/main">
            <a:r>
              <a:t>Important precision:</a:t>
            </a:r>
          </a:p>
          <a:p xmlns:a="http://schemas.openxmlformats.org/drawingml/2006/main">
            <a:r>
              <a:t>OBI does not require this shared TC surface for every deployment. Setting </a:t>
            </a:r>
            <a:r>
              <a:t>context_propagation</a:t>
            </a:r>
            <a:r>
              <a:t> to headers disables TCP-level propagation and the related TC programs. Application metrics and local spans can still exist. Zero-code trace continuity across TLS cannot use OBI's TCP packet path in that mode.</a:t>
            </a:r>
          </a:p>
          <a:p xmlns:a="http://schemas.openxmlformats.org/drawingml/2006/main">
            <a:endParaRPr/>
          </a:p>
          <a:p xmlns:a="http://schemas.openxmlformats.org/drawingml/2006/main">
            <a:r>
              <a:t>Operator takeaway:</a:t>
            </a:r>
          </a:p>
          <a:p xmlns:a="http://schemas.openxmlformats.org/drawingml/2006/main">
            <a:r>
              <a:t>Operator checks should focus on the host-side </a:t>
            </a:r>
            <a:r>
              <a:t>veth</a:t>
            </a:r>
            <a:r>
              <a:t> ingress and egress chains, the active OBI propagation mode, and the actual attachment backend.</a:t>
            </a:r>
          </a:p>
          <a:p xmlns:a="http://schemas.openxmlformats.org/drawingml/2006/main">
            <a:endParaRPr/>
          </a:p>
          <a:p xmlns:a="http://schemas.openxmlformats.org/drawingml/2006/main">
            <a:r>
              <a:t>Transition:</a:t>
            </a:r>
          </a:p>
          <a:p xmlns:a="http://schemas.openxmlformats.org/drawingml/2006/main">
            <a:r>
              <a:t>Now that the shared surface is clear, the next slide explains why pod direction appears reversed at the host-side </a:t>
            </a:r>
            <a:r>
              <a:t>veth</a:t>
            </a:r>
            <a:r>
              <a:t>.</a:t>
            </a:r>
          </a:p>
          <a:p xmlns:a="http://schemas.openxmlformats.org/drawingml/2006/main">
            <a:endParaRPr/>
          </a:p>
          <a:p xmlns:a="http://schemas.openxmlformats.org/drawingml/2006/main">
            <a:r>
              <a:t>Sources:</a:t>
            </a:r>
          </a:p>
          <a:p xmlns:a="http://schemas.openxmlformats.org/drawingml/2006/main">
            <a:r>
              <a:t>- https://</a:t>
            </a:r>
            <a:r>
              <a:t>opentelemetry.io</a:t>
            </a:r>
            <a:r>
              <a:t>/docs/zero-code/obi/cilium-compatibility/</a:t>
            </a:r>
          </a:p>
          <a:p xmlns:a="http://schemas.openxmlformats.org/drawingml/2006/main">
            <a:r>
              <a:t>- https://</a:t>
            </a:r>
            <a:r>
              <a:t>opentelemetry.io</a:t>
            </a:r>
            <a:r>
              <a:t>/docs/zero-code/obi/configure/metrics-traces-attributes/</a:t>
            </a:r>
          </a:p>
          <a:p xmlns:a="http://schemas.openxmlformats.org/drawingml/2006/main">
            <a:r>
              <a:t>- https://</a:t>
            </a:r>
            <a:r>
              <a:t>docs.cilium.io</a:t>
            </a:r>
            <a:r>
              <a:t>/</a:t>
            </a:r>
            <a:r>
              <a:t>en</a:t>
            </a:r>
            <a:r>
              <a:t>/stable/reference-guides/</a:t>
            </a:r>
            <a:r>
              <a:t>bpf</a:t>
            </a:r>
            <a:r>
              <a:t>/</a:t>
            </a:r>
            <a:r>
              <a:t>progtypes</a:t>
            </a:r>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90 seconds</a:t>
            </a:r>
          </a:p>
          <a:p xmlns:a="http://schemas.openxmlformats.org/drawingml/2006/main">
            <a:r>
              <a:t/>
            </a:r>
            <a:endParaRPr/>
          </a:p>
          <a:p xmlns:a="http://schemas.openxmlformats.org/drawingml/2006/main">
            <a:r>
              <a:t>Purpose: identify the right interface and direction before discussing TC attachment order. An operator who inspects the egress hook for a pod's outgoing request may wrongly conclude that an OBI or Cilium program is missing.</a:t>
            </a:r>
          </a:p>
          <a:p xmlns:a="http://schemas.openxmlformats.org/drawingml/2006/main">
            <a:r>
              <a:t/>
            </a:r>
          </a:p>
          <a:p xmlns:a="http://schemas.openxmlformats.org/drawingml/2006/main">
            <a:r>
              <a:t>Plain-language explanation: a veth pair is a virtual cable between the pod and host. TC ingress and egress are named from the host-facing end of that cable. On the left, a packet leaves the source pod. The pod calls that egress, but the packet arrives at the host-side veth, so its TC hook is ingress. On the right, the host sends a packet into the destination pod. It leaves the host-side veth through TC egress, then the pod receives it as ingress.</a:t>
            </a:r>
            <a:endParaRPr/>
          </a:p>
          <a:p xmlns:a="http://schemas.openxmlformats.org/drawingml/2006/main">
            <a:r>
              <a:t/>
            </a:r>
          </a:p>
          <a:p xmlns:a="http://schemas.openxmlformats.org/drawingml/2006/main">
            <a:r>
              <a:t>For a pod-to-pod request in this veth-based demo, read source host-veth ingress first, then destination host-veth egress. The response runs in the reverse direction. Before verifying which program runs first, identify the actual host-side interface and hook. If OBI uses header-only context propagation, its TCP propagation TC programs are not on this shared path.</a:t>
            </a:r>
          </a:p>
          <a:p xmlns:a="http://schemas.openxmlformats.org/drawingml/2006/main">
            <a:r>
              <a:t/>
            </a:r>
          </a:p>
          <a:p xmlns:a="http://schemas.openxmlformats.org/drawingml/2006/main">
            <a:r>
              <a:t>Transition: now that we know which ingress or egress chain handles a packet, we can ask how OBI and Cilium are ordered within that chain.</a:t>
            </a:r>
          </a:p>
          <a:p xmlns:a="http://schemas.openxmlformats.org/drawingml/2006/main">
            <a:r>
              <a:t/>
            </a:r>
          </a:p>
          <a:p xmlns:a="http://schemas.openxmlformats.org/drawingml/2006/main">
            <a:r>
              <a:t>Sources:</a:t>
            </a:r>
            <a:endParaRPr/>
          </a:p>
          <a:p xmlns:a="http://schemas.openxmlformats.org/drawingml/2006/main">
            <a:r>
              <a:t>- https://docs.cilium.io/en/stable/reference-guides/bpf/progtypes/</a:t>
            </a:r>
          </a:p>
          <a:p xmlns:a="http://schemas.openxmlformats.org/drawingml/2006/main">
            <a:r>
              <a:t>- https://opentelemetry.io/docs/zero-code/obi/cilium-compatibility/</a:t>
            </a:r>
          </a:p>
          <a:p xmlns:a="http://schemas.openxmlformats.org/drawingml/2006/main">
            <a:r>
              <a:t>- https://opentelemetry.io/docs/zero-code/obi/configure/metrics-traces-attributes/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A classifier can change packet state or return a terminal result. This is why order affects visibility and trace continuity, not only overhead.</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Attachment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TCX entered upstream Linux in 6.6, but distributions can backport features. OBI v0.13.0 requests head and Cilium v1.20.2 requests tail. Confirm the live attach mode from Cilium status and OBI startup logs.</a:t>
            </a:r>
          </a:p>
          <a:p xmlns:a="http://schemas.openxmlformats.org/drawingml/2006/main">
            <a:endParaRPr/>
          </a:p>
          <a:p xmlns:a="http://schemas.openxmlformats.org/drawingml/2006/main">
            <a:r>
              <a:t>Sources:</a:t>
            </a:r>
          </a:p>
          <a:p xmlns:a="http://schemas.openxmlformats.org/drawingml/2006/main">
            <a:r>
              <a:t>- https://github.com/open-telemetry/opentelemetry-ebpf-instrumentation/blob/v0.13.0/pkg/internal/ebpf/tcmanager/tcxmanager.go</a:t>
            </a:r>
          </a:p>
          <a:p xmlns:a="http://schemas.openxmlformats.org/drawingml/2006/main">
            <a:r>
              <a:t>- https://github.com/cilium/cilium/blob/v1.20.2/pkg/datapath/loader/tcx.go</a:t>
            </a:r>
          </a:p>
          <a:p xmlns:a="http://schemas.openxmlformats.org/drawingml/2006/main">
            <a:r>
              <a:t>- https://github.com/torvalds/linux/blob/v6.6/kernel/bpf/tcx.c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about 2 minutes</a:t>
            </a:r>
          </a:p>
          <a:p xmlns:a="http://schemas.openxmlformats.org/drawingml/2006/main">
            <a:r>
              <a:t/>
            </a:r>
            <a:endParaRPr/>
          </a:p>
          <a:p xmlns:a="http://schemas.openxmlformats.org/drawingml/2006/main">
            <a:r>
              <a:t>On legacy Netlink TC, lower numeric priority runs first. In the recorded run, OBI v0.13.0 had optional network-flow collection enabled with network.source: tc. When Cilium also used priority 1, OBI's compatibility guard stopped OBI startup and logged that Cilium may clobber OBI. Do not generalize that result to app-only OBI: in this pinned version, the app-only run remained ready at Cilium priority 1. The guard is called when the optional TC network-flow feature is enabled.</a:t>
            </a:r>
          </a:p>
          <a:p xmlns:a="http://schemas.openxmlformats.org/drawingml/2006/main">
            <a:r>
              <a:t/>
            </a:r>
            <a:endParaRPr/>
          </a:p>
          <a:p xmlns:a="http://schemas.openxmlformats.org/drawingml/2006/main">
            <a:r>
              <a:t>In a fresh safe cluster, Cilium used bpf-filter-priority 2 and OBI used priority 1. The node's tc filter output showed OBI's ingress flow parser at pref 1 and Cilium's cil_from_container program at pref 2. OBI was ready and emitted an HTTP span for the nginx request. The next slide replays these actual outputs.</a:t>
            </a:r>
          </a:p>
          <a:p xmlns:a="http://schemas.openxmlformats.org/drawingml/2006/main">
            <a:r>
              <a:t/>
            </a:r>
          </a:p>
          <a:p xmlns:a="http://schemas.openxmlformats.org/drawingml/2006/main">
            <a:r>
              <a:t>Always pin versions, render configuration, and inspect the live attachment order on a Linux node. This experiment does not measure packet overhead or prove every application path.</a:t>
            </a:r>
          </a:p>
          <a:p xmlns:a="http://schemas.openxmlformats.org/drawingml/2006/main">
            <a:r>
              <a:t/>
            </a: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https://github.com/open-telemetry/opentelemetry-ebpf-instrumentation/blob/v0.13.0/pkg/obi/config.go</a:t>
            </a:r>
          </a:p>
          <a:p xmlns:a="http://schemas.openxmlformats.org/drawingml/2006/main">
            <a:r>
              <a:t>- https://github.com/open-telemetry/opentelemetry-ebpf-instrumentation/blob/v0.13.0/pkg/ebpf/tcmanager/cilium_support.go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r>
              <a:t/>
            </a:r>
            <a:endParaRPr/>
          </a:p>
          <a:p xmlns:a="http://schemas.openxmlformats.org/drawingml/2006/main">
            <a:r>
              <a:t>Click the video. It is a presentation replay of outputs captured from two fresh, isolated kind runs on 27 September 2026, not a continuous recording of one cluster being reconfigured live. Both runs used Cilium 1.20.2 with TCX disabled and OBI v0.13.0 with optional network.source: tc. Left: Cilium attached at TC pref 1. OBI logged 'detected Cilium TC with priority 1 - Cilium may clobber OBI' and had zero ready DaemonSet pods. The nginx request still returned HTTP 200, so the network was not shown to be broken. Right: a fresh cluster used Cilium priority 2. Node tc output showed OBI's ingress flow parser at pref 1, before Cilium at pref 2. OBI was ready and printed an HTTP 200 span. Point to the scope line: this is the optional TC network-flow mode. App-only OBI in this version did not reproduce the startup guard. The full capture JSON, configs, recording, and replay script are in the GitHub demo repository.</a:t>
            </a:r>
          </a:p>
          <a:p xmlns:a="http://schemas.openxmlformats.org/drawingml/2006/main">
            <a:r>
              <a:t/>
            </a:r>
            <a:endParaRPr/>
          </a:p>
          <a:p xmlns:a="http://schemas.openxmlformats.org/drawingml/2006/main">
            <a:r>
              <a:t>Sources:</a:t>
            </a:r>
          </a:p>
          <a:p xmlns:a="http://schemas.openxmlformats.org/drawingml/2006/main">
            <a:r>
              <a:t>- https://github.com/ajimenez1503/cilium-obi-demo/tree/main/evidence/legacy-priority-2026-09-27</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Introduce the runnable demo repository before showing the environment. The repository contains the kind setup, pinned Cilium and OBI values, Grafana dashboards, verification scripts, recordings, benchmark evidence, and the latest presentation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Purpose:</a:t>
            </a:r>
          </a:p>
          <a:p xmlns:a="http://schemas.openxmlformats.org/drawingml/2006/main">
            <a:r>
              <a:t>Show that Grafana receives telemetry from both eBPF systems while Hubble Relay remains available for individual flow records.</a:t>
            </a:r>
          </a:p>
          <a:p xmlns:a="http://schemas.openxmlformats.org/drawingml/2006/main">
            <a:endParaRPr/>
          </a:p>
          <a:p xmlns:a="http://schemas.openxmlformats.org/drawingml/2006/main">
            <a:r>
              <a:t>Talk track:</a:t>
            </a:r>
          </a:p>
          <a:p xmlns:a="http://schemas.openxmlformats.org/drawingml/2006/main">
            <a:r>
              <a:t>1. Follow the solid line across the top. The traffic generator calls edge-nginx, which calls recommendations-v2 and then recommendations-v1.</a:t>
            </a:r>
          </a:p>
          <a:p xmlns:a="http://schemas.openxmlformats.org/drawingml/2006/main">
            <a:r>
              <a:t>2. Follow the magenta path. OBI observes the applications and sends spans plus RED metrics directly to Grafana LGTM. Tempo stores the traces and Prometheus-compatible storage serves the metrics.</a:t>
            </a:r>
          </a:p>
          <a:p xmlns:a="http://schemas.openxmlformats.org/drawingml/2006/main">
            <a:r>
              <a:t>3. Follow the lower blue path. An OpenTelemetry Collector scrapes the Cilium agent Prometheus endpoint on port 9962 and the Hubble metrics endpoint on port 9965. The Collector sends those metrics to the same LGTM instance over OTLP/HTTP on port 4318.</a:t>
            </a:r>
          </a:p>
          <a:p xmlns:a="http://schemas.openxmlformats.org/drawingml/2006/main">
            <a:r>
              <a:t>4. Follow the blue path on the right. Hubble flow records and verdicts remain available through Hubble Relay, the CLI, and Hubble UI.</a:t>
            </a:r>
          </a:p>
          <a:p xmlns:a="http://schemas.openxmlformats.org/drawingml/2006/main">
            <a:endParaRPr/>
          </a:p>
          <a:p xmlns:a="http://schemas.openxmlformats.org/drawingml/2006/main">
            <a:r>
              <a:t>Important precision:</a:t>
            </a:r>
          </a:p>
          <a:p xmlns:a="http://schemas.openxmlformats.org/drawingml/2006/main">
            <a:r>
              <a:t>Grafana receives aggregated Cilium and Hubble Prometheus metrics, not the raw Hubble flow stream. Relay and Hubble UI provide per-flow evidence. The two views complement each other: Grafana shows rates, drops, resource use, and pipeline health over time, while Hubble shows the identities and verdict for a specific network exchange.</a:t>
            </a:r>
          </a:p>
          <a:p xmlns:a="http://schemas.openxmlformats.org/drawingml/2006/main">
            <a:endParaRPr/>
          </a:p>
          <a:p xmlns:a="http://schemas.openxmlformats.org/drawingml/2006/main">
            <a:r>
              <a:t>Operator takeaway:</a:t>
            </a:r>
          </a:p>
          <a:p xmlns:a="http://schemas.openxmlformats.org/drawingml/2006/main">
            <a:r>
              <a:t>Use one Grafana dashboard to compare OBI request behavior with Cilium and Hubble network metrics. Open Hubble UI when the aggregate metric points to a particular flow or policy decision.</a:t>
            </a:r>
          </a:p>
          <a:p xmlns:a="http://schemas.openxmlformats.org/drawingml/2006/main">
            <a:endParaRPr/>
          </a:p>
          <a:p xmlns:a="http://schemas.openxmlformats.org/drawingml/2006/main">
            <a:r>
              <a:t>Transition:</a:t>
            </a:r>
          </a:p>
          <a:p xmlns:a="http://schemas.openxmlformats.org/drawingml/2006/main">
            <a:r>
              <a:t>The next step proves that both systems attached correctly before using either telemetry view.</a:t>
            </a:r>
          </a:p>
          <a:p xmlns:a="http://schemas.openxmlformats.org/drawingml/2006/main">
            <a:endParaRPr/>
          </a:p>
          <a:p xmlns:a="http://schemas.openxmlformats.org/drawingml/2006/main">
            <a:r>
              <a:t>Sources:</a:t>
            </a:r>
          </a:p>
          <a:p xmlns:a="http://schemas.openxmlformats.org/drawingml/2006/main">
            <a:r>
              <a:t>- https://github.com/open-telemetry/opentelemetry-ebpf-instrumentation/tree/main/examples/nginx</a:t>
            </a:r>
          </a:p>
          <a:p xmlns:a="http://schemas.openxmlformats.org/drawingml/2006/main">
            <a:r>
              <a:t>- https://docs.cilium.io/en/stable/installation/kind/</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Click the video to play. This is a fresh run of demo/verify.sh against the local kind cluster. Pause on four checks: Cilium reports TCX, the cilium-config readback says enable-tcx=true, OBI v0.13.0 is ready on both workers, and the startup logs contain no attachment, capability, tracefs, or context-propagation errors. The point is that a Running DaemonSet is not enough. Verify the actual attachment decision before trusting either telemetry stream.</a:t>
            </a:r>
          </a:p>
          <a:p xmlns:a="http://schemas.openxmlformats.org/drawingml/2006/main">
            <a:endParaRPr/>
          </a:p>
          <a:p xmlns:a="http://schemas.openxmlformats.org/drawingml/2006/main">
            <a:r>
              <a:t>Sources:</a:t>
            </a:r>
          </a:p>
          <a:p xmlns:a="http://schemas.openxmlformats.org/drawingml/2006/main">
            <a:r>
              <a:t>- https://opentelemetry.io/docs/zero-code/obi/cilium-compatibility/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starts in the consolidated Grafana dashboard, where OBI request metrics sit beside Cilium and Hubble Prometheus metrics. It then opens Hubble UI for the same workload and request window. In Grafana, explain application rate, errors, and latency together with network flow rate and drops. In Hubble, follow edge-nginx to recommendations-v2 and recommendations-v2 to recommendations-v1, then call out workload identity, direction, ports, and the FORWARDED verdict. These are correlated views, not identical event streams. Match them by time window, namespace, source and destination workload, direction, and port. Raw Hubble flows remain in Relay and Hubble UI; Grafana contains their aggregated metrics.</a:t>
            </a:r>
          </a:p>
          <a:p xmlns:a="http://schemas.openxmlformats.org/drawingml/2006/main">
            <a:endParaRPr/>
          </a:p>
          <a:p xmlns:a="http://schemas.openxmlformats.org/drawingml/2006/main">
            <a:r>
              <a:t>Sources:</a:t>
            </a:r>
          </a:p>
          <a:p xmlns:a="http://schemas.openxmlformats.org/drawingml/2006/main">
            <a:r>
              <a:t>- https://docs.cilium.io/en/stable/observability/hubble/</a:t>
            </a:r>
          </a:p>
          <a:p xmlns:a="http://schemas.openxmlformats.org/drawingml/2006/main">
            <a:r>
              <a:t>- https://opentelemetry.io/docs/zero-code/obi/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capture from the running local kind cluster on 26 September 2026. Start at the top: OBI reports request rate, 5xx rate, and server p95. Then move to the lower panels: the same time window contains OBI server requests, Hubble flows, Cilium forwarded packets, and flow verdicts. The dashboard aligns the signals by time and workload. It does not claim a one-to-one event match. Treat these values as live demo evidence, not benchmark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Fresh Tempo capture from the running local kind cluster on 26 September 2026. The trace begins at edge-nginx, continues to recommendations-v2, and reaches recommendations-v1. Point out the normalized route, HTTP 200 result, three participating services, and the nested client and server spans. OBI generated this request path without application code changes. Compare it with Demo 2's Hubble view: Tempo explains request semantics and latency, while Hubble explains workload identity, direction, ports, and verdicts.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endParaRPr/>
          </a:p>
          <a:p xmlns:a="http://schemas.openxmlformats.org/drawingml/2006/main">
            <a:r>
              <a:t>Click the video to play. The recording applies demo/policy-deny.yaml, issues the same application request, and receives HTTP 000 because the call times out. It then shows Hubble reporting Policy denied and DROPPED for edge-nginx to recommendations-v1:8081, followed by the Grafana view for the same time window. Explain the two contracts: Hubble proves the network enforcement decision and identifies the blocked workloads; OBI shows the application symptom at the caller, such as a timeout or upstream error. A missing destination server span is expected because the request never reached that process. The recording removes the policy and verifies HTTP 200 recovery before it ends.</a:t>
            </a:r>
          </a:p>
          <a:p xmlns:a="http://schemas.openxmlformats.org/drawingml/2006/main">
            <a:endParaRPr/>
          </a:p>
          <a:p xmlns:a="http://schemas.openxmlformats.org/drawingml/2006/main">
            <a:r>
              <a:t>Sources:</a:t>
            </a:r>
          </a:p>
          <a:p xmlns:a="http://schemas.openxmlformats.org/drawingml/2006/main">
            <a:r>
              <a:t>- https://docs.cilium.io/en/stable/security/policy/</a:t>
            </a:r>
          </a:p>
          <a:p xmlns:a="http://schemas.openxmlformats.org/drawingml/2006/main">
            <a:r>
              <a:t>- https://docs.cilium.io/en/stable/observability/hubble/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OBI also has network observability features. In a Cilium cluster, the OBI documentation recommends socket_filter. Keep Hubble as the default network signal and OBI as the application signal to avoid duplicate volume and competing interpretations.</a:t>
            </a:r>
          </a:p>
          <a:p xmlns:a="http://schemas.openxmlformats.org/drawingml/2006/main">
            <a:endParaRPr/>
          </a:p>
          <a:p xmlns:a="http://schemas.openxmlformats.org/drawingml/2006/main">
            <a:r>
              <a:t>Sources:</a:t>
            </a:r>
          </a:p>
          <a:p xmlns:a="http://schemas.openxmlformats.org/drawingml/2006/main">
            <a:r>
              <a:t>- https://opentelemetry.io/docs/zero-code/obi/network/config/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Measure the combined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 minutes</a:t>
            </a:r>
          </a:p>
          <a:p xmlns:a="http://schemas.openxmlformats.org/drawingml/2006/main">
            <a:r>
              <a:t/>
            </a:r>
            <a:endParaRPr/>
          </a:p>
          <a:p xmlns:a="http://schemas.openxmlformats.org/drawingml/2006/main">
            <a:r>
              <a:t>This slide shows five planned conditions. The local rehearsal measured B and D on 26 September 2026.</a:t>
            </a:r>
          </a:p>
          <a:p xmlns:a="http://schemas.openxmlformats.org/drawingml/2006/main">
            <a:r>
              <a:t/>
            </a:r>
            <a:endParaRPr/>
          </a:p>
          <a:p xmlns:a="http://schemas.openxmlformats.org/drawingml/2006/main">
            <a:r>
              <a:t>Method:</a:t>
            </a:r>
          </a:p>
          <a:p xmlns:a="http://schemas.openxmlformats.org/drawingml/2006/main">
            <a:r>
              <a:t>- Same three-node kind cluster and the same application route for both conditions.</a:t>
            </a:r>
          </a:p>
          <a:p xmlns:a="http://schemas.openxmlformats.org/drawingml/2006/main">
            <a:r>
              <a:t>- Condition B kept Cilium and Hubble running while the OBI DaemonSet was temporarily unscheduled.</a:t>
            </a:r>
          </a:p>
          <a:p xmlns:a="http://schemas.openxmlformats.org/drawingml/2006/main">
            <a:r>
              <a:t>- Condition D restored OBI v0.13.0 with TCX context propagation.</a:t>
            </a:r>
          </a:p>
          <a:p xmlns:a="http://schemas.openxmlformats.org/drawingml/2006/main">
            <a:r>
              <a:t>- Background demo traffic was paused. Each condition received a 40-request warm-up followed by five samples of 200 requests at concurrency 20.</a:t>
            </a:r>
          </a:p>
          <a:p xmlns:a="http://schemas.openxmlformats.org/drawingml/2006/main">
            <a:r>
              <a:t>- ApacheBench measured throughput, failures, and percentiles through kubectl port-forward. Kubelet summary statistics provided pod CPU and working-set memory. Direct port 9965 counters from every Cilium agent provided Hubble lost-event deltas.</a:t>
            </a:r>
          </a:p>
          <a:p xmlns:a="http://schemas.openxmlformats.org/drawingml/2006/main">
            <a:r>
              <a:t/>
            </a:r>
            <a:endParaRPr/>
          </a:p>
          <a:p xmlns:a="http://schemas.openxmlformats.org/drawingml/2006/main">
            <a:r>
              <a:t>Measured result:</a:t>
            </a:r>
          </a:p>
          <a:p xmlns:a="http://schemas.openxmlformats.org/drawingml/2006/main">
            <a:r>
              <a:t>- Baseline throughput median: 19.77 req/s, range 19.70 to 19.79. Combined median: 19.73 req/s, range 19.71 to 19.76.</a:t>
            </a:r>
          </a:p>
          <a:p xmlns:a="http://schemas.openxmlformats.org/drawingml/2006/main">
            <a:r>
              <a:t>- Baseline p95 median: 1,018 ms, range 1,015 to 1,036. Combined median: 1,020 ms, range 1,018 to 1,023.</a:t>
            </a:r>
          </a:p>
          <a:p xmlns:a="http://schemas.openxmlformats.org/drawingml/2006/main">
            <a:r>
              <a:t>- Failed requests: zero across 1,000 baseline and 1,000 combined requests.</a:t>
            </a:r>
          </a:p>
          <a:p xmlns:a="http://schemas.openxmlformats.org/drawingml/2006/main">
            <a:r>
              <a:t>- OBI median CPU: 0.0128 cores. OBI median working set: 253.2 MiB total across two DaemonSet pods.</a:t>
            </a:r>
          </a:p>
          <a:p xmlns:a="http://schemas.openxmlformats.org/drawingml/2006/main">
            <a:r>
              <a:t>- The Collector accepted and exported 7,210 spans during the combined run. Accepted and exported counts matched.</a:t>
            </a:r>
          </a:p>
          <a:p xmlns:a="http://schemas.openxmlformats.org/drawingml/2006/main">
            <a:r>
              <a:t>- Hubble lost-event delta was 36 in the baseline and 1,083 in the combined run. The request path stayed healthy, but the telemetry-completeness gate did not pass. Investigate Hubble buffer and consumer capacity, then repeat the test before drawing a production conclusion.</a:t>
            </a:r>
          </a:p>
          <a:p xmlns:a="http://schemas.openxmlformats.org/drawingml/2006/main">
            <a:r>
              <a:t/>
            </a:r>
            <a:endParaRPr/>
          </a:p>
          <a:p xmlns:a="http://schemas.openxmlformats.org/drawingml/2006/main">
            <a:r>
              <a:t>Boundary:</a:t>
            </a:r>
          </a:p>
          <a:p xmlns:a="http://schemas.openxmlformats.org/drawingml/2006/main">
            <a:r>
              <a:t>These are local kind and kubectl port-forward rehearsal results. They are useful for the talk and for finding failure modes. They are not production capacity numbers. Conditions A, C, and E remain unmeasured in this run.</a:t>
            </a:r>
          </a:p>
          <a:p xmlns:a="http://schemas.openxmlformats.org/drawingml/2006/main">
            <a:r>
              <a:t/>
            </a:r>
            <a:endParaRPr/>
          </a:p>
          <a:p xmlns:a="http://schemas.openxmlformats.org/drawingml/2006/main">
            <a:r>
              <a:t>Sources:</a:t>
            </a:r>
          </a:p>
          <a:p xmlns:a="http://schemas.openxmlformats.org/drawingml/2006/main">
            <a:r>
              <a:t>- /Users/antonjim/Documents/Playground/cilium-obi-demo/evidence/benchmark-2026-09-26/results.json</a:t>
            </a:r>
          </a:p>
          <a:p xmlns:a="http://schemas.openxmlformats.org/drawingml/2006/main">
            <a:r>
              <a:t>- https://docs.cilium.io/en/latest/operations/performance/benchmark/</a:t>
            </a:r>
          </a:p>
          <a:p xmlns:a="http://schemas.openxmlformats.org/drawingml/2006/main">
            <a:r>
              <a:t>- https://opentelemetry.io/docs/zero-code/obi/configure/tune-performance/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Measure client throughput, errors, p50, p95, and p99 alongside resources and telemetry integrity. A healthy request path does not prove trace completeness. A green telemetry pipeline does not prove the datapath cost is acceptable.</a:t>
            </a:r>
          </a:p>
          <a:p xmlns:a="http://schemas.openxmlformats.org/drawingml/2006/main">
            <a:endParaRPr/>
          </a:p>
          <a:p xmlns:a="http://schemas.openxmlformats.org/drawingml/2006/main">
            <a:r>
              <a:t>Sources:</a:t>
            </a:r>
          </a:p>
          <a:p xmlns:a="http://schemas.openxmlformats.org/drawingml/2006/main">
            <a:r>
              <a:t>- https://opentelemetry.io/docs/collector/internal-telemetry/</a:t>
            </a:r>
          </a:p>
          <a:p xmlns:a="http://schemas.openxmlformats.org/drawingml/2006/main">
            <a:r>
              <a:t>- https://docs.cilium.io/en/stable/observability/metrics/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 seconds</a:t>
            </a:r>
          </a:p>
          <a:p xmlns:a="http://schemas.openxmlformats.org/drawingml/2006/main">
            <a:endParaRPr/>
          </a:p>
          <a:p xmlns:a="http://schemas.openxmlformats.org/drawingml/2006/main">
            <a:r>
              <a:t>Section transition: Production rollout.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 minutes</a:t>
            </a:r>
          </a:p>
          <a:p xmlns:a="http://schemas.openxmlformats.org/drawingml/2006/main">
            <a:endParaRPr/>
          </a:p>
          <a:p xmlns:a="http://schemas.openxmlformats.org/drawingml/2006/main">
            <a:r>
              <a:t>The production field guide begins with an inventory and ends with a bounded before-and-after comparison. Keep Cilium on the veth datapath until OBI compatibility with netkit is separately validated.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 minute</a:t>
            </a:r>
          </a:p>
          <a:p xmlns:a="http://schemas.openxmlformats.org/drawingml/2006/main">
            <a:endParaRPr/>
          </a:p>
          <a:p xmlns:a="http://schemas.openxmlformats.org/drawingml/2006/main">
            <a:r>
              <a:t>Close by restating the operational contract. Safe coexistence means verified order, preserved traffic, complete enough telemetry, and measured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Optional</a:t>
            </a:r>
          </a:p>
          <a:p xmlns:a="http://schemas.openxmlformats.org/drawingml/2006/main">
            <a:endParaRPr/>
          </a:p>
          <a:p xmlns:a="http://schemas.openxmlformats.org/drawingml/2006/main">
            <a:r>
              <a:t>Section transition: Appendix.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These fragments match demo/obi-values.yaml and demo/cilium-values.yaml in the workspace. Render the charts before the live session.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endParaRPr/>
          </a:p>
          <a:p xmlns:a="http://schemas.openxmlformats.org/drawingml/2006/main">
            <a:r>
              <a:t>Use demo/cilium-values-legacy-recording.yaml plus demo/cilium-values-legacy-safe.yaml for the safe side, and demo/obi-values-legacy-recording.yaml in both runs. The OBI guard in v0.13.0 is triggered here because optional network flow collection uses network.source: tc. The visible configuration is abbreviated; use the repository files, not the slide, for the complete values. Build each variant on a fresh cluster because stale filters can break connectivity. Inspect tc filter show on the actual node.</a:t>
            </a:r>
          </a:p>
          <a:p xmlns:a="http://schemas.openxmlformats.org/drawingml/2006/main">
            <a:r>
              <a:t/>
            </a:r>
            <a:endParaRPr/>
          </a:p>
          <a:p xmlns:a="http://schemas.openxmlformats.org/drawingml/2006/main">
            <a:r>
              <a:t>Sources:</a:t>
            </a:r>
          </a:p>
          <a:p xmlns:a="http://schemas.openxmlformats.org/drawingml/2006/main">
            <a:r>
              <a:t>- https://opentelemetry.io/docs/zero-code/obi/cilium-compatibility/</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Run these read-only checks before the talk. Save clean output for the backup recording.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endParaRPr/>
          </a:p>
          <a:p xmlns:a="http://schemas.openxmlformats.org/drawingml/2006/main">
            <a:r>
              <a:t>Use this slide to handle operational questions without turning the main talk into a troubleshooting checklist. Detailed failure modes are in research.md.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 minutes</a:t>
            </a:r>
          </a:p>
          <a:p xmlns:a="http://schemas.openxmlformats.org/drawingml/2006/main">
            <a:endParaRPr/>
          </a:p>
          <a:p xmlns:a="http://schemas.openxmlformats.org/drawingml/2006/main">
            <a:r>
              <a:t>Keep the demo repository visible during questions so attendees can find the setup, dashboards, benchmark evidence, and latest deck.</a:t>
            </a:r>
          </a:p>
          <a:p xmlns:a="http://schemas.openxmlformats.org/drawingml/2006/main">
            <a:endParaRPr/>
          </a:p>
          <a:p xmlns:a="http://schemas.openxmlformats.org/drawingml/2006/main">
            <a:r>
              <a:t>Sources:</a:t>
            </a:r>
          </a:p>
          <a:p xmlns:a="http://schemas.openxmlformats.org/drawingml/2006/main">
            <a:r>
              <a:t>- https://github.com/ajimenez1503/cilium-obi-demo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End</a:t>
            </a:r>
          </a:p>
          <a:p xmlns:a="http://schemas.openxmlformats.org/drawingml/2006/main">
            <a:endParaRPr/>
          </a:p>
          <a:p xmlns:a="http://schemas.openxmlformats.org/drawingml/2006/main">
            <a:r>
              <a:t>Finish on the required Cisco closing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a29180c938849bd" /><Relationship Type="http://schemas.openxmlformats.org/officeDocument/2006/relationships/image" Target="/ppt/media/image.png" Id="R34b34d41e2b54233" /><Relationship Type="http://schemas.openxmlformats.org/officeDocument/2006/relationships/image" Target="/ppt/media/image.svg" Id="R41fda8a1c3774e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e35fe707ac9468a" /><Relationship Type="http://schemas.openxmlformats.org/officeDocument/2006/relationships/image" Target="/ppt/media/image2.png" Id="R8388ddb41cf74b1f" /><Relationship Type="http://schemas.openxmlformats.org/officeDocument/2006/relationships/image" Target="/ppt/media/image.png" Id="Rf5df8cb054504cbe" /><Relationship Type="http://schemas.openxmlformats.org/officeDocument/2006/relationships/image" Target="/ppt/media/image.svg" Id="R9a68b17874104a6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6ada791779347ec" /><Relationship Type="http://schemas.openxmlformats.org/officeDocument/2006/relationships/image" Target="/ppt/media/image.png" Id="R440e21d39d2c4997" /><Relationship Type="http://schemas.openxmlformats.org/officeDocument/2006/relationships/image" Target="/ppt/media/image.svg" Id="R62abdac049bf4be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751b29811204e5e" /><Relationship Type="http://schemas.openxmlformats.org/officeDocument/2006/relationships/image" Target="/ppt/media/image2.png" Id="R13aa75b6eec6475c" /><Relationship Type="http://schemas.openxmlformats.org/officeDocument/2006/relationships/image" Target="/ppt/media/image.png" Id="Rbf95a8bc34344b9c" /><Relationship Type="http://schemas.openxmlformats.org/officeDocument/2006/relationships/image" Target="/ppt/media/image.svg" Id="R66fcb4f67d4a4a2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97b7bcf5b8d400a" /><Relationship Type="http://schemas.openxmlformats.org/officeDocument/2006/relationships/image" Target="/ppt/media/image.png" Id="Rfc6bc21c8b7c4ebb" /><Relationship Type="http://schemas.openxmlformats.org/officeDocument/2006/relationships/image" Target="/ppt/media/image.svg" Id="R243a789881e7422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a012848a8b24265"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7821459829e84e40"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b0314d3029aa47c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6941039a01cb42c7"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8389dbcfaeb4c30"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a2533971ffd74d05"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2be659e4632a4305"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db4c137ee7964cea"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c4811802779941be" /></Relationships>
</file>

<file path=ppt/slideLayouts/_rels/slideLayout15.xml.rels>&#65279;<?xml version="1.0" encoding="utf-8"?><Relationships xmlns="http://schemas.openxmlformats.org/package/2006/relationships"><Relationship Type="http://schemas.openxmlformats.org/officeDocument/2006/relationships/slideMaster" Target="/ppt/slideMasters/slideMaster1.xml" Id="Rd21db054be134fb3" /></Relationships>
</file>

<file path=ppt/slideLayouts/_rels/slideLayout16.xml.rels>&#65279;<?xml version="1.0" encoding="utf-8"?><Relationships xmlns="http://schemas.openxmlformats.org/package/2006/relationships"><Relationship Type="http://schemas.openxmlformats.org/officeDocument/2006/relationships/slideMaster" Target="/ppt/slideMasters/slideMaster1.xml" Id="R2860dfd68ab44abc" /></Relationships>
</file>

<file path=ppt/slideLayouts/_rels/slideLayout17.xml.rels>&#65279;<?xml version="1.0" encoding="utf-8"?><Relationships xmlns="http://schemas.openxmlformats.org/package/2006/relationships"><Relationship Type="http://schemas.openxmlformats.org/officeDocument/2006/relationships/slideMaster" Target="/ppt/slideMasters/slideMaster1.xml" Id="R5a5f6f7933814eed" /></Relationships>
</file>

<file path=ppt/slideLayouts/_rels/slideLayout18.xml.rels>&#65279;<?xml version="1.0" encoding="utf-8"?><Relationships xmlns="http://schemas.openxmlformats.org/package/2006/relationships"><Relationship Type="http://schemas.openxmlformats.org/officeDocument/2006/relationships/slideMaster" Target="/ppt/slideMasters/slideMaster1.xml" Id="R267c995d240744ad" /></Relationships>
</file>

<file path=ppt/slideLayouts/_rels/slideLayout19.xml.rels>&#65279;<?xml version="1.0" encoding="utf-8"?><Relationships xmlns="http://schemas.openxmlformats.org/package/2006/relationships"><Relationship Type="http://schemas.openxmlformats.org/officeDocument/2006/relationships/slideMaster" Target="/ppt/slideMasters/slideMaster1.xml" Id="Ra1f3f134668a45c1" /></Relationships>
</file>

<file path=ppt/slideLayouts/_rels/slideLayout20.xml.rels>&#65279;<?xml version="1.0" encoding="utf-8"?><Relationships xmlns="http://schemas.openxmlformats.org/package/2006/relationships"><Relationship Type="http://schemas.openxmlformats.org/officeDocument/2006/relationships/slideMaster" Target="/ppt/slideMasters/slideMaster1.xml" Id="Ra3742ea303a94f55" /></Relationships>
</file>

<file path=ppt/slideLayouts/_rels/slideLayout21.xml.rels>&#65279;<?xml version="1.0" encoding="utf-8"?><Relationships xmlns="http://schemas.openxmlformats.org/package/2006/relationships"><Relationship Type="http://schemas.openxmlformats.org/officeDocument/2006/relationships/slideMaster" Target="/ppt/slideMasters/slideMaster1.xml" Id="R0ca09625dd6a4327" /></Relationships>
</file>

<file path=ppt/slideLayouts/_rels/slideLayout22.xml.rels>&#65279;<?xml version="1.0" encoding="utf-8"?><Relationships xmlns="http://schemas.openxmlformats.org/package/2006/relationships"><Relationship Type="http://schemas.openxmlformats.org/officeDocument/2006/relationships/slideMaster" Target="/ppt/slideMasters/slideMaster1.xml" Id="R03f9ffd58429490b" /></Relationships>
</file>

<file path=ppt/slideLayouts/_rels/slideLayout23.xml.rels>&#65279;<?xml version="1.0" encoding="utf-8"?><Relationships xmlns="http://schemas.openxmlformats.org/package/2006/relationships"><Relationship Type="http://schemas.openxmlformats.org/officeDocument/2006/relationships/slideMaster" Target="/ppt/slideMasters/slideMaster1.xml" Id="R99a7dbde3f5341be" /></Relationships>
</file>

<file path=ppt/slideLayouts/_rels/slideLayout24.xml.rels>&#65279;<?xml version="1.0" encoding="utf-8"?><Relationships xmlns="http://schemas.openxmlformats.org/package/2006/relationships"><Relationship Type="http://schemas.openxmlformats.org/officeDocument/2006/relationships/slideMaster" Target="/ppt/slideMasters/slideMaster1.xml" Id="R03ef9710e60f460e" /></Relationships>
</file>

<file path=ppt/slideLayouts/_rels/slideLayout25.xml.rels>&#65279;<?xml version="1.0" encoding="utf-8"?><Relationships xmlns="http://schemas.openxmlformats.org/package/2006/relationships"><Relationship Type="http://schemas.openxmlformats.org/officeDocument/2006/relationships/slideMaster" Target="/ppt/slideMasters/slideMaster1.xml" Id="Rc27df07c084a4bd2" /></Relationships>
</file>

<file path=ppt/slideLayouts/_rels/slideLayout26.xml.rels>&#65279;<?xml version="1.0" encoding="utf-8"?><Relationships xmlns="http://schemas.openxmlformats.org/package/2006/relationships"><Relationship Type="http://schemas.openxmlformats.org/officeDocument/2006/relationships/slideMaster" Target="/ppt/slideMasters/slideMaster1.xml" Id="R383fdb09881e4c86" /></Relationships>
</file>

<file path=ppt/slideLayouts/_rels/slideLayout27.xml.rels>&#65279;<?xml version="1.0" encoding="utf-8"?><Relationships xmlns="http://schemas.openxmlformats.org/package/2006/relationships"><Relationship Type="http://schemas.openxmlformats.org/officeDocument/2006/relationships/slideMaster" Target="/ppt/slideMasters/slideMaster1.xml" Id="Rd1645d045b5248a2" /></Relationships>
</file>

<file path=ppt/slideLayouts/_rels/slideLayout28.xml.rels>&#65279;<?xml version="1.0" encoding="utf-8"?><Relationships xmlns="http://schemas.openxmlformats.org/package/2006/relationships"><Relationship Type="http://schemas.openxmlformats.org/officeDocument/2006/relationships/slideMaster" Target="/ppt/slideMasters/slideMaster1.xml" Id="Ra71d3d0c107a4fcd" /></Relationships>
</file>

<file path=ppt/slideLayouts/_rels/slideLayout29.xml.rels>&#65279;<?xml version="1.0" encoding="utf-8"?><Relationships xmlns="http://schemas.openxmlformats.org/package/2006/relationships"><Relationship Type="http://schemas.openxmlformats.org/officeDocument/2006/relationships/slideMaster" Target="/ppt/slideMasters/slideMaster1.xml" Id="Rd6e0b7573c8a4033" /></Relationships>
</file>

<file path=ppt/slideLayouts/_rels/slideLayout30.xml.rels>&#65279;<?xml version="1.0" encoding="utf-8"?><Relationships xmlns="http://schemas.openxmlformats.org/package/2006/relationships"><Relationship Type="http://schemas.openxmlformats.org/officeDocument/2006/relationships/slideMaster" Target="/ppt/slideMasters/slideMaster1.xml" Id="R1fa6e77e00934173" /></Relationships>
</file>

<file path=ppt/slideLayouts/_rels/slideLayout31.xml.rels>&#65279;<?xml version="1.0" encoding="utf-8"?><Relationships xmlns="http://schemas.openxmlformats.org/package/2006/relationships"><Relationship Type="http://schemas.openxmlformats.org/officeDocument/2006/relationships/slideMaster" Target="/ppt/slideMasters/slideMaster1.xml" Id="Reff904ead9484686" /></Relationships>
</file>

<file path=ppt/slideLayouts/_rels/slideLayout32.xml.rels>&#65279;<?xml version="1.0" encoding="utf-8"?><Relationships xmlns="http://schemas.openxmlformats.org/package/2006/relationships"><Relationship Type="http://schemas.openxmlformats.org/officeDocument/2006/relationships/slideMaster" Target="/ppt/slideMasters/slideMaster1.xml" Id="Rbded68c3c6f04392" /></Relationships>
</file>

<file path=ppt/slideLayouts/_rels/slideLayout33.xml.rels>&#65279;<?xml version="1.0" encoding="utf-8"?><Relationships xmlns="http://schemas.openxmlformats.org/package/2006/relationships"><Relationship Type="http://schemas.openxmlformats.org/officeDocument/2006/relationships/slideMaster" Target="/ppt/slideMasters/slideMaster1.xml" Id="Rdaa5e6f120ce4bd6" /></Relationships>
</file>

<file path=ppt/slideLayouts/_rels/slideLayout34.xml.rels>&#65279;<?xml version="1.0" encoding="utf-8"?><Relationships xmlns="http://schemas.openxmlformats.org/package/2006/relationships"><Relationship Type="http://schemas.openxmlformats.org/officeDocument/2006/relationships/slideMaster" Target="/ppt/slideMasters/slideMaster1.xml" Id="Ra914613f713b4a96" /></Relationships>
</file>

<file path=ppt/slideLayouts/_rels/slideLayout35.xml.rels>&#65279;<?xml version="1.0" encoding="utf-8"?><Relationships xmlns="http://schemas.openxmlformats.org/package/2006/relationships"><Relationship Type="http://schemas.openxmlformats.org/officeDocument/2006/relationships/slideMaster" Target="/ppt/slideMasters/slideMaster1.xml" Id="R9dddd8d1a591455a" /></Relationships>
</file>

<file path=ppt/slideLayouts/_rels/slideLayout36.xml.rels>&#65279;<?xml version="1.0" encoding="utf-8"?><Relationships xmlns="http://schemas.openxmlformats.org/package/2006/relationships"><Relationship Type="http://schemas.openxmlformats.org/officeDocument/2006/relationships/slideMaster" Target="/ppt/slideMasters/slideMaster1.xml" Id="Re71441eafe7f4dcf" /></Relationships>
</file>

<file path=ppt/slideLayouts/_rels/slideLayout37.xml.rels>&#65279;<?xml version="1.0" encoding="utf-8"?><Relationships xmlns="http://schemas.openxmlformats.org/package/2006/relationships"><Relationship Type="http://schemas.openxmlformats.org/officeDocument/2006/relationships/slideMaster" Target="/ppt/slideMasters/slideMaster1.xml" Id="R5bf44967796e4cd8" /></Relationships>
</file>

<file path=ppt/slideLayouts/_rels/slideLayout38.xml.rels>&#65279;<?xml version="1.0" encoding="utf-8"?><Relationships xmlns="http://schemas.openxmlformats.org/package/2006/relationships"><Relationship Type="http://schemas.openxmlformats.org/officeDocument/2006/relationships/slideMaster" Target="/ppt/slideMasters/slideMaster1.xml" Id="Rc5f5ceee13674446" /><Relationship Type="http://schemas.openxmlformats.org/officeDocument/2006/relationships/image" Target="/ppt/media/image3.png" Id="Ra45a18f1aad948e6" /></Relationships>
</file>

<file path=ppt/slideLayouts/_rels/slideLayout39.xml.rels>&#65279;<?xml version="1.0" encoding="utf-8"?><Relationships xmlns="http://schemas.openxmlformats.org/package/2006/relationships"><Relationship Type="http://schemas.openxmlformats.org/officeDocument/2006/relationships/slideMaster" Target="/ppt/slideMasters/slideMaster1.xml" Id="R20e97a4b417040ef" /></Relationships>
</file>

<file path=ppt/slideLayouts/_rels/slideLayout40.xml.rels>&#65279;<?xml version="1.0" encoding="utf-8"?><Relationships xmlns="http://schemas.openxmlformats.org/package/2006/relationships"><Relationship Type="http://schemas.openxmlformats.org/officeDocument/2006/relationships/slideMaster" Target="/ppt/slideMasters/slideMaster1.xml" Id="Rf3f889a4944f4702" /></Relationships>
</file>

<file path=ppt/slideLayouts/_rels/slideLayout41.xml.rels>&#65279;<?xml version="1.0" encoding="utf-8"?><Relationships xmlns="http://schemas.openxmlformats.org/package/2006/relationships"><Relationship Type="http://schemas.openxmlformats.org/officeDocument/2006/relationships/slideMaster" Target="/ppt/slideMasters/slideMaster1.xml" Id="Rb242806ea3a2442b" /><Relationship Type="http://schemas.openxmlformats.org/officeDocument/2006/relationships/image" Target="/ppt/media/image3.png" Id="R80eea53710f44f31" /></Relationships>
</file>

<file path=ppt/slideLayouts/_rels/slideLayout42.xml.rels>&#65279;<?xml version="1.0" encoding="utf-8"?><Relationships xmlns="http://schemas.openxmlformats.org/package/2006/relationships"><Relationship Type="http://schemas.openxmlformats.org/officeDocument/2006/relationships/slideMaster" Target="/ppt/slideMasters/slideMaster1.xml" Id="R05b0a0307cd14c16" /><Relationship Type="http://schemas.openxmlformats.org/officeDocument/2006/relationships/image" Target="/ppt/media/image4.png" Id="R4c3162e31f8241cb" /></Relationships>
</file>

<file path=ppt/slideLayouts/_rels/slideLayout43.xml.rels>&#65279;<?xml version="1.0" encoding="utf-8"?><Relationships xmlns="http://schemas.openxmlformats.org/package/2006/relationships"><Relationship Type="http://schemas.openxmlformats.org/officeDocument/2006/relationships/slideMaster" Target="/ppt/slideMasters/slideMaster1.xml" Id="R767e16b1ed994c9f" /><Relationship Type="http://schemas.openxmlformats.org/officeDocument/2006/relationships/image" Target="/ppt/media/image5.png" Id="Ra3ddb951f969418a" /></Relationships>
</file>

<file path=ppt/slideLayouts/_rels/slideLayout44.xml.rels>&#65279;<?xml version="1.0" encoding="utf-8"?><Relationships xmlns="http://schemas.openxmlformats.org/package/2006/relationships"><Relationship Type="http://schemas.openxmlformats.org/officeDocument/2006/relationships/slideMaster" Target="/ppt/slideMasters/slideMaster1.xml" Id="R5a0b2dae1bf4456d" /></Relationships>
</file>

<file path=ppt/slideLayouts/_rels/slideLayout45.xml.rels>&#65279;<?xml version="1.0" encoding="utf-8"?><Relationships xmlns="http://schemas.openxmlformats.org/package/2006/relationships"><Relationship Type="http://schemas.openxmlformats.org/officeDocument/2006/relationships/slideMaster" Target="/ppt/slideMasters/slideMaster1.xml" Id="R361d5d3cf34143b8" /></Relationships>
</file>

<file path=ppt/slideLayouts/_rels/slideLayout46.xml.rels>&#65279;<?xml version="1.0" encoding="utf-8"?><Relationships xmlns="http://schemas.openxmlformats.org/package/2006/relationships"><Relationship Type="http://schemas.openxmlformats.org/officeDocument/2006/relationships/slideMaster" Target="/ppt/slideMasters/slideMaster1.xml" Id="R340dcf162e644743" /></Relationships>
</file>

<file path=ppt/slideLayouts/_rels/slideLayout47.xml.rels>&#65279;<?xml version="1.0" encoding="utf-8"?><Relationships xmlns="http://schemas.openxmlformats.org/package/2006/relationships"><Relationship Type="http://schemas.openxmlformats.org/officeDocument/2006/relationships/slideMaster" Target="/ppt/slideMasters/slideMaster1.xml" Id="R0bd0a516e53c4e98" /></Relationships>
</file>

<file path=ppt/slideLayouts/_rels/slideLayout48.xml.rels>&#65279;<?xml version="1.0" encoding="utf-8"?><Relationships xmlns="http://schemas.openxmlformats.org/package/2006/relationships"><Relationship Type="http://schemas.openxmlformats.org/officeDocument/2006/relationships/slideMaster" Target="/ppt/slideMasters/slideMaster1.xml" Id="R41d6457746f74050" /><Relationship Type="http://schemas.openxmlformats.org/officeDocument/2006/relationships/image" Target="/ppt/media/image6.png" Id="R998f6107b98d4114" /></Relationships>
</file>

<file path=ppt/slideLayouts/_rels/slideLayout49.xml.rels>&#65279;<?xml version="1.0" encoding="utf-8"?><Relationships xmlns="http://schemas.openxmlformats.org/package/2006/relationships"><Relationship Type="http://schemas.openxmlformats.org/officeDocument/2006/relationships/slideMaster" Target="/ppt/slideMasters/slideMaster1.xml" Id="R5fe98f335b684fce" /></Relationships>
</file>

<file path=ppt/slideLayouts/_rels/slideLayout50.xml.rels>&#65279;<?xml version="1.0" encoding="utf-8"?><Relationships xmlns="http://schemas.openxmlformats.org/package/2006/relationships"><Relationship Type="http://schemas.openxmlformats.org/officeDocument/2006/relationships/slideMaster" Target="/ppt/slideMasters/slideMaster1.xml" Id="Rc7e9ce7962504a69" /><Relationship Type="http://schemas.openxmlformats.org/officeDocument/2006/relationships/image" Target="/ppt/media/image2.png" Id="R43307e8ea5f141af" /></Relationships>
</file>

<file path=ppt/slideLayouts/_rels/slideLayout51.xml.rels>&#65279;<?xml version="1.0" encoding="utf-8"?><Relationships xmlns="http://schemas.openxmlformats.org/package/2006/relationships"><Relationship Type="http://schemas.openxmlformats.org/officeDocument/2006/relationships/slideMaster" Target="/ppt/slideMasters/slideMaster1.xml" Id="Rbfd5f33de4174f57" /><Relationship Type="http://schemas.openxmlformats.org/officeDocument/2006/relationships/image" Target="/ppt/media/image7.png" Id="R96e6ca42394c424f" /></Relationships>
</file>

<file path=ppt/slideLayouts/_rels/slideLayout52.xml.rels>&#65279;<?xml version="1.0" encoding="utf-8"?><Relationships xmlns="http://schemas.openxmlformats.org/package/2006/relationships"><Relationship Type="http://schemas.openxmlformats.org/officeDocument/2006/relationships/slideMaster" Target="/ppt/slideMasters/slideMaster1.xml" Id="R64905549e16a4f80" /></Relationships>
</file>

<file path=ppt/slideLayouts/_rels/slideLayout53.xml.rels>&#65279;<?xml version="1.0" encoding="utf-8"?><Relationships xmlns="http://schemas.openxmlformats.org/package/2006/relationships"><Relationship Type="http://schemas.openxmlformats.org/officeDocument/2006/relationships/slideMaster" Target="/ppt/slideMasters/slideMaster1.xml" Id="Rbfac1c908f26401c" /></Relationships>
</file>

<file path=ppt/slideLayouts/_rels/slideLayout54.xml.rels>&#65279;<?xml version="1.0" encoding="utf-8"?><Relationships xmlns="http://schemas.openxmlformats.org/package/2006/relationships"><Relationship Type="http://schemas.openxmlformats.org/officeDocument/2006/relationships/slideMaster" Target="/ppt/slideMasters/slideMaster1.xml" Id="R17fe8fa584f84243" /><Relationship Type="http://schemas.openxmlformats.org/officeDocument/2006/relationships/image" Target="/ppt/media/image2.png" Id="Rec18dd682c5f42ac" /><Relationship Type="http://schemas.openxmlformats.org/officeDocument/2006/relationships/image" Target="/ppt/media/image.png" Id="R7e096bddbc804436" /><Relationship Type="http://schemas.openxmlformats.org/officeDocument/2006/relationships/image" Target="/ppt/media/image.svg" Id="R01075f05198e4144" /></Relationships>
</file>

<file path=ppt/slideLayouts/_rels/slideLayout55.xml.rels>&#65279;<?xml version="1.0" encoding="utf-8"?><Relationships xmlns="http://schemas.openxmlformats.org/package/2006/relationships"><Relationship Type="http://schemas.openxmlformats.org/officeDocument/2006/relationships/slideMaster" Target="/ppt/slideMasters/slideMaster1.xml" Id="Raab5304c3b9b49f8" /></Relationships>
</file>

<file path=ppt/slideLayouts/_rels/slideLayout56.xml.rels>&#65279;<?xml version="1.0" encoding="utf-8"?><Relationships xmlns="http://schemas.openxmlformats.org/package/2006/relationships"><Relationship Type="http://schemas.openxmlformats.org/officeDocument/2006/relationships/slideMaster" Target="/ppt/slideMasters/slideMaster1.xml" Id="R3a8a25d24ec649f1" /></Relationships>
</file>

<file path=ppt/slideLayouts/slideLayout1.xml><?xml version="1.0" encoding="utf-8"?>
<p:sldLayout xmlns:p="http://schemas.openxmlformats.org/presentationml/2006/main" showMasterSp="0" preserve="1" userDrawn="1">
  <p:cSld name="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871345"/>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512820"/>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4061400"/>
            <a:ext cx="5048090" cy="457200"/>
          </a:xfrm>
        </p:spPr>
        <p:txBody>
          <a:bodyPr xmlns:a="http://schemas.openxmlformats.org/drawingml/2006/main" anchor="t"/>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676458"/>
            <a:ext cx="5047270" cy="459455"/>
          </a:xfrm>
          <a:prstGeom xmlns:a="http://schemas.openxmlformats.org/drawingml/2006/main" prst="rect">
            <a:avLst/>
          </a:prstGeom>
          <a:noFill xmlns:a="http://schemas.openxmlformats.org/drawingml/2006/main"/>
        </p:spPr>
        <p:txBody>
          <a:bodyPr xmlns:a="http://schemas.openxmlformats.org/drawingml/2006/main" anchor="t"/>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endParaRPr/>
          </a:p>
        </p:txBody>
      </p:sp>
      <p:pic>
        <p:nvPicPr>
          <p:cNvPr id="31" name="Picture 7"/>
          <p:cNvPicPr>
            <a:picLocks xmlns:a="http://schemas.openxmlformats.org/drawingml/2006/main" noChangeAspect="1"/>
          </p:cNvPicPr>
          <p:nvPr/>
        </p:nvPicPr>
        <p:blipFill>
          <a:blip xmlns:r="http://schemas.openxmlformats.org/officeDocument/2006/relationships" xmlns:a="http://schemas.openxmlformats.org/drawingml/2006/main" r:embed="R34b34d41e2b54233">
            <a:extLst>
              <a:ext uri="{96DAC541-7B7A-43D3-8B79-37D633B846F1}">
                <asvg:svgBlip xmlns:asvg="http://schemas.microsoft.com/office/drawing/2016/SVG/main" r:embed="R41fda8a1c3774e89"/>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2.xml><?xml version="1.0" encoding="utf-8"?>
<p:sldLayout xmlns:p="http://schemas.openxmlformats.org/presentationml/2006/main" showMasterSp="0" preserve="1" userDrawn="1">
  <p:cSld name="Title Slide 2, Two Speakers">
    <p:bg>
      <p:bgPr>
        <a:blipFill xmlns:a="http://schemas.openxmlformats.org/drawingml/2006/main" rotWithShape="1">
          <a:blip xmlns:r="http://schemas.openxmlformats.org/officeDocument/2006/relationships" r:embed="R8388ddb41cf74b1f">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19" name="Picture 7"/>
          <p:cNvPicPr>
            <a:picLocks xmlns:a="http://schemas.openxmlformats.org/drawingml/2006/main" noChangeAspect="1"/>
          </p:cNvPicPr>
          <p:nvPr/>
        </p:nvPicPr>
        <p:blipFill>
          <a:blip xmlns:r="http://schemas.openxmlformats.org/officeDocument/2006/relationships" xmlns:a="http://schemas.openxmlformats.org/drawingml/2006/main" r:embed="Rf5df8cb054504cbe">
            <a:extLst>
              <a:ext uri="{96DAC541-7B7A-43D3-8B79-37D633B846F1}">
                <asvg:svgBlip xmlns:asvg="http://schemas.microsoft.com/office/drawing/2016/SVG/main" r:embed="R9a68b17874104a69"/>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3.xml><?xml version="1.0" encoding="utf-8"?>
<p:sldLayout xmlns:p="http://schemas.openxmlformats.org/presentationml/2006/main" showMasterSp="0" preserve="1" userDrawn="1">
  <p:cSld name="Title Slide 1,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50368B8A-B8FA-06EC-E6D8-DF0F60F2EFDC}"/>
              </a:ext>
            </a:extLst>
          </p:cNvPr>
          <p:cNvSpPr>
            <a:spLocks xmlns:a="http://schemas.openxmlformats.org/drawingml/2006/main" noGrp="1"/>
          </p:cNvSpPr>
          <p:nvPr>
            <p:ph type="title" idx="0" hasCustomPrompt="1"/>
          </p:nvPr>
        </p:nvSpPr>
        <p:spPr>
          <a:xfrm xmlns:a="http://schemas.openxmlformats.org/drawingml/2006/main">
            <a:off x="323850" y="1244600"/>
            <a:ext cx="5048063" cy="1555148"/>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2886075"/>
            <a:ext cx="5048063" cy="2286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a:lvl1pPr>
          </a:lstStyle>
          <a:p xmlns:a="http://schemas.openxmlformats.org/drawingml/2006/main">
            <a:pPr lvl="0">
              <a:buNone/>
            </a:pPr>
            <a:r>
              <a:t>Subtitle</a:t>
            </a:r>
          </a:p>
        </p:txBody>
      </p:sp>
      <p:sp>
        <p:nvSpPr>
          <p:cNvPr id="13" name="Text Placeholder 12">
            <a:extLst xmlns:a="http://schemas.openxmlformats.org/drawingml/2006/main">
              <a:ext uri="{FF2B5EF4-FFF2-40B4-BE49-F238E27FC236}">
                <a16:creationId xmlns:a16="http://schemas.microsoft.com/office/drawing/2014/main" id="{79E2B63B-5B68-90B7-7A62-17A839591C96}"/>
              </a:ext>
            </a:extLst>
          </p:cNvPr>
          <p:cNvSpPr>
            <a:spLocks xmlns:a="http://schemas.openxmlformats.org/drawingml/2006/main" noGrp="1"/>
          </p:cNvSpPr>
          <p:nvPr>
            <p:ph type="body" idx="16" hasCustomPrompt="1"/>
          </p:nvPr>
        </p:nvSpPr>
        <p:spPr>
          <a:xfrm xmlns:a="http://schemas.openxmlformats.org/drawingml/2006/main">
            <a:off x="323851" y="3428789"/>
            <a:ext cx="5048090" cy="457200"/>
          </a:xfrm>
        </p:spPr>
        <p:txBody>
          <a:bodyPr xmlns:a="http://schemas.openxmlformats.org/drawingml/2006/main" anchor="b"/>
          <a:lstStyle xmlns:a="http://schemas.openxmlformats.org/drawingml/2006/main">
            <a:lvl1pPr marL="0" indent="0">
              <a:spcBef>
                <a:spcPts val="0"/>
              </a:spcBef>
              <a:spcAft>
                <a:spcPts val="0"/>
              </a:spcAft>
              <a:buNone/>
              <a:defRPr sz="1400" kern="1200">
                <a:solidFill>
                  <a:schemeClr val="bg1"/>
                </a:solidFill>
                <a:latin typeface="+mn-lt"/>
                <a:ea typeface="+mn-lt"/>
                <a:cs typeface="+mn-lt"/>
              </a:defRPr>
            </a:lvl1pPr>
          </a:lstStyle>
          <a:p xmlns:a="http://schemas.openxmlformats.org/drawingml/2006/main">
            <a:pPr marL="182880" lvl="0" indent="-182880" algn="l" defTabSz="912276">
              <a:lnSpc>
                <a:spcPct val="100000"/>
              </a:lnSpc>
              <a:spcBef>
                <a:spcPts val="0"/>
              </a:spcBef>
              <a:spcAft>
                <a:spcPts val="0"/>
              </a:spcAft>
              <a:buClr>
                <a:schemeClr val="bg1"/>
              </a:buClr>
              <a:buSzPct val="100000"/>
              <a:buNone/>
            </a:pPr>
            <a:r>
              <a:t>Speaker Name</a:t>
            </a:r>
          </a:p>
          <a:p xmlns:a="http://schemas.openxmlformats.org/drawingml/2006/main">
            <a:pPr marL="182880" lvl="0" indent="-182880" algn="l" defTabSz="912276">
              <a:lnSpc>
                <a:spcPct val="100000"/>
              </a:lnSpc>
              <a:spcBef>
                <a:spcPts val="0"/>
              </a:spcBef>
              <a:spcAft>
                <a:spcPts val="0"/>
              </a:spcAft>
              <a:buClr>
                <a:schemeClr val="bg1"/>
              </a:buClr>
              <a:buSzPct val="100000"/>
              <a:buNone/>
            </a:pPr>
            <a:r>
              <a:t>Speaker Title placeholder, @social</a:t>
            </a:r>
          </a:p>
        </p:txBody>
      </p:sp>
      <p:sp>
        <p:nvSpPr>
          <p:cNvPr id="4" name="Text Placeholder 5">
            <a:extLst xmlns:a="http://schemas.openxmlformats.org/drawingml/2006/main">
              <a:ext uri="{FF2B5EF4-FFF2-40B4-BE49-F238E27FC236}">
                <a16:creationId xmlns:a16="http://schemas.microsoft.com/office/drawing/2014/main" id="{80638510-2998-9359-2A51-B0CA834B6203}"/>
              </a:ext>
            </a:extLst>
          </p:cNvPr>
          <p:cNvSpPr>
            <a:spLocks xmlns:a="http://schemas.openxmlformats.org/drawingml/2006/main" noGrp="1"/>
          </p:cNvSpPr>
          <p:nvPr>
            <p:ph type="body" idx="14" hasCustomPrompt="1"/>
          </p:nvPr>
        </p:nvSpPr>
        <p:spPr>
          <a:xfrm xmlns:a="http://schemas.openxmlformats.org/drawingml/2006/main">
            <a:off x="323850" y="4051300"/>
            <a:ext cx="5047270" cy="459455"/>
          </a:xfrm>
          <a:prstGeom xmlns:a="http://schemas.openxmlformats.org/drawingml/2006/main" prst="rect">
            <a:avLst/>
          </a:prstGeom>
          <a:noFill xmlns:a="http://schemas.openxmlformats.org/drawingml/2006/main"/>
        </p:spPr>
        <p:txBody>
          <a:bodyPr xmlns:a="http://schemas.openxmlformats.org/drawingml/2006/main" anchor="b"/>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5" name="Text Placeholder 4">
            <a:extLst xmlns:a="http://schemas.openxmlformats.org/drawingml/2006/main">
              <a:ext uri="{FF2B5EF4-FFF2-40B4-BE49-F238E27FC236}">
                <a16:creationId xmlns:a16="http://schemas.microsoft.com/office/drawing/2014/main" id="{1C0E61D1-59EB-7A86-0D12-9388193F45D9}"/>
              </a:ext>
            </a:extLst>
          </p:cNvPr>
          <p:cNvSpPr>
            <a:spLocks xmlns:a="http://schemas.openxmlformats.org/drawingml/2006/main" noGrp="1"/>
          </p:cNvSpPr>
          <p:nvPr>
            <p:ph type="body" idx="17" hasCustomPrompt="1"/>
          </p:nvPr>
        </p:nvSpPr>
        <p:spPr>
          <a:xfrm xmlns:a="http://schemas.openxmlformats.org/drawingml/2006/main">
            <a:off x="323849" y="4681134"/>
            <a:ext cx="5046663" cy="457200"/>
          </a:xfrm>
        </p:spPr>
        <p:txBody>
          <a:bodyPr xmlns:a="http://schemas.openxmlformats.org/drawingml/2006/main" anchor="b"/>
          <a:lstStyle xmlns:a="http://schemas.openxmlformats.org/drawingml/2006/main">
            <a:lvl1pPr marL="0" indent="0">
              <a:spcAft>
                <a:spcPts val="0"/>
              </a:spcAft>
              <a:buNone/>
              <a:defRPr sz="1400" kern="1200">
                <a:solidFill>
                  <a:schemeClr val="bg1"/>
                </a:solidFill>
                <a:latin typeface="+mn-lt"/>
                <a:ea typeface="+mn-lt"/>
                <a:cs typeface="+mn-lt"/>
              </a:defRPr>
            </a:lvl1pPr>
            <a:lvl2pPr marL="182880" indent="0">
              <a:spcAft>
                <a:spcPts val="0"/>
              </a:spcAft>
              <a:buNone/>
              <a:defRPr sz="1400"/>
            </a:lvl2pPr>
            <a:lvl3pPr marL="365760" indent="0">
              <a:spcAft>
                <a:spcPts val="0"/>
              </a:spcAft>
              <a:buNone/>
              <a:defRPr sz="1200"/>
            </a:lvl3pPr>
            <a:lvl4pPr marL="548640" indent="0">
              <a:spcAft>
                <a:spcPts val="0"/>
              </a:spcAft>
              <a:buNone/>
              <a:defRPr sz="1100"/>
            </a:lvl4pPr>
            <a:lvl5pPr marL="731520" indent="0">
              <a:spcAft>
                <a:spcPts val="0"/>
              </a:spcAft>
              <a:buNone/>
              <a:defRPr sz="1050"/>
            </a:lvl5pPr>
          </a:lstStyle>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Name</a:t>
            </a:r>
          </a:p>
          <a:p xmlns:a="http://schemas.openxmlformats.org/drawingml/2006/main">
            <a:pPr marL="0" lvl="0" indent="0" algn="l" defTabSz="912276">
              <a:lnSpc>
                <a:spcPct val="100000"/>
              </a:lnSpc>
              <a:spcBef>
                <a:spcPts val="0"/>
              </a:spcBef>
              <a:spcAft>
                <a:spcPts val="0"/>
              </a:spcAft>
              <a:buClr>
                <a:schemeClr val="bg1"/>
              </a:buClr>
              <a:buSzPct val="100000"/>
              <a:buFont typeface="Arial"/>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D175C0FC-DD02-0704-8A17-1B3037F861D2}"/>
              </a:ext>
            </a:extLst>
          </p:cNvPr>
          <p:cNvSpPr>
            <a:spLocks xmlns:a="http://schemas.openxmlformats.org/drawingml/2006/main" noGrp="1"/>
          </p:cNvSpPr>
          <p:nvPr>
            <p:ph type="body" idx="18" hasCustomPrompt="1"/>
          </p:nvPr>
        </p:nvSpPr>
        <p:spPr>
          <a:xfrm xmlns:a="http://schemas.openxmlformats.org/drawingml/2006/main">
            <a:off x="323848" y="5306439"/>
            <a:ext cx="5046663" cy="457200"/>
          </a:xfrm>
        </p:spPr>
        <p:txBody>
          <a:bodyPr xmlns:a="http://schemas.openxmlformats.org/drawingml/2006/main" anchor="b"/>
          <a:lstStyle xmlns:a="http://schemas.openxmlformats.org/drawingml/2006/main">
            <a:lvl1pPr marL="0" indent="0">
              <a:spcAft>
                <a:spcPts val="0"/>
              </a:spcAft>
              <a:buNone/>
              <a:defRPr sz="1400"/>
            </a:lvl1pPr>
            <a:lvl2pPr marL="182880" indent="0">
              <a:buNone/>
              <a:defRPr sz="1200"/>
            </a:lvl2pPr>
            <a:lvl3pPr marL="365760" indent="0">
              <a:buNone/>
              <a:defRPr sz="1100"/>
            </a:lvl3pPr>
            <a:lvl4pPr marL="548640" indent="0">
              <a:buNone/>
              <a:defRPr sz="1050"/>
            </a:lvl4pPr>
            <a:lvl5pPr marL="731520" indent="0">
              <a:buNone/>
              <a:defRPr sz="100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4643" y="6360518"/>
            <a:ext cx="3906838" cy="497482"/>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lgn="l">
              <a:buNone/>
              <a:defRPr sz="1400">
                <a:solidFill>
                  <a:schemeClr val="bg2"/>
                </a:solidFill>
              </a:defRPr>
            </a:lvl1pPr>
          </a:lstStyle>
          <a:p xmlns:a="http://schemas.openxmlformats.org/drawingml/2006/main">
            <a:pPr lvl="0">
              <a:buNone/>
            </a:pPr>
            <a:r>
              <a:t>Date</a:t>
            </a:r>
          </a:p>
        </p:txBody>
      </p:sp>
      <p:sp>
        <p:nvSpPr>
          <p:cNvPr id="23" name="Graphic 21">
            <a:extLst xmlns:a="http://schemas.openxmlformats.org/drawingml/2006/main">
              <a:ext uri="{FF2B5EF4-FFF2-40B4-BE49-F238E27FC236}">
                <a16:creationId xmlns:a16="http://schemas.microsoft.com/office/drawing/2014/main" id="{0B51E088-9CCC-0F69-112A-CEC9A65FADC5}"/>
              </a:ext>
            </a:extLst>
          </p:cNvPr>
          <p:cNvSpPr>
            <a:spLocks xmlns:a="http://schemas.openxmlformats.org/drawingml/2006/main" noGrp="1"/>
          </p:cNvSpPr>
          <p:nvPr/>
        </p:nvSpPr>
        <p:spPr>
          <a:xfrm xmlns:a="http://schemas.openxmlformats.org/drawingml/2006/main">
            <a:off x="6107248" y="781243"/>
            <a:ext cx="5303520" cy="5303520"/>
          </a:xfrm>
          <a:custGeom xmlns:a="http://schemas.openxmlformats.org/drawingml/2006/main">
            <a:gdLst>
              <a:gd name="connsiteX0" fmla="*/ 5291567 w 5291566"/>
              <a:gd name="connsiteY0" fmla="*/ 2645783 h 5291566"/>
              <a:gd name="connsiteX1" fmla="*/ 2645783 w 5291566"/>
              <a:gd name="connsiteY1" fmla="*/ 5291567 h 5291566"/>
              <a:gd name="connsiteX2" fmla="*/ 0 w 5291566"/>
              <a:gd name="connsiteY2" fmla="*/ 2645783 h 5291566"/>
              <a:gd name="connsiteX3" fmla="*/ 2645783 w 5291566"/>
              <a:gd name="connsiteY3" fmla="*/ 0 h 5291566"/>
              <a:gd name="connsiteX4" fmla="*/ 5291567 w 5291566"/>
              <a:gd name="connsiteY4" fmla="*/ 2645783 h 5291566"/>
            </a:gdLst>
            <a:rect l="l" t="t" r="r" b="b"/>
            <a:pathLst>
              <a:path w="5291566" h="5291566">
                <a:moveTo>
                  <a:pt x="5291567" y="2645783"/>
                </a:moveTo>
                <a:cubicBezTo>
                  <a:pt x="5291567" y="4107009"/>
                  <a:pt x="4107009" y="5291567"/>
                  <a:pt x="2645783" y="5291567"/>
                </a:cubicBezTo>
                <a:cubicBezTo>
                  <a:pt x="1184557" y="5291567"/>
                  <a:pt x="0" y="4107009"/>
                  <a:pt x="0" y="2645783"/>
                </a:cubicBezTo>
                <a:cubicBezTo>
                  <a:pt x="0" y="1184557"/>
                  <a:pt x="1184557" y="0"/>
                  <a:pt x="2645783" y="0"/>
                </a:cubicBezTo>
                <a:cubicBezTo>
                  <a:pt x="4107009" y="0"/>
                  <a:pt x="5291567" y="1184557"/>
                  <a:pt x="5291567" y="2645783"/>
                </a:cubicBezTo>
                <a:close/>
              </a:path>
            </a:pathLst>
          </a:custGeom>
          <a:solidFill xmlns:a="http://schemas.openxmlformats.org/drawingml/2006/main">
            <a:schemeClr val="tx1"/>
          </a:solidFill>
          <a:ln xmlns:a="http://schemas.openxmlformats.org/drawingml/2006/main" w="50800">
            <a:gradFill rotWithShape="1">
              <a:gsLst>
                <a:gs pos="0">
                  <a:srgbClr val="3070E5"/>
                </a:gs>
                <a:gs pos="35000">
                  <a:srgbClr val="1ABBE9"/>
                </a:gs>
                <a:gs pos="43000">
                  <a:srgbClr val="1ABBE9"/>
                </a:gs>
                <a:gs pos="60000">
                  <a:srgbClr val="FD017F"/>
                </a:gs>
                <a:gs pos="100000">
                  <a:srgbClr val="FCA601"/>
                </a:gs>
              </a:gsLst>
              <a:lin ang="0" scaled="1"/>
              <a:tileRect/>
            </a:gradFill>
            <a:prstDash val="solid"/>
          </a:ln>
        </p:spPr>
        <p:txBody>
          <a:bodyPr xmlns:a="http://schemas.openxmlformats.org/drawingml/2006/main" anchor="ctr"/>
          <a:lstStyle xmlns:a="http://schemas.openxmlformats.org/drawingml/2006/main"/>
          <a:p xmlns:a="http://schemas.openxmlformats.org/drawingml/2006/main">
            <a:pPr lvl="0">
              <a:buNone/>
            </a:pPr>
            <a:endParaRPr/>
          </a:p>
        </p:txBody>
      </p:sp>
      <p:pic>
        <p:nvPicPr>
          <p:cNvPr id="33" name="Picture 7"/>
          <p:cNvPicPr>
            <a:picLocks xmlns:a="http://schemas.openxmlformats.org/drawingml/2006/main" noChangeAspect="1"/>
          </p:cNvPicPr>
          <p:nvPr/>
        </p:nvPicPr>
        <p:blipFill>
          <a:blip xmlns:r="http://schemas.openxmlformats.org/officeDocument/2006/relationships" xmlns:a="http://schemas.openxmlformats.org/drawingml/2006/main" r:embed="R440e21d39d2c4997">
            <a:extLst>
              <a:ext uri="{96DAC541-7B7A-43D3-8B79-37D633B846F1}">
                <asvg:svgBlip xmlns:asvg="http://schemas.microsoft.com/office/drawing/2016/SVG/main" r:embed="R62abdac049bf4be1"/>
              </a:ext>
            </a:extLst>
          </a:blip>
          <a:srcRect xmlns:a="http://schemas.openxmlformats.org/drawingml/2006/main" l="0" t="0" r="0" b="0"/>
          <a:stretch xmlns:a="http://schemas.openxmlformats.org/drawingml/2006/main"/>
        </p:blipFill>
        <p:spPr>
          <a:xfrm xmlns:a="http://schemas.openxmlformats.org/drawingml/2006/main">
            <a:off x="8281171" y="3181936"/>
            <a:ext cx="955675" cy="502135"/>
          </a:xfrm>
          <a:prstGeom xmlns:a="http://schemas.openxmlformats.org/drawingml/2006/main" prst="rect">
            <a:avLst/>
          </a:prstGeom>
        </p:spPr>
      </p:pic>
    </p:spTree>
  </p:cSld>
</p:sldLayout>
</file>

<file path=ppt/slideLayouts/slideLayout4.xml><?xml version="1.0" encoding="utf-8"?>
<p:sldLayout xmlns:p="http://schemas.openxmlformats.org/presentationml/2006/main" showMasterSp="0" preserve="1" userDrawn="1">
  <p:cSld name="Title Slide 2, Four Speakers">
    <p:bg>
      <p:bgPr>
        <a:blipFill xmlns:a="http://schemas.openxmlformats.org/drawingml/2006/main" rotWithShape="1">
          <a:blip xmlns:r="http://schemas.openxmlformats.org/officeDocument/2006/relationships" r:embed="R13aa75b6eec6475c">
            <a:lum/>
          </a:blip>
          <a:srcRect l="0" t="0" r="0" b="0"/>
          <a:stretch>
            <a:fillRect l="0" t="0" r="0" b="0"/>
          </a:stretch>
        </a:blipFill>
      </p:bgPr>
    </p:bg>
    <p:spTree>
      <p:nvGrpSpPr>
        <p:cNvPr id="1" name=""/>
        <p:cNvGrpSpPr/>
        <p:nvPr/>
      </p:nvGrpSpPr>
      <p:grpSpPr>
        <a:xfrm xmlns:a="http://schemas.openxmlformats.org/drawingml/2006/main"/>
      </p:grpSpPr>
      <p:sp>
        <p:nvSpPr>
          <p:cNvPr id="5" name="Rectangle 4">
            <a:extLst xmlns:a="http://schemas.openxmlformats.org/drawingml/2006/main">
              <a:ext uri="{FF2B5EF4-FFF2-40B4-BE49-F238E27FC236}">
                <a16:creationId xmlns:a16="http://schemas.microsoft.com/office/drawing/2014/main" id="{AEFAB65E-774E-7C2F-9733-CE6410F8652F}"/>
              </a:ext>
            </a:extLst>
          </p:cNvPr>
          <p:cNvSpPr>
            <a:spLocks xmlns:a="http://schemas.openxmlformats.org/drawingml/2006/main" noGrp="1"/>
          </p:cNvSpPr>
          <p:nvPr/>
        </p:nvSpPr>
        <p:spPr>
          <a:xfrm xmlns:a="http://schemas.openxmlformats.org/drawingml/2006/main">
            <a:off x="0" y="1260471"/>
            <a:ext cx="10888663" cy="435134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pic>
        <p:nvPicPr>
          <p:cNvPr id="21" name="Picture 7"/>
          <p:cNvPicPr>
            <a:picLocks xmlns:a="http://schemas.openxmlformats.org/drawingml/2006/main" noChangeAspect="1"/>
          </p:cNvPicPr>
          <p:nvPr/>
        </p:nvPicPr>
        <p:blipFill>
          <a:blip xmlns:r="http://schemas.openxmlformats.org/officeDocument/2006/relationships" xmlns:a="http://schemas.openxmlformats.org/drawingml/2006/main" r:embed="Rbf95a8bc34344b9c">
            <a:extLst>
              <a:ext uri="{96DAC541-7B7A-43D3-8B79-37D633B846F1}">
                <asvg:svgBlip xmlns:asvg="http://schemas.microsoft.com/office/drawing/2016/SVG/main" r:embed="R66fcb4f67d4a4a2e"/>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xml><?xml version="1.0" encoding="utf-8"?>
<p:sldLayout xmlns:p="http://schemas.openxmlformats.org/presentationml/2006/main" showMasterSp="0" preserve="1" userDrawn="1">
  <p:cSld name="Title Slide 3, Four Speakers">
    <p:bg>
      <p:bgPr>
        <a:solidFill xmlns:a="http://schemas.openxmlformats.org/drawingml/2006/main">
          <a:schemeClr val="tx1"/>
        </a:solidFill>
      </p:bgPr>
    </p:bg>
    <p:spTree>
      <p:nvGrpSpPr>
        <p:cNvPr id="1" name=""/>
        <p:cNvGrpSpPr/>
        <p:nvPr/>
      </p:nvGrpSpPr>
      <p:grpSpPr>
        <a:xfrm xmlns:a="http://schemas.openxmlformats.org/drawingml/2006/main"/>
      </p:grpSpPr>
      <p:pic>
        <p:nvPicPr>
          <p:cNvPr id="15" name="Picture 7"/>
          <p:cNvPicPr>
            <a:picLocks xmlns:a="http://schemas.openxmlformats.org/drawingml/2006/main" noChangeAspect="1"/>
          </p:cNvPicPr>
          <p:nvPr/>
        </p:nvPicPr>
        <p:blipFill>
          <a:blip xmlns:r="http://schemas.openxmlformats.org/officeDocument/2006/relationships" xmlns:a="http://schemas.openxmlformats.org/drawingml/2006/main" r:embed="Rfc6bc21c8b7c4ebb">
            <a:extLst>
              <a:ext uri="{96DAC541-7B7A-43D3-8B79-37D633B846F1}">
                <asvg:svgBlip xmlns:asvg="http://schemas.microsoft.com/office/drawing/2016/SVG/main" r:embed="R243a789881e74221"/>
              </a:ext>
            </a:extLst>
          </a:blip>
          <a:srcRect xmlns:a="http://schemas.openxmlformats.org/drawingml/2006/main" l="0" t="0" r="0" b="0"/>
          <a:stretch xmlns:a="http://schemas.openxmlformats.org/drawingml/2006/main"/>
        </p:blipFill>
        <p:spPr>
          <a:xfrm xmlns:a="http://schemas.openxmlformats.org/drawingml/2006/main">
            <a:off x="323850" y="320675"/>
            <a:ext cx="792163" cy="416221"/>
          </a:xfrm>
          <a:prstGeom xmlns:a="http://schemas.openxmlformats.org/drawingml/2006/main" prst="rect">
            <a:avLst/>
          </a:prstGeom>
        </p:spPr>
      </p:pic>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492374"/>
            <a:ext cx="10167938" cy="1243019"/>
          </a:xfrm>
        </p:spPr>
        <p:txBody>
          <a:bodyPr xmlns:a="http://schemas.openxmlformats.org/drawingml/2006/main" anchor="b"/>
          <a:lstStyle xmlns:a="http://schemas.openxmlformats.org/drawingml/2006/main">
            <a:lvl1pPr>
              <a:buNone/>
              <a:defRPr sz="3600">
                <a:solidFill>
                  <a:schemeClr val="bg1"/>
                </a:solidFill>
              </a:defRPr>
            </a:lvl1pPr>
          </a:lstStyle>
          <a:p xmlns:a="http://schemas.openxmlformats.org/drawingml/2006/main">
            <a:r>
              <a:t>Presentation Slide Title Layout 3</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49" y="3827463"/>
            <a:ext cx="1016793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6">
            <a:extLst xmlns:a="http://schemas.openxmlformats.org/drawingml/2006/main">
              <a:ext uri="{FF2B5EF4-FFF2-40B4-BE49-F238E27FC236}">
                <a16:creationId xmlns:a16="http://schemas.microsoft.com/office/drawing/2014/main" id="{872EFECA-80DB-74BA-813F-3952A15A5022}"/>
              </a:ext>
            </a:extLst>
          </p:cNvPr>
          <p:cNvSpPr>
            <a:spLocks xmlns:a="http://schemas.openxmlformats.org/drawingml/2006/main" noGrp="1"/>
          </p:cNvSpPr>
          <p:nvPr>
            <p:ph type="body" idx="15" hasCustomPrompt="1"/>
          </p:nvPr>
        </p:nvSpPr>
        <p:spPr>
          <a:xfrm xmlns:a="http://schemas.openxmlformats.org/drawingml/2006/main">
            <a:off x="4230688" y="4360863"/>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323850" y="4990779"/>
            <a:ext cx="3725863"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13" name="Text Placeholder 12">
            <a:extLst xmlns:a="http://schemas.openxmlformats.org/drawingml/2006/main">
              <a:ext uri="{FF2B5EF4-FFF2-40B4-BE49-F238E27FC236}">
                <a16:creationId xmlns:a16="http://schemas.microsoft.com/office/drawing/2014/main" id="{2BBB47F0-F6D2-5FD5-1C2D-8963A9B280F8}"/>
              </a:ext>
            </a:extLst>
          </p:cNvPr>
          <p:cNvSpPr>
            <a:spLocks xmlns:a="http://schemas.openxmlformats.org/drawingml/2006/main" noGrp="1"/>
          </p:cNvSpPr>
          <p:nvPr>
            <p:ph type="body" idx="16" hasCustomPrompt="1"/>
          </p:nvPr>
        </p:nvSpPr>
        <p:spPr>
          <a:xfrm xmlns:a="http://schemas.openxmlformats.org/drawingml/2006/main">
            <a:off x="4230688" y="4990779"/>
            <a:ext cx="4886325" cy="457200"/>
          </a:xfrm>
        </p:spPr>
        <p:txBody>
          <a:bodyPr xmlns:a="http://schemas.openxmlformats.org/drawingml/2006/main"/>
          <a:lstStyle xmlns:a="http://schemas.openxmlformats.org/drawingml/2006/main">
            <a:lvl1pPr marL="0" indent="0">
              <a:spcAft>
                <a:spcPts val="0"/>
              </a:spcAft>
              <a:buNone/>
              <a:defRPr sz="1400"/>
            </a:lvl1pPr>
            <a:lvl2pPr>
              <a:buNone/>
              <a:defRPr sz="1400"/>
            </a:lvl2pPr>
            <a:lvl3pPr>
              <a:buNone/>
              <a:defRPr sz="1200"/>
            </a:lvl3pPr>
            <a:lvl4pPr>
              <a:buNone/>
              <a:defRPr sz="1100"/>
            </a:lvl4pPr>
            <a:lvl5pPr>
              <a:buNone/>
              <a:defRPr sz="1050"/>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6.xml><?xml version="1.0" encoding="utf-8"?>
<p:sldLayout xmlns:p="http://schemas.openxmlformats.org/presentationml/2006/main" showMasterSp="0" preserve="1" userDrawn="1">
  <p:cSld name="Event Only Title Slide 1, Two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218122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82746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436086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436086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7.xml><?xml version="1.0" encoding="utf-8"?>
<p:sldLayout xmlns:p="http://schemas.openxmlformats.org/presentationml/2006/main" showMasterSp="0" preserve="1" userDrawn="1">
  <p:cSld name="Event Only Title Slide 2, Four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Tree>
  </p:cSld>
</p:sldLayout>
</file>

<file path=ppt/slideLayouts/slideLayout8.xml><?xml version="1.0" encoding="utf-8"?>
<p:sldLayout xmlns:p="http://schemas.openxmlformats.org/presentationml/2006/main" showMasterSp="0" preserve="1" userDrawn="1">
  <p:cSld name="Event Only Title Slide 3, Six Speakers">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091BA1A5-BDA4-7FEA-3EC4-1DBB3AD00F15}"/>
              </a:ext>
            </a:extLst>
          </p:cNvPr>
          <p:cNvSpPr>
            <a:spLocks xmlns:a="http://schemas.openxmlformats.org/drawingml/2006/main" noGrp="1"/>
          </p:cNvSpPr>
          <p:nvPr>
            <p:ph type="title" idx="0" hasCustomPrompt="1"/>
          </p:nvPr>
        </p:nvSpPr>
        <p:spPr>
          <a:xfrm xmlns:a="http://schemas.openxmlformats.org/drawingml/2006/main">
            <a:off x="323850" y="1556884"/>
            <a:ext cx="6656388" cy="1554169"/>
          </a:xfrm>
        </p:spPr>
        <p:txBody>
          <a:bodyPr xmlns:a="http://schemas.openxmlformats.org/drawingml/2006/main" anchor="b"/>
          <a:lstStyle xmlns:a="http://schemas.openxmlformats.org/drawingml/2006/main">
            <a:lvl1pPr>
              <a:buNone/>
              <a:defRPr sz="3600"/>
            </a:lvl1pPr>
          </a:lstStyle>
          <a:p xmlns:a="http://schemas.openxmlformats.org/drawingml/2006/main">
            <a:r>
              <a:t>Presentation Title</a:t>
            </a:r>
          </a:p>
        </p:txBody>
      </p:sp>
      <p:sp>
        <p:nvSpPr>
          <p:cNvPr id="11" name="Text Placeholder 10">
            <a:extLst xmlns:a="http://schemas.openxmlformats.org/drawingml/2006/main">
              <a:ext uri="{FF2B5EF4-FFF2-40B4-BE49-F238E27FC236}">
                <a16:creationId xmlns:a16="http://schemas.microsoft.com/office/drawing/2014/main" id="{4DBA1600-2171-A996-0ADC-8B8C7BC4DEAA}"/>
              </a:ext>
            </a:extLst>
          </p:cNvPr>
          <p:cNvSpPr>
            <a:spLocks xmlns:a="http://schemas.openxmlformats.org/drawingml/2006/main" noGrp="1"/>
          </p:cNvSpPr>
          <p:nvPr>
            <p:ph type="body" idx="13" hasCustomPrompt="1"/>
          </p:nvPr>
        </p:nvSpPr>
        <p:spPr>
          <a:xfrm xmlns:a="http://schemas.openxmlformats.org/drawingml/2006/main">
            <a:off x="323850" y="3203123"/>
            <a:ext cx="6656388" cy="223837"/>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600" b="0" kern="1200">
                <a:solidFill>
                  <a:schemeClr val="bg1"/>
                </a:solidFill>
                <a:latin typeface="+mn-lt"/>
                <a:ea typeface="+mn-lt"/>
                <a:cs typeface="+mn-lt"/>
              </a:defRPr>
            </a:lvl1pPr>
          </a:lstStyle>
          <a:p xmlns:a="http://schemas.openxmlformats.org/drawingml/2006/main">
            <a:pPr marL="0" lvl="0" indent="0" algn="l" defTabSz="912276">
              <a:lnSpc>
                <a:spcPct val="100000"/>
              </a:lnSpc>
              <a:spcBef>
                <a:spcPts val="0"/>
              </a:spcBef>
              <a:spcAft>
                <a:spcPts val="1000"/>
              </a:spcAft>
              <a:buClr>
                <a:schemeClr val="bg1"/>
              </a:buClr>
              <a:buSzPct val="100000"/>
              <a:buFont typeface="Arial"/>
              <a:buNone/>
            </a:pPr>
            <a:r>
              <a:t>Subtitle</a:t>
            </a:r>
          </a:p>
        </p:txBody>
      </p:sp>
      <p:sp>
        <p:nvSpPr>
          <p:cNvPr id="6" name="Text Placeholder 5">
            <a:extLst xmlns:a="http://schemas.openxmlformats.org/drawingml/2006/main">
              <a:ext uri="{FF2B5EF4-FFF2-40B4-BE49-F238E27FC236}">
                <a16:creationId xmlns:a16="http://schemas.microsoft.com/office/drawing/2014/main" id="{3C6237E3-CDA3-4826-B416-A9C4ECE19D8D}"/>
              </a:ext>
            </a:extLst>
          </p:cNvPr>
          <p:cNvSpPr>
            <a:spLocks xmlns:a="http://schemas.openxmlformats.org/drawingml/2006/main" noGrp="1"/>
          </p:cNvSpPr>
          <p:nvPr>
            <p:ph type="body" idx="11" hasCustomPrompt="1"/>
          </p:nvPr>
        </p:nvSpPr>
        <p:spPr>
          <a:xfrm xmlns:a="http://schemas.openxmlformats.org/drawingml/2006/main">
            <a:off x="323850" y="3736526"/>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10" name="Text Placeholder 9">
            <a:extLst xmlns:a="http://schemas.openxmlformats.org/drawingml/2006/main">
              <a:ext uri="{FF2B5EF4-FFF2-40B4-BE49-F238E27FC236}">
                <a16:creationId xmlns:a16="http://schemas.microsoft.com/office/drawing/2014/main" id="{5AEFF02C-63AA-C8DF-DF7B-EDA5A3CE61A6}"/>
              </a:ext>
            </a:extLst>
          </p:cNvPr>
          <p:cNvSpPr>
            <a:spLocks xmlns:a="http://schemas.openxmlformats.org/drawingml/2006/main" noGrp="1"/>
          </p:cNvSpPr>
          <p:nvPr>
            <p:ph type="body" idx="14" hasCustomPrompt="1"/>
          </p:nvPr>
        </p:nvSpPr>
        <p:spPr>
          <a:xfrm xmlns:a="http://schemas.openxmlformats.org/drawingml/2006/main">
            <a:off x="4230687" y="3736526"/>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9" name="Text Placeholder 8">
            <a:extLst xmlns:a="http://schemas.openxmlformats.org/drawingml/2006/main">
              <a:ext uri="{FF2B5EF4-FFF2-40B4-BE49-F238E27FC236}">
                <a16:creationId xmlns:a16="http://schemas.microsoft.com/office/drawing/2014/main" id="{943234AB-A4AA-B257-D87A-A9AEED608B7B}"/>
              </a:ext>
            </a:extLst>
          </p:cNvPr>
          <p:cNvSpPr>
            <a:spLocks xmlns:a="http://schemas.openxmlformats.org/drawingml/2006/main" noGrp="1"/>
          </p:cNvSpPr>
          <p:nvPr>
            <p:ph type="body" idx="12" hasCustomPrompt="1"/>
          </p:nvPr>
        </p:nvSpPr>
        <p:spPr>
          <a:xfrm xmlns:a="http://schemas.openxmlformats.org/drawingml/2006/main">
            <a:off x="323850" y="6364224"/>
            <a:ext cx="3906838" cy="493776"/>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buNone/>
              <a:defRPr sz="1400">
                <a:solidFill>
                  <a:schemeClr val="bg2"/>
                </a:solidFill>
              </a:defRPr>
            </a:lvl1pPr>
          </a:lstStyle>
          <a:p xmlns:a="http://schemas.openxmlformats.org/drawingml/2006/main">
            <a:pPr lvl="0">
              <a:buNone/>
            </a:pPr>
            <a:r>
              <a:t>Date</a:t>
            </a:r>
          </a:p>
        </p:txBody>
      </p:sp>
      <p:sp>
        <p:nvSpPr>
          <p:cNvPr id="2" name="Text Placeholder 5">
            <a:extLst xmlns:a="http://schemas.openxmlformats.org/drawingml/2006/main">
              <a:ext uri="{FF2B5EF4-FFF2-40B4-BE49-F238E27FC236}">
                <a16:creationId xmlns:a16="http://schemas.microsoft.com/office/drawing/2014/main" id="{975F4503-6E14-DE87-30D2-13904F94B354}"/>
              </a:ext>
            </a:extLst>
          </p:cNvPr>
          <p:cNvSpPr>
            <a:spLocks xmlns:a="http://schemas.openxmlformats.org/drawingml/2006/main" noGrp="1"/>
          </p:cNvSpPr>
          <p:nvPr>
            <p:ph type="body" idx="15" hasCustomPrompt="1"/>
          </p:nvPr>
        </p:nvSpPr>
        <p:spPr>
          <a:xfrm xmlns:a="http://schemas.openxmlformats.org/drawingml/2006/main">
            <a:off x="323850" y="4363133"/>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4" name="Text Placeholder 9">
            <a:extLst xmlns:a="http://schemas.openxmlformats.org/drawingml/2006/main">
              <a:ext uri="{FF2B5EF4-FFF2-40B4-BE49-F238E27FC236}">
                <a16:creationId xmlns:a16="http://schemas.microsoft.com/office/drawing/2014/main" id="{09DECD55-6AA1-8B80-F758-69B1E9337A04}"/>
              </a:ext>
            </a:extLst>
          </p:cNvPr>
          <p:cNvSpPr>
            <a:spLocks xmlns:a="http://schemas.openxmlformats.org/drawingml/2006/main" noGrp="1"/>
          </p:cNvSpPr>
          <p:nvPr>
            <p:ph type="body" idx="16" hasCustomPrompt="1"/>
          </p:nvPr>
        </p:nvSpPr>
        <p:spPr>
          <a:xfrm xmlns:a="http://schemas.openxmlformats.org/drawingml/2006/main">
            <a:off x="4230687" y="4363133"/>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
        <p:nvSpPr>
          <p:cNvPr id="7" name="Text Placeholder 5">
            <a:extLst xmlns:a="http://schemas.openxmlformats.org/drawingml/2006/main">
              <a:ext uri="{FF2B5EF4-FFF2-40B4-BE49-F238E27FC236}">
                <a16:creationId xmlns:a16="http://schemas.microsoft.com/office/drawing/2014/main" id="{B989D1F9-5949-EAFF-931D-8121D6A66AA8}"/>
              </a:ext>
            </a:extLst>
          </p:cNvPr>
          <p:cNvSpPr>
            <a:spLocks xmlns:a="http://schemas.openxmlformats.org/drawingml/2006/main" noGrp="1"/>
          </p:cNvSpPr>
          <p:nvPr>
            <p:ph type="body" idx="17" hasCustomPrompt="1"/>
          </p:nvPr>
        </p:nvSpPr>
        <p:spPr>
          <a:xfrm xmlns:a="http://schemas.openxmlformats.org/drawingml/2006/main">
            <a:off x="323850" y="4986338"/>
            <a:ext cx="3725863" cy="457200"/>
          </a:xfrm>
          <a:prstGeom xmlns:a="http://schemas.openxmlformats.org/drawingml/2006/main" prst="rect">
            <a:avLst/>
          </a:prstGeom>
          <a:noFill xmlns:a="http://schemas.openxmlformats.org/drawingml/2006/main"/>
        </p:spPr>
        <p:txBody>
          <a:bodyPr xmlns:a="http://schemas.openxmlformats.org/drawingml/2006/main"/>
          <a:lstStyle xmlns:a="http://schemas.openxmlformats.org/drawingml/2006/main">
            <a:lvl1pPr marL="0" indent="0">
              <a:spcAft>
                <a:spcPts val="0"/>
              </a:spcAft>
              <a:buNone/>
              <a:defRPr sz="1400"/>
            </a:lvl1pPr>
          </a:lstStyle>
          <a:p xmlns:a="http://schemas.openxmlformats.org/drawingml/2006/main">
            <a:pPr lvl="0">
              <a:buNone/>
            </a:pPr>
            <a:r>
              <a:t>Speaker Name</a:t>
            </a:r>
          </a:p>
          <a:p xmlns:a="http://schemas.openxmlformats.org/drawingml/2006/main">
            <a:pPr lvl="0">
              <a:buNone/>
            </a:pPr>
            <a:r>
              <a:t>Speaker Title placeholder, @social</a:t>
            </a:r>
          </a:p>
        </p:txBody>
      </p:sp>
      <p:sp>
        <p:nvSpPr>
          <p:cNvPr id="8" name="Text Placeholder 9">
            <a:extLst xmlns:a="http://schemas.openxmlformats.org/drawingml/2006/main">
              <a:ext uri="{FF2B5EF4-FFF2-40B4-BE49-F238E27FC236}">
                <a16:creationId xmlns:a16="http://schemas.microsoft.com/office/drawing/2014/main" id="{3D1ACE7D-3D09-2D50-1C06-DBAD3893A921}"/>
              </a:ext>
            </a:extLst>
          </p:cNvPr>
          <p:cNvSpPr>
            <a:spLocks xmlns:a="http://schemas.openxmlformats.org/drawingml/2006/main" noGrp="1"/>
          </p:cNvSpPr>
          <p:nvPr>
            <p:ph type="body" idx="18" hasCustomPrompt="1"/>
          </p:nvPr>
        </p:nvSpPr>
        <p:spPr>
          <a:xfrm xmlns:a="http://schemas.openxmlformats.org/drawingml/2006/main">
            <a:off x="4230687" y="4986338"/>
            <a:ext cx="3727451" cy="457200"/>
          </a:xfrm>
        </p:spPr>
        <p:txBody>
          <a:bodyPr xmlns:a="http://schemas.openxmlformats.org/drawingml/2006/main"/>
          <a:lstStyle xmlns:a="http://schemas.openxmlformats.org/drawingml/2006/main">
            <a:lvl1pPr marL="0" indent="0">
              <a:spcAft>
                <a:spcPts val="0"/>
              </a:spcAft>
              <a:buNone/>
              <a:defRPr sz="1400" kern="1200">
                <a:solidFill>
                  <a:schemeClr val="bg1"/>
                </a:solidFill>
                <a:latin typeface="+mn-lt"/>
                <a:ea typeface="+mn-lt"/>
                <a:cs typeface="+mn-lt"/>
              </a:defRPr>
            </a:lvl1pPr>
            <a:lvl2pPr>
              <a:buNone/>
              <a:defRPr/>
            </a:lvl2pPr>
            <a:lvl3pPr>
              <a:buNone/>
              <a:defRPr/>
            </a:lvl3pPr>
            <a:lvl4pPr>
              <a:buNone/>
              <a:defRPr/>
            </a:lvl4pPr>
            <a:lvl5pPr>
              <a:buNone/>
              <a:defRPr/>
            </a:lvl5pPr>
          </a:lstStyle>
          <a:p xmlns:a="http://schemas.openxmlformats.org/drawingml/2006/main">
            <a:pPr lvl="0">
              <a:buNone/>
            </a:pPr>
            <a:r>
              <a:t>Speaker Name</a:t>
            </a:r>
          </a:p>
          <a:p xmlns:a="http://schemas.openxmlformats.org/drawingml/2006/main">
            <a:pPr lvl="0">
              <a:buNone/>
            </a:pPr>
            <a:r>
              <a:t>Speaker Title placeholder, @social</a:t>
            </a:r>
          </a:p>
        </p:txBody>
      </p:sp>
    </p:spTree>
  </p:cSld>
</p:sldLayout>
</file>

<file path=ppt/slideLayouts/slideLayout9.xml><?xml version="1.0" encoding="utf-8"?>
<p:sldLayout xmlns:p="http://schemas.openxmlformats.org/presentationml/2006/main" preserve="1" userDrawn="1">
  <p:cSld name="Agenda 1">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E637F1A5-67B6-4A78-7FA7-0860E1B6F9B0}"/>
              </a:ext>
            </a:extLst>
          </p:cNvPr>
          <p:cNvSpPr>
            <a:spLocks xmlns:a="http://schemas.openxmlformats.org/drawingml/2006/main" noGrp="1"/>
          </p:cNvSpPr>
          <p:nvPr>
            <p:ph type="ftr" idx="2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FB200302-2202-F22C-D162-871BF904F46C}"/>
              </a:ext>
            </a:extLst>
          </p:cNvPr>
          <p:cNvSpPr>
            <a:spLocks xmlns:a="http://schemas.openxmlformats.org/drawingml/2006/main" noGrp="1"/>
          </p:cNvSpPr>
          <p:nvPr>
            <p:ph type="sldNum" idx="19"/>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0.xml><?xml version="1.0" encoding="utf-8"?>
<p:sldLayout xmlns:p="http://schemas.openxmlformats.org/presentationml/2006/main" preserve="1" userDrawn="1">
  <p:cSld name="Title Onl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1.xml><?xml version="1.0" encoding="utf-8"?>
<p:sldLayout xmlns:p="http://schemas.openxmlformats.org/presentationml/2006/main" preserve="1" userDrawn="1">
  <p:cSld name="Title, Subtitle Only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2.xml><?xml version="1.0" encoding="utf-8"?>
<p:sldLayout xmlns:p="http://schemas.openxmlformats.org/presentationml/2006/main" preserve="1" userDrawn="1">
  <p:cSld name="1/2 Slide Title, Top Subheadin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4703763"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6184900" y="320675"/>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Subheading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3.xml><?xml version="1.0" encoding="utf-8"?>
<p:sldLayout xmlns:p="http://schemas.openxmlformats.org/presentationml/2006/main" preserve="1" userDrawn="1">
  <p:cSld name="Section, Title Only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4.xml><?xml version="1.0" encoding="utf-8"?>
<p:sldLayout xmlns:p="http://schemas.openxmlformats.org/presentationml/2006/main" preserve="1" userDrawn="1">
  <p:cSld name="Section, Title, Subtitle">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6A259C3D-581C-B8BC-32B4-EE2B22A753A2}"/>
              </a:ext>
            </a:extLst>
          </p:cNvPr>
          <p:cNvSpPr>
            <a:spLocks xmlns:a="http://schemas.openxmlformats.org/drawingml/2006/main" noGrp="1"/>
          </p:cNvSpPr>
          <p:nvPr>
            <p:ph type="body" idx="13" hasCustomPrompt="1"/>
          </p:nvPr>
        </p:nvSpPr>
        <p:spPr>
          <a:xfrm xmlns:a="http://schemas.openxmlformats.org/drawingml/2006/main">
            <a:off x="323850" y="1114425"/>
            <a:ext cx="5772150" cy="441325"/>
          </a:xfrm>
        </p:spPr>
        <p:txBody>
          <a:bodyPr xmlns:a="http://schemas.openxmlformats.org/drawingml/2006/main"/>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5.xml><?xml version="1.0" encoding="utf-8"?>
<p:sldLayout xmlns:p="http://schemas.openxmlformats.org/presentationml/2006/main" preserve="1" userDrawn="1">
  <p:cSld name="1/2 Slide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6.xml><?xml version="1.0" encoding="utf-8"?>
<p:sldLayout xmlns:p="http://schemas.openxmlformats.org/presentationml/2006/main" preserve="1" userDrawn="1">
  <p:cSld name="1/2 Slide, Section, Title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7.xml><?xml version="1.0" encoding="utf-8"?>
<p:sldLayout xmlns:p="http://schemas.openxmlformats.org/presentationml/2006/main" preserve="1" userDrawn="1">
  <p:cSld name="1/2 Slide, Section, Title 2">
    <p:spTree>
      <p:nvGrpSpPr>
        <p:cNvPr id="1" name=""/>
        <p:cNvGrpSpPr/>
        <p:nvPr/>
      </p:nvGrpSpPr>
      <p:grpSpPr>
        <a:xfrm xmlns:a="http://schemas.openxmlformats.org/drawingml/2006/main"/>
      </p:grpSpPr>
      <p:sp>
        <p:nvSpPr>
          <p:cNvPr id="7" name="Text Placeholder 6">
            <a:extLst xmlns:a="http://schemas.openxmlformats.org/drawingml/2006/main">
              <a:ext uri="{FF2B5EF4-FFF2-40B4-BE49-F238E27FC236}">
                <a16:creationId xmlns:a16="http://schemas.microsoft.com/office/drawing/2014/main" id="{F5376922-1A18-EB35-1718-708DF44FBF1B}"/>
              </a:ext>
            </a:extLst>
          </p:cNvPr>
          <p:cNvSpPr>
            <a:spLocks xmlns:a="http://schemas.openxmlformats.org/drawingml/2006/main" noGrp="1"/>
          </p:cNvSpPr>
          <p:nvPr>
            <p:ph type="body" idx="13"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18.xml><?xml version="1.0" encoding="utf-8"?>
<p:sldLayout xmlns:p="http://schemas.openxmlformats.org/presentationml/2006/main" preserve="1" userDrawn="1">
  <p:cSld name="1/2 Slide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19.xml><?xml version="1.0" encoding="utf-8"?>
<p:sldLayout xmlns:p="http://schemas.openxmlformats.org/presentationml/2006/main" preserve="1" userDrawn="1">
  <p:cSld name="1/2 Slide Section, Title, Body Copy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D6125826-3231-68F4-7FEE-8A01F6F42B51}"/>
              </a:ext>
            </a:extLst>
          </p:cNvPr>
          <p:cNvSpPr>
            <a:spLocks xmlns:a="http://schemas.openxmlformats.org/drawingml/2006/main" noGrp="1"/>
          </p:cNvSpPr>
          <p:nvPr>
            <p:ph type="body" idx="12"/>
          </p:nvPr>
        </p:nvSpPr>
        <p:spPr>
          <a:xfrm xmlns:a="http://schemas.openxmlformats.org/drawingml/2006/main">
            <a:off x="6581774" y="1244600"/>
            <a:ext cx="5286375" cy="4367213"/>
          </a:xfrm>
        </p:spPr>
        <p:txBody>
          <a:bodyPr xmlns:a="http://schemas.openxmlformats.org/drawingml/2006/main" anchor="ct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8" name="Text Placeholder 7">
            <a:extLst xmlns:a="http://schemas.openxmlformats.org/drawingml/2006/main">
              <a:ext uri="{FF2B5EF4-FFF2-40B4-BE49-F238E27FC236}">
                <a16:creationId xmlns:a16="http://schemas.microsoft.com/office/drawing/2014/main" id="{73B0377C-E9B5-910F-ED3D-37BEFE794881}"/>
              </a:ext>
            </a:extLst>
          </p:cNvPr>
          <p:cNvSpPr>
            <a:spLocks xmlns:a="http://schemas.openxmlformats.org/drawingml/2006/main" noGrp="1"/>
          </p:cNvSpPr>
          <p:nvPr>
            <p:ph type="body" idx="14" hasCustomPrompt="1"/>
          </p:nvPr>
        </p:nvSpPr>
        <p:spPr>
          <a:xfrm xmlns:a="http://schemas.openxmlformats.org/drawingml/2006/main">
            <a:off x="323850" y="0"/>
            <a:ext cx="5772150" cy="466344"/>
          </a:xfrm>
        </p:spPr>
        <p:txBody>
          <a:bodyPr xmlns:a="http://schemas.openxmlformats.org/drawingml/2006/main" anchor="b"/>
          <a:lstStyle xmlns:a="http://schemas.openxmlformats.org/drawingml/2006/main">
            <a:lvl1pPr marL="0" indent="0">
              <a:buNone/>
              <a:defRPr sz="1200"/>
            </a:lvl1pPr>
            <a:lvl2pPr marL="182880" indent="0">
              <a:buNone/>
              <a:defRPr sz="1200"/>
            </a:lvl2pPr>
            <a:lvl3pPr marL="365760" indent="0">
              <a:buNone/>
              <a:defRPr sz="1200"/>
            </a:lvl3pPr>
            <a:lvl4pPr marL="548640" indent="0">
              <a:buNone/>
              <a:defRPr sz="1200"/>
            </a:lvl4pPr>
            <a:lvl5pPr marL="731520" indent="0">
              <a:buNone/>
              <a:defRPr sz="1200"/>
            </a:lvl5pPr>
          </a:lstStyle>
          <a:p xmlns:a="http://schemas.openxmlformats.org/drawingml/2006/main">
            <a:pPr lvl="0">
              <a:buNone/>
            </a:pPr>
            <a:r>
              <a:t>Section title</a:t>
            </a:r>
          </a:p>
        </p:txBody>
      </p:sp>
    </p:spTree>
  </p:cSld>
</p:sldLayout>
</file>

<file path=ppt/slideLayouts/slideLayout20.xml><?xml version="1.0" encoding="utf-8"?>
<p:sldLayout xmlns:p="http://schemas.openxmlformats.org/presentationml/2006/main" preserve="1" userDrawn="1">
  <p:cSld name="Title, 1 Column with Bullets">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6" name="Text Placeholder 5">
            <a:extLst xmlns:a="http://schemas.openxmlformats.org/drawingml/2006/main">
              <a:ext uri="{FF2B5EF4-FFF2-40B4-BE49-F238E27FC236}">
                <a16:creationId xmlns:a16="http://schemas.microsoft.com/office/drawing/2014/main" id="{141A00D0-7712-950D-34B2-5551B85F9E7B}"/>
              </a:ext>
            </a:extLst>
          </p:cNvPr>
          <p:cNvSpPr>
            <a:spLocks xmlns:a="http://schemas.openxmlformats.org/drawingml/2006/main" noGrp="1"/>
          </p:cNvSpPr>
          <p:nvPr>
            <p:ph type="body" idx="12"/>
          </p:nvPr>
        </p:nvSpPr>
        <p:spPr>
          <a:xfrm xmlns:a="http://schemas.openxmlformats.org/drawingml/2006/main">
            <a:off x="323850" y="952500"/>
            <a:ext cx="11544300" cy="5122863"/>
          </a:xfrm>
        </p:spPr>
        <p:txBody>
          <a:bodyPr xmlns:a="http://schemas.openxmlformats.org/drawingml/2006/main"/>
          <a:lstStyle xmlns:a="http://schemas.openxmlformats.org/drawingml/2006/main">
            <a:lvl1pPr>
              <a:buNone/>
              <a:defRPr sz="2000"/>
            </a:lvl1pPr>
            <a:lvl2pPr>
              <a:buNone/>
              <a:defRPr sz="2000"/>
            </a:lvl2pPr>
            <a:lvl3pPr>
              <a:buNone/>
              <a:defRPr sz="2000"/>
            </a:lvl3pPr>
            <a:lvl4pPr>
              <a:buNone/>
              <a:defRPr sz="2000"/>
            </a:lvl4pPr>
            <a:lvl5pPr>
              <a:buNone/>
              <a:defRPr sz="20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1.xml><?xml version="1.0" encoding="utf-8"?>
<p:sldLayout xmlns:p="http://schemas.openxmlformats.org/presentationml/2006/main" preserve="1" userDrawn="1">
  <p:cSld name="Title, 2 Columns with Bullet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2.xml><?xml version="1.0" encoding="utf-8"?>
<p:sldLayout xmlns:p="http://schemas.openxmlformats.org/presentationml/2006/main" preserve="1" userDrawn="1">
  <p:cSld name="Title, Subtitle, 2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23851" y="249237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81751" y="2494756"/>
            <a:ext cx="5486400" cy="1868488"/>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3.xml><?xml version="1.0" encoding="utf-8"?>
<p:sldLayout xmlns:p="http://schemas.openxmlformats.org/presentationml/2006/main" preserve="1" userDrawn="1">
  <p:cSld name="Title, Subtitle, 3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23848"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4358639" y="2179638"/>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8393430" y="2181225"/>
            <a:ext cx="347472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4.xml><?xml version="1.0" encoding="utf-8"?>
<p:sldLayout xmlns:p="http://schemas.openxmlformats.org/presentationml/2006/main" preserve="1" userDrawn="1">
  <p:cSld name="Title, Subtitle, 4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3351107"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6372014"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9392920" y="2179638"/>
            <a:ext cx="2468880" cy="2495550"/>
          </a:xfrm>
        </p:spPr>
        <p:txBody>
          <a:bodyPr xmlns:a="http://schemas.openxmlformats.org/drawingml/2006/main"/>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5.xml><?xml version="1.0" encoding="utf-8"?>
<p:sldLayout xmlns:p="http://schemas.openxmlformats.org/presentationml/2006/main" preserve="1" userDrawn="1">
  <p:cSld name="Title, Subtitle, 5 Columns">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7" name="Text Placeholder 6">
            <a:extLst xmlns:a="http://schemas.openxmlformats.org/drawingml/2006/main">
              <a:ext uri="{FF2B5EF4-FFF2-40B4-BE49-F238E27FC236}">
                <a16:creationId xmlns:a16="http://schemas.microsoft.com/office/drawing/2014/main" id="{CAFF7876-DE6D-49C2-DD58-608A9798B315}"/>
              </a:ext>
            </a:extLst>
          </p:cNvPr>
          <p:cNvSpPr>
            <a:spLocks xmlns:a="http://schemas.openxmlformats.org/drawingml/2006/main" noGrp="1"/>
          </p:cNvSpPr>
          <p:nvPr>
            <p:ph type="body" idx="13"/>
          </p:nvPr>
        </p:nvSpPr>
        <p:spPr>
          <a:xfrm xmlns:a="http://schemas.openxmlformats.org/drawingml/2006/main">
            <a:off x="33020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3" name="Text Placeholder 12">
            <a:extLst xmlns:a="http://schemas.openxmlformats.org/drawingml/2006/main">
              <a:ext uri="{FF2B5EF4-FFF2-40B4-BE49-F238E27FC236}">
                <a16:creationId xmlns:a16="http://schemas.microsoft.com/office/drawing/2014/main" id="{322DBF3C-0929-006D-E549-2D8EABB3CA4B}"/>
              </a:ext>
            </a:extLst>
          </p:cNvPr>
          <p:cNvSpPr>
            <a:spLocks xmlns:a="http://schemas.openxmlformats.org/drawingml/2006/main" noGrp="1"/>
          </p:cNvSpPr>
          <p:nvPr>
            <p:ph type="body" idx="14"/>
          </p:nvPr>
        </p:nvSpPr>
        <p:spPr>
          <a:xfrm xmlns:a="http://schemas.openxmlformats.org/drawingml/2006/main">
            <a:off x="271018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14">
            <a:extLst xmlns:a="http://schemas.openxmlformats.org/drawingml/2006/main">
              <a:ext uri="{FF2B5EF4-FFF2-40B4-BE49-F238E27FC236}">
                <a16:creationId xmlns:a16="http://schemas.microsoft.com/office/drawing/2014/main" id="{B163D847-B2CC-D10C-474F-9374B33501E0}"/>
              </a:ext>
            </a:extLst>
          </p:cNvPr>
          <p:cNvSpPr>
            <a:spLocks xmlns:a="http://schemas.openxmlformats.org/drawingml/2006/main" noGrp="1"/>
          </p:cNvSpPr>
          <p:nvPr>
            <p:ph type="body" idx="15"/>
          </p:nvPr>
        </p:nvSpPr>
        <p:spPr>
          <a:xfrm xmlns:a="http://schemas.openxmlformats.org/drawingml/2006/main">
            <a:off x="509016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7" name="Text Placeholder 16">
            <a:extLst xmlns:a="http://schemas.openxmlformats.org/drawingml/2006/main">
              <a:ext uri="{FF2B5EF4-FFF2-40B4-BE49-F238E27FC236}">
                <a16:creationId xmlns:a16="http://schemas.microsoft.com/office/drawing/2014/main" id="{DDFF45C9-081C-CA2E-F4A7-8383A93B6B05}"/>
              </a:ext>
            </a:extLst>
          </p:cNvPr>
          <p:cNvSpPr>
            <a:spLocks xmlns:a="http://schemas.openxmlformats.org/drawingml/2006/main" noGrp="1"/>
          </p:cNvSpPr>
          <p:nvPr>
            <p:ph type="body" idx="16"/>
          </p:nvPr>
        </p:nvSpPr>
        <p:spPr>
          <a:xfrm xmlns:a="http://schemas.openxmlformats.org/drawingml/2006/main">
            <a:off x="7470140" y="2179638"/>
            <a:ext cx="2011680" cy="2495550"/>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4" name="Text Placeholder 13">
            <a:extLst xmlns:a="http://schemas.openxmlformats.org/drawingml/2006/main">
              <a:ext uri="{FF2B5EF4-FFF2-40B4-BE49-F238E27FC236}">
                <a16:creationId xmlns:a16="http://schemas.microsoft.com/office/drawing/2014/main" id="{3B7038BF-5DE9-94EF-1E39-92627DD8ACA8}"/>
              </a:ext>
            </a:extLst>
          </p:cNvPr>
          <p:cNvSpPr>
            <a:spLocks xmlns:a="http://schemas.openxmlformats.org/drawingml/2006/main" noGrp="1"/>
          </p:cNvSpPr>
          <p:nvPr>
            <p:ph type="body" idx="17"/>
          </p:nvPr>
        </p:nvSpPr>
        <p:spPr>
          <a:xfrm xmlns:a="http://schemas.openxmlformats.org/drawingml/2006/main">
            <a:off x="9850120" y="2181225"/>
            <a:ext cx="2011680" cy="2493963"/>
          </a:xfrm>
        </p:spPr>
        <p:txBody>
          <a:bodyPr xmlns:a="http://schemas.openxmlformats.org/drawingml/2006/main"/>
          <a:lstStyle xmlns:a="http://schemas.openxmlformats.org/drawingml/2006/main">
            <a:lvl1pPr>
              <a:buNone/>
              <a:defRPr sz="1400"/>
            </a:lvl1pPr>
            <a:lvl2pPr>
              <a:buNone/>
              <a:defRPr sz="1400"/>
            </a:lvl2pPr>
            <a:lvl3pPr>
              <a:buNone/>
              <a:defRPr sz="1400"/>
            </a:lvl3pPr>
            <a:lvl4pPr>
              <a:buNone/>
              <a:defRPr sz="1400"/>
            </a:lvl4pPr>
            <a:lvl5pPr>
              <a:buNone/>
              <a:defRPr sz="14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Tree>
  </p:cSld>
</p:sldLayout>
</file>

<file path=ppt/slideLayouts/slideLayout26.xml><?xml version="1.0" encoding="utf-8"?>
<p:sldLayout xmlns:p="http://schemas.openxmlformats.org/presentationml/2006/main" preserve="1" userDrawn="1">
  <p:cSld name="1/2 Slide, Title,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5281613"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6107430" y="320675"/>
            <a:ext cx="576072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7.xml><?xml version="1.0" encoding="utf-8"?>
<p:sldLayout xmlns:p="http://schemas.openxmlformats.org/presentationml/2006/main" preserve="1" userDrawn="1">
  <p:cSld name="1/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7235825" cy="94773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8140700" y="320675"/>
            <a:ext cx="3727450" cy="5759451"/>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55448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8.xml><?xml version="1.0" encoding="utf-8"?>
<p:sldLayout xmlns:p="http://schemas.openxmlformats.org/presentationml/2006/main" preserve="1" userDrawn="1">
  <p:cSld name="2/3 Photo, Title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96862"/>
            <a:ext cx="3328987" cy="12588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FBFEB48-5190-C5F8-C046-27E12C0DAE62}"/>
              </a:ext>
            </a:extLst>
          </p:cNvPr>
          <p:cNvSpPr>
            <a:spLocks xmlns:a="http://schemas.openxmlformats.org/drawingml/2006/main" noGrp="1"/>
          </p:cNvSpPr>
          <p:nvPr>
            <p:ph type="pic" idx="13" hasCustomPrompt="1"/>
          </p:nvPr>
        </p:nvSpPr>
        <p:spPr>
          <a:xfrm xmlns:a="http://schemas.openxmlformats.org/drawingml/2006/main">
            <a:off x="4049713" y="320676"/>
            <a:ext cx="7818436" cy="57546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29.xml><?xml version="1.0" encoding="utf-8"?>
<p:sldLayout xmlns:p="http://schemas.openxmlformats.org/presentationml/2006/main" preserve="1" userDrawn="1">
  <p:cSld name="1/2 Slide Title, Photo 3">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3116793"/>
            <a:ext cx="5284788" cy="1246188"/>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903A889C-4BCD-59AA-132B-C3FD4F8E65F1}"/>
              </a:ext>
            </a:extLst>
          </p:cNvPr>
          <p:cNvSpPr>
            <a:spLocks xmlns:a="http://schemas.openxmlformats.org/drawingml/2006/main" noGrp="1"/>
          </p:cNvSpPr>
          <p:nvPr>
            <p:ph type="pic" idx="12" hasCustomPrompt="1"/>
          </p:nvPr>
        </p:nvSpPr>
        <p:spPr>
          <a:xfrm xmlns:a="http://schemas.openxmlformats.org/drawingml/2006/main">
            <a:off x="6184901" y="795338"/>
            <a:ext cx="5284788" cy="5284788"/>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0.xml><?xml version="1.0" encoding="utf-8"?>
<p:sldLayout xmlns:p="http://schemas.openxmlformats.org/presentationml/2006/main" preserve="1" userDrawn="1">
  <p:cSld name="1/3 Slide Title, Section, Body, 2/3 Photo">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solidFill>
                  <a:schemeClr val="bg1"/>
                </a:solidFill>
              </a:defRPr>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49" y="622300"/>
            <a:ext cx="3328989" cy="1558925"/>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Text Placeholder 6">
            <a:extLst xmlns:a="http://schemas.openxmlformats.org/drawingml/2006/main">
              <a:ext uri="{FF2B5EF4-FFF2-40B4-BE49-F238E27FC236}">
                <a16:creationId xmlns:a16="http://schemas.microsoft.com/office/drawing/2014/main" id="{A6653D0B-638B-EB5D-F379-EF10C80DCCA3}"/>
              </a:ext>
            </a:extLst>
          </p:cNvPr>
          <p:cNvSpPr>
            <a:spLocks xmlns:a="http://schemas.openxmlformats.org/drawingml/2006/main" noGrp="1"/>
          </p:cNvSpPr>
          <p:nvPr>
            <p:ph type="body" idx="13"/>
          </p:nvPr>
        </p:nvSpPr>
        <p:spPr>
          <a:xfrm xmlns:a="http://schemas.openxmlformats.org/drawingml/2006/main">
            <a:off x="323851" y="3429000"/>
            <a:ext cx="3328988" cy="2646363"/>
          </a:xfrm>
        </p:spPr>
        <p:txBody>
          <a:bodyPr xmlns:a="http://schemas.openxmlformats.org/drawingml/2006/main" anchor="b"/>
          <a:lstStyle xmlns:a="http://schemas.openxmlformats.org/drawingml/2006/main">
            <a:lvl1pPr marL="0" indent="0">
              <a:buNone/>
              <a:defRPr sz="160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Picture Placeholder 5">
            <a:extLst xmlns:a="http://schemas.openxmlformats.org/drawingml/2006/main">
              <a:ext uri="{FF2B5EF4-FFF2-40B4-BE49-F238E27FC236}">
                <a16:creationId xmlns:a16="http://schemas.microsoft.com/office/drawing/2014/main" id="{798C8AA3-6350-A299-E288-D693A8EC8932}"/>
              </a:ext>
            </a:extLst>
          </p:cNvPr>
          <p:cNvSpPr>
            <a:spLocks xmlns:a="http://schemas.openxmlformats.org/drawingml/2006/main" noGrp="1"/>
          </p:cNvSpPr>
          <p:nvPr>
            <p:ph type="pic" idx="14" hasCustomPrompt="1"/>
          </p:nvPr>
        </p:nvSpPr>
        <p:spPr>
          <a:xfrm xmlns:a="http://schemas.openxmlformats.org/drawingml/2006/main">
            <a:off x="4049713" y="622300"/>
            <a:ext cx="7818436" cy="5453063"/>
          </a:xfrm>
          <a:prstGeom xmlns:a="http://schemas.openxmlformats.org/drawingml/2006/main" prst="roundRect">
            <a:avLst>
              <a:gd name="adj" fmla="val 1618"/>
            </a:avLst>
          </a:prstGeom>
          <a:solidFill xmlns:a="http://schemas.openxmlformats.org/drawingml/2006/main">
            <a:schemeClr val="bg1">
              <a:alpha val="10000"/>
            </a:schemeClr>
          </a:solidFill>
        </p:spPr>
        <p:txBody>
          <a:bodyPr xmlns:a="http://schemas.openxmlformats.org/drawingml/2006/main" tIns="173736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1.xml><?xml version="1.0" encoding="utf-8"?>
<p:sldLayout xmlns:p="http://schemas.openxmlformats.org/presentationml/2006/main" preserve="1" userDrawn="1">
  <p:cSld name="1/2 Slide Section, Title 1,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D9785467-C0DB-C17E-5173-C6C6A323A1C3}"/>
              </a:ext>
            </a:extLst>
          </p:cNvPr>
          <p:cNvSpPr>
            <a:spLocks xmlns:a="http://schemas.openxmlformats.org/drawingml/2006/main" noGrp="1"/>
          </p:cNvSpPr>
          <p:nvPr>
            <p:ph type="body" idx="12" hasCustomPrompt="1"/>
          </p:nvPr>
        </p:nvSpPr>
        <p:spPr>
          <a:xfrm xmlns:a="http://schemas.openxmlformats.org/drawingml/2006/main">
            <a:off x="323850" y="0"/>
            <a:ext cx="5772150" cy="466342"/>
          </a:xfrm>
        </p:spPr>
        <p:txBody>
          <a:bodyPr xmlns:a="http://schemas.openxmlformats.org/drawingml/2006/main" anchor="b"/>
          <a:lstStyle xmlns:a="http://schemas.openxmlformats.org/drawingml/2006/main">
            <a:lvl1pPr marL="0" indent="0">
              <a:buNone/>
              <a:defRPr sz="1200"/>
            </a:lvl1pPr>
            <a:lvl2pPr marL="182880" indent="0">
              <a:buNone/>
              <a:defRPr sz="1100"/>
            </a:lvl2pPr>
            <a:lvl3pPr marL="365760" indent="0">
              <a:buNone/>
              <a:defRPr sz="1050"/>
            </a:lvl3pPr>
            <a:lvl4pPr marL="548640" indent="0">
              <a:buNone/>
              <a:defRPr sz="1000"/>
            </a:lvl4pPr>
            <a:lvl5pPr marL="731520" indent="0">
              <a:buNone/>
              <a:defRPr sz="900"/>
            </a:lvl5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5281613" cy="1247775"/>
          </a:xfrm>
        </p:spPr>
        <p:txBody>
          <a:bodyPr xmlns:a="http://schemas.openxmlformats.org/drawingml/2006/main" wrap="square" anchor="t">
            <a:noAutofit/>
          </a:bodyPr>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2739B37-658D-FBF5-94C3-66EECB73F7D0}"/>
              </a:ext>
            </a:extLst>
          </p:cNvPr>
          <p:cNvSpPr>
            <a:spLocks xmlns:a="http://schemas.openxmlformats.org/drawingml/2006/main" noGrp="1"/>
          </p:cNvSpPr>
          <p:nvPr>
            <p:ph type="pic" idx="13" hasCustomPrompt="1"/>
          </p:nvPr>
        </p:nvSpPr>
        <p:spPr>
          <a:xfrm xmlns:a="http://schemas.openxmlformats.org/drawingml/2006/main">
            <a:off x="6096001" y="320675"/>
            <a:ext cx="5766436" cy="5754687"/>
          </a:xfrm>
          <a:prstGeom xmlns:a="http://schemas.openxmlformats.org/drawingml/2006/main" prst="roundRect">
            <a:avLst>
              <a:gd name="adj" fmla="val 1714"/>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a:t>
            </a:r>
            <a:br/>
            <a:r>
              <a:t>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2.xml><?xml version="1.0" encoding="utf-8"?>
<p:sldLayout xmlns:p="http://schemas.openxmlformats.org/presentationml/2006/main" preserve="1" userDrawn="1">
  <p:cSld name="Title, Full Margin Photo 1">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323850" y="952500"/>
            <a:ext cx="11544300" cy="5122863"/>
          </a:xfrm>
          <a:prstGeom xmlns:a="http://schemas.openxmlformats.org/drawingml/2006/main" prst="roundRect">
            <a:avLst>
              <a:gd name="adj" fmla="val 1503"/>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33.xml><?xml version="1.0" encoding="utf-8"?>
<p:sldLayout xmlns:p="http://schemas.openxmlformats.org/presentationml/2006/main" preserve="1" userDrawn="1">
  <p:cSld name="Title, Subtitle, Full Margin Photo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1154430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2" name="Picture Placeholder 5">
            <a:extLst xmlns:a="http://schemas.openxmlformats.org/drawingml/2006/main">
              <a:ext uri="{FF2B5EF4-FFF2-40B4-BE49-F238E27FC236}">
                <a16:creationId xmlns:a16="http://schemas.microsoft.com/office/drawing/2014/main" id="{99D23610-D323-6271-753B-C40A3678BD66}"/>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4.xml><?xml version="1.0" encoding="utf-8"?>
<p:sldLayout xmlns:p="http://schemas.openxmlformats.org/presentationml/2006/main" preserve="1" userDrawn="1">
  <p:cSld name="Section, Title, Full Margin Photo 1">
    <p:spTree>
      <p:nvGrpSpPr>
        <p:cNvPr id="1" name=""/>
        <p:cNvGrpSpPr/>
        <p:nvPr/>
      </p:nvGrpSpPr>
      <p:grpSpPr>
        <a:xfrm xmlns:a="http://schemas.openxmlformats.org/drawingml/2006/main"/>
      </p:grpSpPr>
      <p:sp>
        <p:nvSpPr>
          <p:cNvPr id="6" name="Text Placeholder 5">
            <a:extLst xmlns:a="http://schemas.openxmlformats.org/drawingml/2006/main">
              <a:ext uri="{FF2B5EF4-FFF2-40B4-BE49-F238E27FC236}">
                <a16:creationId xmlns:a16="http://schemas.microsoft.com/office/drawing/2014/main" id="{F8AB58A4-E099-9FBA-C32F-D0D994BC760F}"/>
              </a:ext>
            </a:extLst>
          </p:cNvPr>
          <p:cNvSpPr>
            <a:spLocks xmlns:a="http://schemas.openxmlformats.org/drawingml/2006/main" noGrp="1"/>
          </p:cNvSpPr>
          <p:nvPr>
            <p:ph type="body" idx="12" hasCustomPrompt="1"/>
          </p:nvPr>
        </p:nvSpPr>
        <p:spPr>
          <a:xfrm xmlns:a="http://schemas.openxmlformats.org/drawingml/2006/main">
            <a:off x="323850" y="-2"/>
            <a:ext cx="5772150" cy="466344"/>
          </a:xfrm>
        </p:spPr>
        <p:txBody>
          <a:bodyPr xmlns:a="http://schemas.openxmlformats.org/drawingml/2006/main" anchor="b"/>
          <a:lstStyle xmlns:a="http://schemas.openxmlformats.org/drawingml/2006/main">
            <a:lvl1pPr marL="0" indent="0">
              <a:buNone/>
              <a:defRPr sz="1200"/>
            </a:lvl1pPr>
          </a:lstStyle>
          <a:p xmlns:a="http://schemas.openxmlformats.org/drawingml/2006/main">
            <a:pPr lvl="0">
              <a:buNone/>
            </a:pPr>
            <a:r>
              <a:t>Section title</a:t>
            </a:r>
          </a:p>
        </p:txBody>
      </p:sp>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622300"/>
            <a:ext cx="11544300" cy="492443"/>
          </a:xfrm>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7" name="Picture Placeholder 5">
            <a:extLst xmlns:a="http://schemas.openxmlformats.org/drawingml/2006/main">
              <a:ext uri="{FF2B5EF4-FFF2-40B4-BE49-F238E27FC236}">
                <a16:creationId xmlns:a16="http://schemas.microsoft.com/office/drawing/2014/main" id="{E170B322-9DD5-07FB-D258-3DA95EF8E7B1}"/>
              </a:ext>
            </a:extLst>
          </p:cNvPr>
          <p:cNvSpPr>
            <a:spLocks xmlns:a="http://schemas.openxmlformats.org/drawingml/2006/main" noGrp="1"/>
          </p:cNvSpPr>
          <p:nvPr>
            <p:ph type="pic" idx="13" hasCustomPrompt="1"/>
          </p:nvPr>
        </p:nvSpPr>
        <p:spPr>
          <a:xfrm xmlns:a="http://schemas.openxmlformats.org/drawingml/2006/main">
            <a:off x="323850" y="1244600"/>
            <a:ext cx="11544300" cy="4830763"/>
          </a:xfrm>
          <a:prstGeom xmlns:a="http://schemas.openxmlformats.org/drawingml/2006/main" prst="roundRect">
            <a:avLst>
              <a:gd name="adj" fmla="val 1897"/>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5.xml><?xml version="1.0" encoding="utf-8"?>
<p:sldLayout xmlns:p="http://schemas.openxmlformats.org/presentationml/2006/main" preserve="1" userDrawn="1">
  <p:cSld name="Full-bleed Photo,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4" name="Footer Placeholder 3">
            <a:extLst xmlns:a="http://schemas.openxmlformats.org/drawingml/2006/main">
              <a:ext uri="{FF2B5EF4-FFF2-40B4-BE49-F238E27FC236}">
                <a16:creationId xmlns:a16="http://schemas.microsoft.com/office/drawing/2014/main" id="{DB168980-BFE5-40AF-63BF-9DB031B379C4}"/>
              </a:ext>
            </a:extLst>
          </p:cNvPr>
          <p:cNvSpPr>
            <a:spLocks xmlns:a="http://schemas.openxmlformats.org/drawingml/2006/main" noGrp="1"/>
          </p:cNvSpPr>
          <p:nvPr>
            <p:ph type="ftr" idx="13"/>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5" name="Slide Number Placeholder 4">
            <a:extLst xmlns:a="http://schemas.openxmlformats.org/drawingml/2006/main">
              <a:ext uri="{FF2B5EF4-FFF2-40B4-BE49-F238E27FC236}">
                <a16:creationId xmlns:a16="http://schemas.microsoft.com/office/drawing/2014/main" id="{7E7B9760-CDAA-BC58-F236-F1837F40C2DB}"/>
              </a:ext>
            </a:extLst>
          </p:cNvPr>
          <p:cNvSpPr>
            <a:spLocks xmlns:a="http://schemas.openxmlformats.org/drawingml/2006/main" noGrp="1"/>
          </p:cNvSpPr>
          <p:nvPr>
            <p:ph type="sldNum" idx="14"/>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6.xml><?xml version="1.0" encoding="utf-8"?>
<p:sldLayout xmlns:p="http://schemas.openxmlformats.org/presentationml/2006/main" preserve="1" userDrawn="1">
  <p:cSld name="Full Bleed Photo, Title 2">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722312" y="4540250"/>
            <a:ext cx="10747375" cy="1071563"/>
          </a:xfrm>
        </p:spPr>
        <p:txBody>
          <a:bodyPr xmlns:a="http://schemas.openxmlformats.org/drawingml/2006/main" anchor="b"/>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7.xml><?xml version="1.0" encoding="utf-8"?>
<p:sldLayout xmlns:p="http://schemas.openxmlformats.org/presentationml/2006/main" preserve="1" userDrawn="1">
  <p:cSld name="Full-bleed Photo, Section, Title 1">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6858000"/>
          </a:xfrm>
          <a:prstGeom xmlns:a="http://schemas.openxmlformats.org/drawingml/2006/main" prst="roundRect">
            <a:avLst>
              <a:gd name="adj" fmla="val 0"/>
            </a:avLst>
          </a:prstGeom>
        </p:spPr>
        <p:txBody>
          <a:bodyPr xmlns:a="http://schemas.openxmlformats.org/drawingml/2006/main" tIns="2103120"/>
          <a:lstStyle xmlns:a="http://schemas.openxmlformats.org/drawingml/2006/main">
            <a:lvl1pPr marL="0" indent="0" algn="ctr">
              <a:buNone/>
              <a:defRPr/>
            </a:lvl1pPr>
          </a:lstStyle>
          <a:p xmlns:a="http://schemas.openxmlformats.org/drawingml/2006/main">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8.xml><?xml version="1.0" encoding="utf-8"?>
<p:sldLayout xmlns:p="http://schemas.openxmlformats.org/presentationml/2006/main" preserve="1" userDrawn="1">
  <p:cSld name="Full-bleed Photo, Section, Title 2">
    <p:bg>
      <p:bgPr>
        <a:blipFill xmlns:a="http://schemas.openxmlformats.org/drawingml/2006/main" rotWithShape="1">
          <a:blip xmlns:r="http://schemas.openxmlformats.org/officeDocument/2006/relationships" r:embed="Ra45a18f1aad948e6">
            <a:lum/>
          </a:blip>
          <a:srcRect l="0" t="0" r="0" b="0"/>
          <a:stretch>
            <a:fillRect l="0" t="0" r="0" b="0"/>
          </a:stretch>
        </a:blipFill>
      </p:bgPr>
    </p:bg>
    <p:spTree>
      <p:nvGrpSpPr>
        <p:cNvPr id="1" name=""/>
        <p:cNvGrpSpPr/>
        <p:nvPr/>
      </p:nvGrpSpPr>
      <p:grpSpPr>
        <a:xfrm xmlns:a="http://schemas.openxmlformats.org/drawingml/2006/main"/>
      </p:grpSpPr>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1697038" y="-7937"/>
            <a:ext cx="8794750" cy="466344"/>
          </a:xfrm>
        </p:spPr>
        <p:txBody>
          <a:bodyPr xmlns:a="http://schemas.openxmlformats.org/drawingml/2006/main" anchor="b"/>
          <a:lstStyle xmlns:a="http://schemas.openxmlformats.org/drawingml/2006/main">
            <a:lvl1pPr marL="0" indent="0" algn="ctr">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1697038" y="952500"/>
            <a:ext cx="8794750" cy="917575"/>
          </a:xfrm>
        </p:spPr>
        <p:txBody>
          <a:bodyPr xmlns:a="http://schemas.openxmlformats.org/drawingml/2006/main"/>
          <a:lstStyle xmlns:a="http://schemas.openxmlformats.org/drawingml/2006/main">
            <a:lvl1pPr algn="ctr">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39.xml><?xml version="1.0" encoding="utf-8"?>
<p:sldLayout xmlns:p="http://schemas.openxmlformats.org/presentationml/2006/main" preserve="1" userDrawn="1">
  <p:cSld name="Upper 2/3 Photo, Section, Title">
    <p:spTree>
      <p:nvGrpSpPr>
        <p:cNvPr id="1" name=""/>
        <p:cNvGrpSpPr/>
        <p:nvPr/>
      </p:nvGrpSpPr>
      <p:grpSpPr>
        <a:xfrm xmlns:a="http://schemas.openxmlformats.org/drawingml/2006/main"/>
      </p:grpSpPr>
      <p:sp>
        <p:nvSpPr>
          <p:cNvPr id="6" name="Picture Placeholder 5">
            <a:extLst xmlns:a="http://schemas.openxmlformats.org/drawingml/2006/main">
              <a:ext uri="{FF2B5EF4-FFF2-40B4-BE49-F238E27FC236}">
                <a16:creationId xmlns:a16="http://schemas.microsoft.com/office/drawing/2014/main" id="{DCFD4AF9-7F36-FA7F-469A-A71DBA5AF531}"/>
              </a:ext>
            </a:extLst>
          </p:cNvPr>
          <p:cNvSpPr>
            <a:spLocks xmlns:a="http://schemas.openxmlformats.org/drawingml/2006/main" noGrp="1"/>
          </p:cNvSpPr>
          <p:nvPr>
            <p:ph type="pic" idx="12" hasCustomPrompt="1"/>
          </p:nvPr>
        </p:nvSpPr>
        <p:spPr>
          <a:xfrm xmlns:a="http://schemas.openxmlformats.org/drawingml/2006/main">
            <a:off x="0" y="0"/>
            <a:ext cx="12192000" cy="4675188"/>
          </a:xfrm>
          <a:prstGeom xmlns:a="http://schemas.openxmlformats.org/drawingml/2006/main" prst="roundRect">
            <a:avLst>
              <a:gd name="adj" fmla="val 0"/>
            </a:avLst>
          </a:prstGeom>
          <a:solidFill xmlns:a="http://schemas.openxmlformats.org/drawingml/2006/main">
            <a:schemeClr val="bg1">
              <a:alpha val="10000"/>
            </a:schemeClr>
          </a:solidFill>
        </p:spPr>
        <p:txBody>
          <a:bodyPr xmlns:a="http://schemas.openxmlformats.org/drawingml/2006/main" vert="horz" lIns="0" tIns="1463040" rIns="0" bIns="0">
            <a:noAutofit/>
          </a:bodyPr>
          <a:lstStyle xmlns:a="http://schemas.openxmlformats.org/drawingml/2006/main">
            <a:lvl1pPr>
              <a:buNone/>
              <a:defRPr/>
            </a:lvl1pPr>
          </a:lstStyle>
          <a:p xmlns:a="http://schemas.openxmlformats.org/drawingml/2006/main">
            <a:pPr marL="0" lvl="0" indent="0" algn="ctr">
              <a:buNone/>
            </a:pPr>
            <a:r>
              <a:t>To add your image, drag and drop it here </a:t>
            </a:r>
            <a:br/>
            <a:r>
              <a:t>or click the icon below</a:t>
            </a:r>
          </a:p>
        </p:txBody>
      </p:sp>
      <p:sp>
        <p:nvSpPr>
          <p:cNvPr id="4" name="Text Placeholder 3">
            <a:extLst xmlns:a="http://schemas.openxmlformats.org/drawingml/2006/main">
              <a:ext uri="{FF2B5EF4-FFF2-40B4-BE49-F238E27FC236}">
                <a16:creationId xmlns:a16="http://schemas.microsoft.com/office/drawing/2014/main" id="{F8FE21AB-8C85-5F58-60F8-E68917124A6D}"/>
              </a:ext>
            </a:extLst>
          </p:cNvPr>
          <p:cNvSpPr>
            <a:spLocks xmlns:a="http://schemas.openxmlformats.org/drawingml/2006/main" noGrp="1"/>
          </p:cNvSpPr>
          <p:nvPr>
            <p:ph type="body" idx="13" hasCustomPrompt="1"/>
          </p:nvPr>
        </p:nvSpPr>
        <p:spPr>
          <a:xfrm xmlns:a="http://schemas.openxmlformats.org/drawingml/2006/main">
            <a:off x="323850" y="-7937"/>
            <a:ext cx="8612188" cy="466344"/>
          </a:xfrm>
        </p:spPr>
        <p:txBody>
          <a:bodyPr xmlns:a="http://schemas.openxmlformats.org/drawingml/2006/main" anchor="b"/>
          <a:lstStyle xmlns:a="http://schemas.openxmlformats.org/drawingml/2006/main">
            <a:lvl1pPr marL="0" indent="0" algn="l">
              <a:buNone/>
              <a:defRPr sz="1200"/>
            </a:lvl1pPr>
            <a:lvl2pPr algn="ctr">
              <a:buNone/>
              <a:defRPr sz="1400"/>
            </a:lvl2pPr>
            <a:lvl3pPr algn="ctr">
              <a:buNone/>
              <a:defRPr sz="1200"/>
            </a:lvl3pPr>
            <a:lvl4pPr algn="ctr">
              <a:buNone/>
              <a:defRPr sz="1100"/>
            </a:lvl4pPr>
            <a:lvl5pPr algn="ctr">
              <a:buNone/>
              <a:defRPr sz="1050"/>
            </a:lvl5pPr>
          </a:lstStyle>
          <a:p xmlns:a="http://schemas.openxmlformats.org/drawingml/2006/main">
            <a:pPr lvl="0">
              <a:buNone/>
            </a:pPr>
            <a:r>
              <a:t>Section title placeholder</a:t>
            </a:r>
          </a:p>
        </p:txBody>
      </p:sp>
      <p:sp>
        <p:nvSpPr>
          <p:cNvPr id="3" name="Title 2">
            <a:extLst xmlns:a="http://schemas.openxmlformats.org/drawingml/2006/main">
              <a:ext uri="{FF2B5EF4-FFF2-40B4-BE49-F238E27FC236}">
                <a16:creationId xmlns:a16="http://schemas.microsoft.com/office/drawing/2014/main" id="{04349D14-3B3C-D0C6-6DFD-8321479B2C58}"/>
              </a:ext>
            </a:extLst>
          </p:cNvPr>
          <p:cNvSpPr>
            <a:spLocks xmlns:a="http://schemas.openxmlformats.org/drawingml/2006/main" noGrp="1"/>
          </p:cNvSpPr>
          <p:nvPr>
            <p:ph type="title" idx="0"/>
          </p:nvPr>
        </p:nvSpPr>
        <p:spPr>
          <a:xfrm xmlns:a="http://schemas.openxmlformats.org/drawingml/2006/main">
            <a:off x="323850" y="5003800"/>
            <a:ext cx="8612188" cy="1071563"/>
          </a:xfrm>
        </p:spPr>
        <p:txBody>
          <a:bodyPr xmlns:a="http://schemas.openxmlformats.org/drawingml/2006/main"/>
          <a:lstStyle xmlns:a="http://schemas.openxmlformats.org/drawingml/2006/main">
            <a:lvl1pPr algn="l">
              <a:buNone/>
              <a:defRPr/>
            </a:lvl1pPr>
          </a:lstStyle>
          <a:p xmlns:a="http://schemas.openxmlformats.org/drawingml/2006/main">
            <a:r>
              <a:t>Click to edit Master title style</a:t>
            </a:r>
          </a:p>
        </p:txBody>
      </p:sp>
      <p:sp>
        <p:nvSpPr>
          <p:cNvPr id="5" name="Footer Placeholder 4">
            <a:extLst xmlns:a="http://schemas.openxmlformats.org/drawingml/2006/main">
              <a:ext uri="{FF2B5EF4-FFF2-40B4-BE49-F238E27FC236}">
                <a16:creationId xmlns:a16="http://schemas.microsoft.com/office/drawing/2014/main" id="{0C5C7D8B-10D2-2133-F08F-266FA09AD87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7" name="Slide Number Placeholder 6">
            <a:extLst xmlns:a="http://schemas.openxmlformats.org/drawingml/2006/main">
              <a:ext uri="{FF2B5EF4-FFF2-40B4-BE49-F238E27FC236}">
                <a16:creationId xmlns:a16="http://schemas.microsoft.com/office/drawing/2014/main" id="{705F3EDC-58FE-7AC5-F13A-6FDE8EDA836E}"/>
              </a:ext>
            </a:extLst>
          </p:cNvPr>
          <p:cNvSpPr>
            <a:spLocks xmlns:a="http://schemas.openxmlformats.org/drawingml/2006/main" noGrp="1"/>
          </p:cNvSpPr>
          <p:nvPr>
            <p:ph type="sldNum" idx="15"/>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0.xml><?xml version="1.0" encoding="utf-8"?>
<p:sldLayout xmlns:p="http://schemas.openxmlformats.org/presentationml/2006/main" preserve="1" userDrawn="1">
  <p:cSld name="Quote 1">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1132840"/>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gradFill rotWithShape="1">
              <a:gsLst>
                <a:gs pos="0">
                  <a:schemeClr val="accent1"/>
                </a:gs>
                <a:gs pos="100000">
                  <a:schemeClr val="accent2"/>
                </a:gs>
              </a:gsLst>
              <a:lin ang="2700000" scaled="1"/>
              <a:tileRect/>
            </a:gradFill>
            <a:prstDash val="solid"/>
          </a:ln>
        </p:spPr>
        <p:txBody>
          <a:bodyPr xmlns:a="http://schemas.openxmlformats.org/drawingml/2006/main" anchor="ctr"/>
          <a:lstStyle xmlns:a="http://schemas.openxmlformats.org/drawingml/2006/main"/>
          <a:p xmlns:a="http://schemas.openxmlformats.org/drawingml/2006/main">
            <a:endParaRPr>
              <a:gradFill>
                <a:gsLst>
                  <a:gs pos="0">
                    <a:srgbClr val="009DE2"/>
                  </a:gs>
                  <a:gs pos="100000">
                    <a:schemeClr val="accent2"/>
                  </a:gs>
                </a:gsLst>
                <a:lin ang="2700000" scaled="1"/>
              </a:gradFill>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876424"/>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360863"/>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1.xml><?xml version="1.0" encoding="utf-8"?>
<p:sldLayout xmlns:p="http://schemas.openxmlformats.org/presentationml/2006/main" preserve="1" userDrawn="1">
  <p:cSld name="Quote 2">
    <p:bg>
      <p:bgPr>
        <a:blipFill xmlns:a="http://schemas.openxmlformats.org/drawingml/2006/main" rotWithShape="1">
          <a:blip xmlns:r="http://schemas.openxmlformats.org/officeDocument/2006/relationships" r:embed="R80eea53710f44f31">
            <a:lum/>
          </a:blip>
          <a:srcRect l="0" t="0" r="0" b="0"/>
          <a:stretch>
            <a:fillRect l="0" t="0" r="0" b="0"/>
          </a:stretch>
        </a:blipFill>
      </p:bgPr>
    </p:bg>
    <p:spTree>
      <p:nvGrpSpPr>
        <p:cNvPr id="1" name=""/>
        <p:cNvGrpSpPr/>
        <p:nvPr/>
      </p:nvGrpSpPr>
      <p:grpSpPr>
        <a:xfrm xmlns:a="http://schemas.openxmlformats.org/drawingml/2006/main"/>
      </p:grpSpPr>
      <p:sp>
        <p:nvSpPr>
          <p:cNvPr id="6" name="Graphic 4">
            <a:extLst xmlns:a="http://schemas.openxmlformats.org/drawingml/2006/main">
              <a:ext uri="{FF2B5EF4-FFF2-40B4-BE49-F238E27FC236}">
                <a16:creationId xmlns:a16="http://schemas.microsoft.com/office/drawing/2014/main" id="{4B52BC46-48EA-B916-39B5-C5FF3FB612BC}"/>
              </a:ext>
            </a:extLst>
          </p:cNvPr>
          <p:cNvSpPr>
            <a:spLocks xmlns:a="http://schemas.openxmlformats.org/drawingml/2006/main" noGrp="1"/>
          </p:cNvSpPr>
          <p:nvPr/>
        </p:nvSpPr>
        <p:spPr>
          <a:xfrm xmlns:a="http://schemas.openxmlformats.org/drawingml/2006/main">
            <a:off x="5731161" y="963295"/>
            <a:ext cx="516694" cy="416701"/>
          </a:xfrm>
          <a:custGeom xmlns:a="http://schemas.openxmlformats.org/drawingml/2006/main">
            <a:gdLst>
              <a:gd name="connsiteX0" fmla="*/ 418890 w 728197"/>
              <a:gd name="connsiteY0" fmla="*/ 587273 h 587273"/>
              <a:gd name="connsiteX1" fmla="*/ 383998 w 728197"/>
              <a:gd name="connsiteY1" fmla="*/ 552884 h 587273"/>
              <a:gd name="connsiteX2" fmla="*/ 383998 w 728197"/>
              <a:gd name="connsiteY2" fmla="*/ 552793 h 587273"/>
              <a:gd name="connsiteX3" fmla="*/ 383998 w 728197"/>
              <a:gd name="connsiteY3" fmla="*/ 367917 h 587273"/>
              <a:gd name="connsiteX4" fmla="*/ 513570 w 728197"/>
              <a:gd name="connsiteY4" fmla="*/ 79508 h 587273"/>
              <a:gd name="connsiteX5" fmla="*/ 728198 w 728197"/>
              <a:gd name="connsiteY5" fmla="*/ 0 h 587273"/>
              <a:gd name="connsiteX6" fmla="*/ 728198 w 728197"/>
              <a:gd name="connsiteY6" fmla="*/ 134713 h 587273"/>
              <a:gd name="connsiteX7" fmla="*/ 583354 w 728197"/>
              <a:gd name="connsiteY7" fmla="*/ 316104 h 587273"/>
              <a:gd name="connsiteX8" fmla="*/ 658414 w 728197"/>
              <a:gd name="connsiteY8" fmla="*/ 316104 h 587273"/>
              <a:gd name="connsiteX9" fmla="*/ 693398 w 728197"/>
              <a:gd name="connsiteY9" fmla="*/ 350585 h 587273"/>
              <a:gd name="connsiteX10" fmla="*/ 693398 w 728197"/>
              <a:gd name="connsiteY10" fmla="*/ 350677 h 587273"/>
              <a:gd name="connsiteX11" fmla="*/ 693398 w 728197"/>
              <a:gd name="connsiteY11" fmla="*/ 552426 h 587273"/>
              <a:gd name="connsiteX12" fmla="*/ 658599 w 728197"/>
              <a:gd name="connsiteY12" fmla="*/ 586907 h 587273"/>
              <a:gd name="connsiteX13" fmla="*/ 658506 w 728197"/>
              <a:gd name="connsiteY13" fmla="*/ 586907 h 587273"/>
              <a:gd name="connsiteX14" fmla="*/ 34892 w 728197"/>
              <a:gd name="connsiteY14" fmla="*/ 587273 h 587273"/>
              <a:gd name="connsiteX15" fmla="*/ 0 w 728197"/>
              <a:gd name="connsiteY15" fmla="*/ 552884 h 587273"/>
              <a:gd name="connsiteX16" fmla="*/ 0 w 728197"/>
              <a:gd name="connsiteY16" fmla="*/ 552793 h 587273"/>
              <a:gd name="connsiteX17" fmla="*/ 0 w 728197"/>
              <a:gd name="connsiteY17" fmla="*/ 367917 h 587273"/>
              <a:gd name="connsiteX18" fmla="*/ 129573 w 728197"/>
              <a:gd name="connsiteY18" fmla="*/ 79508 h 587273"/>
              <a:gd name="connsiteX19" fmla="*/ 344200 w 728197"/>
              <a:gd name="connsiteY19" fmla="*/ 0 h 587273"/>
              <a:gd name="connsiteX20" fmla="*/ 344200 w 728197"/>
              <a:gd name="connsiteY20" fmla="*/ 134713 h 587273"/>
              <a:gd name="connsiteX21" fmla="*/ 198986 w 728197"/>
              <a:gd name="connsiteY21" fmla="*/ 316104 h 587273"/>
              <a:gd name="connsiteX22" fmla="*/ 274046 w 728197"/>
              <a:gd name="connsiteY22" fmla="*/ 316104 h 587273"/>
              <a:gd name="connsiteX23" fmla="*/ 308938 w 728197"/>
              <a:gd name="connsiteY23" fmla="*/ 350677 h 587273"/>
              <a:gd name="connsiteX24" fmla="*/ 308938 w 728197"/>
              <a:gd name="connsiteY24" fmla="*/ 552426 h 587273"/>
              <a:gd name="connsiteX25" fmla="*/ 274138 w 728197"/>
              <a:gd name="connsiteY25" fmla="*/ 586907 h 587273"/>
              <a:gd name="connsiteX26" fmla="*/ 274046 w 728197"/>
              <a:gd name="connsiteY26" fmla="*/ 586907 h 587273"/>
            </a:gdLst>
            <a:rect l="l" t="t" r="r" b="b"/>
            <a:pathLst>
              <a:path w="728197" h="587273">
                <a:moveTo>
                  <a:pt x="418890" y="587273"/>
                </a:moveTo>
                <a:cubicBezTo>
                  <a:pt x="399670" y="587324"/>
                  <a:pt x="384048" y="571928"/>
                  <a:pt x="383998" y="552884"/>
                </a:cubicBezTo>
                <a:cubicBezTo>
                  <a:pt x="383998" y="552854"/>
                  <a:pt x="383998" y="552823"/>
                  <a:pt x="383998" y="552793"/>
                </a:cubicBezTo>
                <a:lnTo>
                  <a:pt x="383998" y="367917"/>
                </a:lnTo>
                <a:cubicBezTo>
                  <a:pt x="383998" y="240082"/>
                  <a:pt x="427189" y="143945"/>
                  <a:pt x="513570" y="79508"/>
                </a:cubicBezTo>
                <a:cubicBezTo>
                  <a:pt x="571693" y="35795"/>
                  <a:pt x="643235" y="9292"/>
                  <a:pt x="728198" y="0"/>
                </a:cubicBezTo>
                <a:lnTo>
                  <a:pt x="728198" y="134713"/>
                </a:lnTo>
                <a:cubicBezTo>
                  <a:pt x="631694" y="155439"/>
                  <a:pt x="583419" y="215902"/>
                  <a:pt x="583354" y="316104"/>
                </a:cubicBezTo>
                <a:lnTo>
                  <a:pt x="658414" y="316104"/>
                </a:lnTo>
                <a:cubicBezTo>
                  <a:pt x="677683" y="316054"/>
                  <a:pt x="693343" y="331491"/>
                  <a:pt x="693398" y="350585"/>
                </a:cubicBezTo>
                <a:cubicBezTo>
                  <a:pt x="693398" y="350615"/>
                  <a:pt x="693398" y="350646"/>
                  <a:pt x="693398" y="350677"/>
                </a:cubicBezTo>
                <a:lnTo>
                  <a:pt x="693398" y="552426"/>
                </a:lnTo>
                <a:cubicBezTo>
                  <a:pt x="693398" y="571469"/>
                  <a:pt x="677822" y="586907"/>
                  <a:pt x="658599" y="586907"/>
                </a:cubicBezTo>
                <a:cubicBezTo>
                  <a:pt x="658571" y="586907"/>
                  <a:pt x="658534" y="586907"/>
                  <a:pt x="658506" y="586907"/>
                </a:cubicBezTo>
                <a:close/>
                <a:moveTo>
                  <a:pt x="34892" y="587273"/>
                </a:moveTo>
                <a:cubicBezTo>
                  <a:pt x="15673" y="587324"/>
                  <a:pt x="51" y="571928"/>
                  <a:pt x="0" y="552884"/>
                </a:cubicBezTo>
                <a:cubicBezTo>
                  <a:pt x="0" y="552854"/>
                  <a:pt x="0" y="552823"/>
                  <a:pt x="0" y="552793"/>
                </a:cubicBezTo>
                <a:lnTo>
                  <a:pt x="0" y="367917"/>
                </a:lnTo>
                <a:cubicBezTo>
                  <a:pt x="0" y="240082"/>
                  <a:pt x="43191" y="143945"/>
                  <a:pt x="129573" y="79508"/>
                </a:cubicBezTo>
                <a:cubicBezTo>
                  <a:pt x="187695" y="35795"/>
                  <a:pt x="259238" y="9292"/>
                  <a:pt x="344200" y="0"/>
                </a:cubicBezTo>
                <a:lnTo>
                  <a:pt x="344200" y="134713"/>
                </a:lnTo>
                <a:cubicBezTo>
                  <a:pt x="247391" y="155439"/>
                  <a:pt x="198986" y="215902"/>
                  <a:pt x="198986" y="316104"/>
                </a:cubicBezTo>
                <a:lnTo>
                  <a:pt x="274046" y="316104"/>
                </a:lnTo>
                <a:cubicBezTo>
                  <a:pt x="293316" y="316104"/>
                  <a:pt x="308938" y="331583"/>
                  <a:pt x="308938" y="350677"/>
                </a:cubicBezTo>
                <a:lnTo>
                  <a:pt x="308938" y="552426"/>
                </a:lnTo>
                <a:cubicBezTo>
                  <a:pt x="308938" y="571469"/>
                  <a:pt x="293358" y="586907"/>
                  <a:pt x="274138" y="586907"/>
                </a:cubicBezTo>
                <a:cubicBezTo>
                  <a:pt x="274108" y="586907"/>
                  <a:pt x="274076" y="586907"/>
                  <a:pt x="274046" y="586907"/>
                </a:cubicBezTo>
                <a:close/>
              </a:path>
            </a:pathLst>
          </a:custGeom>
          <a:noFill xmlns:a="http://schemas.openxmlformats.org/drawingml/2006/main"/>
          <a:ln xmlns:a="http://schemas.openxmlformats.org/drawingml/2006/main" w="15875">
            <a:solidFill>
              <a:schemeClr val="bg1"/>
            </a:solidFill>
            <a:prstDash val="solid"/>
          </a:ln>
        </p:spPr>
        <p:txBody>
          <a:bodyPr xmlns:a="http://schemas.openxmlformats.org/drawingml/2006/main" anchor="ctr"/>
          <a:lstStyle xmlns:a="http://schemas.openxmlformats.org/drawingml/2006/main"/>
          <a:p xmlns:a="http://schemas.openxmlformats.org/drawingml/2006/main">
            <a:endParaRPr/>
          </a:p>
        </p:txBody>
      </p:sp>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1697038" y="1706879"/>
            <a:ext cx="8794750" cy="2174875"/>
          </a:xfrm>
        </p:spPr>
        <p:txBody>
          <a:bodyPr xmlns:a="http://schemas.openxmlformats.org/drawingml/2006/main"/>
          <a:lstStyle xmlns:a="http://schemas.openxmlformats.org/drawingml/2006/main">
            <a:lvl1pPr algn="ctr">
              <a:buNone/>
              <a:defRPr sz="4000"/>
            </a:lvl1pPr>
          </a:lstStyle>
          <a:p xmlns:a="http://schemas.openxmlformats.org/drawingml/2006/main">
            <a:r>
              <a:t>Quote slide 1, Lorem ipsum dolor sit amet, consectetuer adipiscing elit, sed diam nonummy nibh euismod tincidunt ut laoreet dolore</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1697038" y="4191318"/>
            <a:ext cx="8794750" cy="625475"/>
          </a:xfrm>
        </p:spPr>
        <p:txBody>
          <a:bodyPr xmlns:a="http://schemas.openxmlformats.org/drawingml/2006/main"/>
          <a:lstStyle xmlns:a="http://schemas.openxmlformats.org/drawingml/2006/main">
            <a:lvl1pPr marL="0" indent="0" algn="ctr">
              <a:lnSpc>
                <a:spcPct val="110000"/>
              </a:lnSpc>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2.xml><?xml version="1.0" encoding="utf-8"?>
<p:sldLayout xmlns:p="http://schemas.openxmlformats.org/presentationml/2006/main" preserve="1" userDrawn="1">
  <p:cSld name="Quote 3">
    <p:bg>
      <p:bgPr>
        <a:blipFill xmlns:a="http://schemas.openxmlformats.org/drawingml/2006/main" rotWithShape="1">
          <a:blip xmlns:r="http://schemas.openxmlformats.org/officeDocument/2006/relationships" r:embed="R4c3162e31f8241cb">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368BC5-9F97-A637-CA24-35B03B63AA5A}"/>
              </a:ext>
            </a:extLst>
          </p:cNvPr>
          <p:cNvSpPr>
            <a:spLocks xmlns:a="http://schemas.openxmlformats.org/drawingml/2006/main" noGrp="1"/>
          </p:cNvSpPr>
          <p:nvPr>
            <p:ph type="title" idx="0" hasCustomPrompt="1"/>
          </p:nvPr>
        </p:nvSpPr>
        <p:spPr>
          <a:xfrm xmlns:a="http://schemas.openxmlformats.org/drawingml/2006/main">
            <a:off x="6096000" y="1244600"/>
            <a:ext cx="5373688" cy="3167380"/>
          </a:xfrm>
        </p:spPr>
        <p:txBody>
          <a:bodyPr xmlns:a="http://schemas.openxmlformats.org/drawingml/2006/main"/>
          <a:lstStyle xmlns:a="http://schemas.openxmlformats.org/drawingml/2006/main">
            <a:lvl1pPr algn="l">
              <a:buNone/>
              <a:defRPr sz="4000"/>
            </a:lvl1pPr>
          </a:lstStyle>
          <a:p xmlns:a="http://schemas.openxmlformats.org/drawingml/2006/main">
            <a:r>
              <a:t>“Quote slide 1, Lorem ipsum dolor sit amet, consect adipiscing elit, sed diam no nummy nibh euismod tincidunt ut laoreet”</a:t>
            </a:r>
          </a:p>
        </p:txBody>
      </p:sp>
      <p:sp>
        <p:nvSpPr>
          <p:cNvPr id="7" name="Text Placeholder 6">
            <a:extLst xmlns:a="http://schemas.openxmlformats.org/drawingml/2006/main">
              <a:ext uri="{FF2B5EF4-FFF2-40B4-BE49-F238E27FC236}">
                <a16:creationId xmlns:a16="http://schemas.microsoft.com/office/drawing/2014/main" id="{FE765B2C-5060-1909-C557-ADA0DD5D99D3}"/>
              </a:ext>
            </a:extLst>
          </p:cNvPr>
          <p:cNvSpPr>
            <a:spLocks xmlns:a="http://schemas.openxmlformats.org/drawingml/2006/main" noGrp="1"/>
          </p:cNvSpPr>
          <p:nvPr>
            <p:ph type="body" idx="12" hasCustomPrompt="1"/>
          </p:nvPr>
        </p:nvSpPr>
        <p:spPr>
          <a:xfrm xmlns:a="http://schemas.openxmlformats.org/drawingml/2006/main">
            <a:off x="6096000" y="4726305"/>
            <a:ext cx="5373688" cy="673417"/>
          </a:xfrm>
        </p:spPr>
        <p:txBody>
          <a:bodyPr xmlns:a="http://schemas.openxmlformats.org/drawingml/2006/main"/>
          <a:lstStyle xmlns:a="http://schemas.openxmlformats.org/drawingml/2006/main">
            <a:lvl1pPr marL="0" indent="0" algn="l">
              <a:spcAft>
                <a:spcPts val="0"/>
              </a:spcAft>
              <a:buNone/>
              <a:defRPr sz="2000"/>
            </a:lvl1pPr>
          </a:lstStyle>
          <a:p xmlns:a="http://schemas.openxmlformats.org/drawingml/2006/main">
            <a:pPr lvl="0">
              <a:buNone/>
            </a:pPr>
            <a:r>
              <a:t>Speaker Name</a:t>
            </a:r>
          </a:p>
          <a:p xmlns:a="http://schemas.openxmlformats.org/drawingml/2006/main">
            <a:pPr lvl="0">
              <a:buNone/>
            </a:pPr>
            <a:r>
              <a:t>Speaker Role</a:t>
            </a:r>
          </a:p>
        </p:txBody>
      </p:sp>
      <p:sp>
        <p:nvSpPr>
          <p:cNvPr id="3" name="Footer Placeholder 2">
            <a:extLst xmlns:a="http://schemas.openxmlformats.org/drawingml/2006/main">
              <a:ext uri="{FF2B5EF4-FFF2-40B4-BE49-F238E27FC236}">
                <a16:creationId xmlns:a16="http://schemas.microsoft.com/office/drawing/2014/main" id="{54CFFC5C-7657-95D9-3E3C-A05AC680CBA5}"/>
              </a:ext>
            </a:extLst>
          </p:cNvPr>
          <p:cNvSpPr>
            <a:spLocks xmlns:a="http://schemas.openxmlformats.org/drawingml/2006/main" noGrp="1"/>
          </p:cNvSpPr>
          <p:nvPr>
            <p:ph type="ftr" idx="10"/>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AA999777-CA26-AFF0-62B3-9D957F6FDE0C}"/>
              </a:ext>
            </a:extLst>
          </p:cNvPr>
          <p:cNvSpPr>
            <a:spLocks xmlns:a="http://schemas.openxmlformats.org/drawingml/2006/main" noGrp="1"/>
          </p:cNvSpPr>
          <p:nvPr>
            <p:ph type="sldNum" idx="11"/>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3.xml><?xml version="1.0" encoding="utf-8"?>
<p:sldLayout xmlns:p="http://schemas.openxmlformats.org/presentationml/2006/main" preserve="1" userDrawn="1">
  <p:cSld name="1/2 Slide, Title, Body Copy, Graphic">
    <p:bg>
      <p:bgPr>
        <a:blipFill xmlns:a="http://schemas.openxmlformats.org/drawingml/2006/main" rotWithShape="1">
          <a:blip xmlns:r="http://schemas.openxmlformats.org/officeDocument/2006/relationships" r:embed="Ra3ddb951f969418a">
            <a:lum/>
          </a:blip>
          <a:srcRect l="0" t="0" r="0" b="0"/>
          <a:stretch>
            <a:fillRect l="0" t="0" r="0" b="0"/>
          </a:stretch>
        </a:blipFill>
      </p:bgPr>
    </p:bg>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AEFB629D-1461-3E6E-194F-1E2781C58CDE}"/>
              </a:ext>
            </a:extLst>
          </p:cNvPr>
          <p:cNvSpPr>
            <a:spLocks xmlns:a="http://schemas.openxmlformats.org/drawingml/2006/main" noGrp="1"/>
          </p:cNvSpPr>
          <p:nvPr>
            <p:ph type="title" idx="0"/>
          </p:nvPr>
        </p:nvSpPr>
        <p:spPr>
          <a:xfrm xmlns:a="http://schemas.openxmlformats.org/drawingml/2006/main">
            <a:off x="323850" y="298146"/>
            <a:ext cx="5683250" cy="946454"/>
          </a:xfrm>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3402D1E1-C16C-597A-29F4-4F0B59039571}"/>
              </a:ext>
            </a:extLst>
          </p:cNvPr>
          <p:cNvSpPr>
            <a:spLocks xmlns:a="http://schemas.openxmlformats.org/drawingml/2006/main" noGrp="1"/>
          </p:cNvSpPr>
          <p:nvPr>
            <p:ph type="body" idx="11" hasCustomPrompt="1"/>
          </p:nvPr>
        </p:nvSpPr>
        <p:spPr>
          <a:xfrm xmlns:a="http://schemas.openxmlformats.org/drawingml/2006/main">
            <a:off x="323850" y="1555750"/>
            <a:ext cx="5683250" cy="923925"/>
          </a:xfrm>
        </p:spPr>
        <p:txBody>
          <a:bodyPr xmlns:a="http://schemas.openxmlformats.org/drawingml/2006/main"/>
          <a:lstStyle xmlns:a="http://schemas.openxmlformats.org/drawingml/2006/main">
            <a:lvl1pPr marL="0" indent="0">
              <a:buNone/>
              <a:defRPr sz="1800" b="0"/>
            </a:lvl1pPr>
            <a:lvl2pPr marL="182880" indent="0">
              <a:buNone/>
              <a:defRPr sz="1600" b="0"/>
            </a:lvl2pPr>
            <a:lvl3pPr marL="365760" indent="0">
              <a:buNone/>
              <a:defRPr sz="1400" b="0"/>
            </a:lvl3pPr>
            <a:lvl4pPr marL="548640" indent="0">
              <a:buNone/>
              <a:defRPr sz="1200" b="0"/>
            </a:lvl4pPr>
            <a:lvl5pPr marL="731520" indent="0">
              <a:buNone/>
              <a:defRPr sz="1100" b="0"/>
            </a:lvl5pPr>
          </a:lstStyle>
          <a:p xmlns:a="http://schemas.openxmlformats.org/drawingml/2006/main">
            <a:pPr lvl="0">
              <a:buNone/>
            </a:pPr>
            <a:r>
              <a:t>Body copy placeholder</a:t>
            </a:r>
          </a:p>
        </p:txBody>
      </p:sp>
      <p:sp>
        <p:nvSpPr>
          <p:cNvPr id="4" name="Footer Placeholder 3">
            <a:extLst xmlns:a="http://schemas.openxmlformats.org/drawingml/2006/main">
              <a:ext uri="{FF2B5EF4-FFF2-40B4-BE49-F238E27FC236}">
                <a16:creationId xmlns:a16="http://schemas.microsoft.com/office/drawing/2014/main" id="{60599622-5FA2-FEEE-3C33-0A896ADDB122}"/>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4.xml><?xml version="1.0" encoding="utf-8"?>
<p:sldLayout xmlns:p="http://schemas.openxmlformats.org/presentationml/2006/main" preserve="1" userDrawn="1">
  <p:cSld name="Blank">
    <p:spTree>
      <p:nvGrpSpPr>
        <p:cNvPr id="1" name=""/>
        <p:cNvGrpSpPr/>
        <p:nvPr/>
      </p:nvGrpSpPr>
      <p:grpSpPr>
        <a:xfrm xmlns:a="http://schemas.openxmlformats.org/drawingml/2006/main"/>
      </p:grpSpPr>
      <p:sp>
        <p:nvSpPr>
          <p:cNvPr id="3" name="Slide Number Placeholder 2">
            <a:extLst xmlns:a="http://schemas.openxmlformats.org/drawingml/2006/main">
              <a:ext uri="{FF2B5EF4-FFF2-40B4-BE49-F238E27FC236}">
                <a16:creationId xmlns:a16="http://schemas.microsoft.com/office/drawing/2014/main" id="{5EC50E13-06E5-F6BB-7667-EE8E9893D04E}"/>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
        <p:nvSpPr>
          <p:cNvPr id="2" name="Footer Placeholder 1">
            <a:extLst xmlns:a="http://schemas.openxmlformats.org/drawingml/2006/main">
              <a:ext uri="{FF2B5EF4-FFF2-40B4-BE49-F238E27FC236}">
                <a16:creationId xmlns:a16="http://schemas.microsoft.com/office/drawing/2014/main" id="{8005315C-F3C4-4817-6DB5-825E9E8E96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Tree>
  </p:cSld>
</p:sldLayout>
</file>

<file path=ppt/slideLayouts/slideLayout45.xml><?xml version="1.0" encoding="utf-8"?>
<p:sldLayout xmlns:p="http://schemas.openxmlformats.org/presentationml/2006/main" preserve="1" userDrawn="1">
  <p:cSld name="Title, Subtitle, Chart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9" name="Chart Placeholder 8">
            <a:extLst xmlns:a="http://schemas.openxmlformats.org/drawingml/2006/main">
              <a:ext uri="{FF2B5EF4-FFF2-40B4-BE49-F238E27FC236}">
                <a16:creationId xmlns:a16="http://schemas.microsoft.com/office/drawing/2014/main" id="{BD67761C-12AC-06B4-1032-66C47B765FE0}"/>
              </a:ext>
            </a:extLst>
          </p:cNvPr>
          <p:cNvSpPr>
            <a:spLocks xmlns:a="http://schemas.openxmlformats.org/drawingml/2006/main" noGrp="1"/>
          </p:cNvSpPr>
          <p:nvPr>
            <p:ph type="chart" idx="13" hasCustomPrompt="1"/>
          </p:nvPr>
        </p:nvSpPr>
        <p:spPr>
          <a:xfrm xmlns:a="http://schemas.openxmlformats.org/drawingml/2006/main">
            <a:off x="722313" y="1555750"/>
            <a:ext cx="10747375"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chart</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6.xml><?xml version="1.0" encoding="utf-8"?>
<p:sldLayout xmlns:p="http://schemas.openxmlformats.org/presentationml/2006/main" preserve="1" userDrawn="1">
  <p:cSld name="Title, Subtitle, Table 1">
    <p:spTree>
      <p:nvGrpSpPr>
        <p:cNvPr id="1" name=""/>
        <p:cNvGrpSpPr/>
        <p:nvPr/>
      </p:nvGrpSpPr>
      <p:grpSpPr>
        <a:xfrm xmlns:a="http://schemas.openxmlformats.org/drawingml/2006/main"/>
      </p:grpSpPr>
      <p:sp>
        <p:nvSpPr>
          <p:cNvPr id="6" name="Title 5">
            <a:extLst xmlns:a="http://schemas.openxmlformats.org/drawingml/2006/main">
              <a:ext uri="{FF2B5EF4-FFF2-40B4-BE49-F238E27FC236}">
                <a16:creationId xmlns:a16="http://schemas.microsoft.com/office/drawing/2014/main" id="{6E74D6FA-95EE-1CAF-BEA5-F32D06BA615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CDCDE918-878C-B6E2-7015-CE4BF7A0B7FA}"/>
              </a:ext>
            </a:extLst>
          </p:cNvPr>
          <p:cNvSpPr>
            <a:spLocks xmlns:a="http://schemas.openxmlformats.org/drawingml/2006/main" noGrp="1"/>
          </p:cNvSpPr>
          <p:nvPr>
            <p:ph type="body" idx="11" hasCustomPrompt="1"/>
          </p:nvPr>
        </p:nvSpPr>
        <p:spPr>
          <a:xfrm xmlns:a="http://schemas.openxmlformats.org/drawingml/2006/main">
            <a:off x="323850" y="806450"/>
            <a:ext cx="5772150" cy="292100"/>
          </a:xfrm>
        </p:spPr>
        <p:txBody>
          <a:bodyPr xmlns:a="http://schemas.openxmlformats.org/drawingml/2006/main"/>
          <a:lstStyle xmlns:a="http://schemas.openxmlformats.org/drawingml/2006/main">
            <a:lvl1pPr marL="0" indent="0">
              <a:buNone/>
              <a:defRPr sz="1600" b="0"/>
            </a:lvl1pPr>
            <a:lvl2pPr marL="182880" indent="0">
              <a:buNone/>
              <a:defRPr sz="1400"/>
            </a:lvl2pPr>
            <a:lvl3pPr marL="365760" indent="0">
              <a:buNone/>
              <a:defRPr sz="1200"/>
            </a:lvl3pPr>
            <a:lvl4pPr marL="548640" indent="0">
              <a:buNone/>
              <a:defRPr sz="1100"/>
            </a:lvl4pPr>
            <a:lvl5pPr marL="731520" indent="0">
              <a:buNone/>
              <a:defRPr sz="1050"/>
            </a:lvl5pPr>
          </a:lstStyle>
          <a:p xmlns:a="http://schemas.openxmlformats.org/drawingml/2006/main">
            <a:pPr lvl="0">
              <a:buNone/>
            </a:pPr>
            <a:r>
              <a:t>Subtitle placeholder</a:t>
            </a:r>
          </a:p>
        </p:txBody>
      </p:sp>
      <p:sp>
        <p:nvSpPr>
          <p:cNvPr id="7" name="Table Placeholder 6">
            <a:extLst xmlns:a="http://schemas.openxmlformats.org/drawingml/2006/main">
              <a:ext uri="{FF2B5EF4-FFF2-40B4-BE49-F238E27FC236}">
                <a16:creationId xmlns:a16="http://schemas.microsoft.com/office/drawing/2014/main" id="{B0E688F9-03DF-D354-A8AF-EF5349F39C6B}"/>
              </a:ext>
            </a:extLst>
          </p:cNvPr>
          <p:cNvSpPr>
            <a:spLocks xmlns:a="http://schemas.openxmlformats.org/drawingml/2006/main" noGrp="1"/>
          </p:cNvSpPr>
          <p:nvPr>
            <p:ph type="tbl" idx="13" hasCustomPrompt="1"/>
          </p:nvPr>
        </p:nvSpPr>
        <p:spPr>
          <a:xfrm xmlns:a="http://schemas.openxmlformats.org/drawingml/2006/main">
            <a:off x="323850" y="1555750"/>
            <a:ext cx="11544300" cy="4519613"/>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on icon below to add a table</a:t>
            </a:r>
          </a:p>
        </p:txBody>
      </p:sp>
      <p:sp>
        <p:nvSpPr>
          <p:cNvPr id="4" name="Footer Placeholder 3">
            <a:extLst xmlns:a="http://schemas.openxmlformats.org/drawingml/2006/main">
              <a:ext uri="{FF2B5EF4-FFF2-40B4-BE49-F238E27FC236}">
                <a16:creationId xmlns:a16="http://schemas.microsoft.com/office/drawing/2014/main" id="{0D345BA0-AFF9-CA34-CF89-66A166DB409B}"/>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7.xml><?xml version="1.0" encoding="utf-8"?>
<p:sldLayout xmlns:p="http://schemas.openxmlformats.org/presentationml/2006/main" preserve="1" userDrawn="1">
  <p:cSld name="1/2 Slide Title, Chart">
    <p:spTree>
      <p:nvGrpSpPr>
        <p:cNvPr id="1" name=""/>
        <p:cNvGrpSpPr/>
        <p:nvPr/>
      </p:nvGrpSpPr>
      <p:grpSpPr>
        <a:xfrm xmlns:a="http://schemas.openxmlformats.org/drawingml/2006/main"/>
      </p:grpSpPr>
      <p:sp>
        <p:nvSpPr>
          <p:cNvPr id="5" name="Title 4">
            <a:extLst xmlns:a="http://schemas.openxmlformats.org/drawingml/2006/main">
              <a:ext uri="{FF2B5EF4-FFF2-40B4-BE49-F238E27FC236}">
                <a16:creationId xmlns:a16="http://schemas.microsoft.com/office/drawing/2014/main" id="{527114D6-E2A0-BB7F-D120-F920E817C802}"/>
              </a:ext>
            </a:extLst>
          </p:cNvPr>
          <p:cNvSpPr>
            <a:spLocks xmlns:a="http://schemas.openxmlformats.org/drawingml/2006/main" noGrp="1"/>
          </p:cNvSpPr>
          <p:nvPr>
            <p:ph type="title" idx="0"/>
          </p:nvPr>
        </p:nvSpPr>
        <p:spPr>
          <a:xfrm xmlns:a="http://schemas.openxmlformats.org/drawingml/2006/main">
            <a:off x="323850" y="2339181"/>
            <a:ext cx="5281613" cy="2179638"/>
          </a:xfrm>
        </p:spPr>
        <p:txBody>
          <a:bodyPr xmlns:a="http://schemas.openxmlformats.org/drawingml/2006/main" wrap="square" anchor="ctr">
            <a:noAutofit/>
          </a:bodyPr>
          <a:lstStyle xmlns:a="http://schemas.openxmlformats.org/drawingml/2006/main">
            <a:lvl1pPr>
              <a:buNone/>
              <a:defRPr/>
            </a:lvl1pPr>
          </a:lstStyle>
          <a:p xmlns:a="http://schemas.openxmlformats.org/drawingml/2006/main">
            <a:r>
              <a:t>Click to edit Master title style</a:t>
            </a:r>
          </a:p>
        </p:txBody>
      </p:sp>
      <p:sp>
        <p:nvSpPr>
          <p:cNvPr id="6" name="Chart Placeholder 5">
            <a:extLst xmlns:a="http://schemas.openxmlformats.org/drawingml/2006/main">
              <a:ext uri="{FF2B5EF4-FFF2-40B4-BE49-F238E27FC236}">
                <a16:creationId xmlns:a16="http://schemas.microsoft.com/office/drawing/2014/main" id="{89EC94CF-F758-4A7C-3B39-A1EFC1EA815A}"/>
              </a:ext>
            </a:extLst>
          </p:cNvPr>
          <p:cNvSpPr>
            <a:spLocks xmlns:a="http://schemas.openxmlformats.org/drawingml/2006/main" noGrp="1"/>
          </p:cNvSpPr>
          <p:nvPr>
            <p:ph type="chart" idx="12" hasCustomPrompt="1"/>
          </p:nvPr>
        </p:nvSpPr>
        <p:spPr>
          <a:xfrm xmlns:a="http://schemas.openxmlformats.org/drawingml/2006/main">
            <a:off x="6581775" y="952500"/>
            <a:ext cx="4887913" cy="4968875"/>
          </a:xfrm>
        </p:spPr>
        <p:txBody>
          <a:bodyPr xmlns:a="http://schemas.openxmlformats.org/drawingml/2006/main" tIns="914400"/>
          <a:lstStyle xmlns:a="http://schemas.openxmlformats.org/drawingml/2006/main">
            <a:lvl1pPr marL="0" indent="0" algn="ctr">
              <a:buNone/>
              <a:defRPr/>
            </a:lvl1pPr>
          </a:lstStyle>
          <a:p xmlns:a="http://schemas.openxmlformats.org/drawingml/2006/main">
            <a:r>
              <a:t>Click icon below to add chart</a:t>
            </a:r>
          </a:p>
        </p:txBody>
      </p:sp>
      <p:sp>
        <p:nvSpPr>
          <p:cNvPr id="4" name="Footer Placeholder 3">
            <a:extLst xmlns:a="http://schemas.openxmlformats.org/drawingml/2006/main">
              <a:ext uri="{FF2B5EF4-FFF2-40B4-BE49-F238E27FC236}">
                <a16:creationId xmlns:a16="http://schemas.microsoft.com/office/drawing/2014/main" id="{6B01575F-C481-6715-1865-C24DCDB56C3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F288B697-7FF8-033A-E0D2-4C2717BFD5E6}"/>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8.xml><?xml version="1.0" encoding="utf-8"?>
<p:sldLayout xmlns:p="http://schemas.openxmlformats.org/presentationml/2006/main" preserve="1" userDrawn="1">
  <p:cSld name="Statement 1, Title, Subtitle">
    <p:bg>
      <p:bgPr>
        <a:blipFill xmlns:a="http://schemas.openxmlformats.org/drawingml/2006/main" rotWithShape="1">
          <a:blip xmlns:r="http://schemas.openxmlformats.org/officeDocument/2006/relationships" r:embed="R998f6107b98d4114">
            <a:lum/>
          </a:blip>
          <a:srcRect l="0" t="0" r="0" b="0"/>
          <a:stretch>
            <a:fillRect l="0" t="0" r="0" b="0"/>
          </a:stretch>
        </a:blipFill>
      </p:bgPr>
    </p:bg>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EE0C9451-8976-3C96-3C4E-F9624BB318AB}"/>
              </a:ext>
            </a:extLst>
          </p:cNvPr>
          <p:cNvSpPr>
            <a:spLocks xmlns:a="http://schemas.openxmlformats.org/drawingml/2006/main" noGrp="1"/>
          </p:cNvSpPr>
          <p:nvPr>
            <p:ph type="title" idx="0"/>
          </p:nvPr>
        </p:nvSpPr>
        <p:spPr>
          <a:xfrm xmlns:a="http://schemas.openxmlformats.org/drawingml/2006/main">
            <a:off x="2278063" y="952500"/>
            <a:ext cx="7634288" cy="2476500"/>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3738563"/>
            <a:ext cx="7634287" cy="936625"/>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Footer Placeholder 3">
            <a:extLst xmlns:a="http://schemas.openxmlformats.org/drawingml/2006/main">
              <a:ext uri="{FF2B5EF4-FFF2-40B4-BE49-F238E27FC236}">
                <a16:creationId xmlns:a16="http://schemas.microsoft.com/office/drawing/2014/main" id="{663146B2-9533-23DF-7DA9-0EBFD969778A}"/>
              </a:ext>
            </a:extLst>
          </p:cNvPr>
          <p:cNvSpPr>
            <a:spLocks xmlns:a="http://schemas.openxmlformats.org/drawingml/2006/main" noGrp="1"/>
          </p:cNvSpPr>
          <p:nvPr>
            <p:ph type="ftr" idx="12"/>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3" name="Slide Number Placeholder 2">
            <a:extLst xmlns:a="http://schemas.openxmlformats.org/drawingml/2006/main">
              <a:ext uri="{FF2B5EF4-FFF2-40B4-BE49-F238E27FC236}">
                <a16:creationId xmlns:a16="http://schemas.microsoft.com/office/drawing/2014/main" id="{8FD4EDA1-89C5-8341-7EDE-FCCAAA0607CB}"/>
              </a:ext>
            </a:extLst>
          </p:cNvPr>
          <p:cNvSpPr>
            <a:spLocks xmlns:a="http://schemas.openxmlformats.org/drawingml/2006/main" noGrp="1"/>
          </p:cNvSpPr>
          <p:nvPr>
            <p:ph type="sldNum" idx="10"/>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49.xml><?xml version="1.0" encoding="utf-8"?>
<p:sldLayout xmlns:p="http://schemas.openxmlformats.org/presentationml/2006/main" preserve="1" userDrawn="1">
  <p:cSld name="Photo Statement 1, Title, Subtitle">
    <p:bg>
      <p:bgPr>
        <a:solidFill xmlns:a="http://schemas.openxmlformats.org/drawingml/2006/main">
          <a:schemeClr val="tx1"/>
        </a:solidFill>
      </p:bgPr>
    </p:bg>
    <p:spTree>
      <p:nvGrpSpPr>
        <p:cNvPr id="1" name=""/>
        <p:cNvGrpSpPr/>
        <p:nvPr/>
      </p:nvGrpSpPr>
      <p:grpSpPr>
        <a:xfrm xmlns:a="http://schemas.openxmlformats.org/drawingml/2006/main"/>
      </p:grpSpPr>
      <p:sp>
        <p:nvSpPr>
          <p:cNvPr id="7" name="Picture Placeholder 6">
            <a:extLst xmlns:a="http://schemas.openxmlformats.org/drawingml/2006/main">
              <a:ext uri="{FF2B5EF4-FFF2-40B4-BE49-F238E27FC236}">
                <a16:creationId xmlns:a16="http://schemas.microsoft.com/office/drawing/2014/main" id="{ABE3366F-F43E-6996-B128-0A001300FD22}"/>
              </a:ext>
            </a:extLst>
          </p:cNvPr>
          <p:cNvSpPr>
            <a:spLocks xmlns:a="http://schemas.openxmlformats.org/drawingml/2006/main" noGrp="1"/>
          </p:cNvSpPr>
          <p:nvPr>
            <p:ph type="pic" idx="13" hasCustomPrompt="1"/>
          </p:nvPr>
        </p:nvSpPr>
        <p:spPr>
          <a:xfrm xmlns:a="http://schemas.openxmlformats.org/drawingml/2006/main">
            <a:off x="0" y="0"/>
            <a:ext cx="12192000" cy="6858000"/>
          </a:xfrm>
        </p:spPr>
        <p:txBody>
          <a:bodyPr xmlns:a="http://schemas.openxmlformats.org/drawingml/2006/main" tIns="274320"/>
          <a:lstStyle xmlns:a="http://schemas.openxmlformats.org/drawingml/2006/main">
            <a:lvl1pPr marL="0" indent="0" algn="ctr">
              <a:buNone/>
              <a:defRPr/>
            </a:lvl1pPr>
          </a:lstStyle>
          <a:p xmlns:a="http://schemas.openxmlformats.org/drawingml/2006/main">
            <a:r>
              <a:t>Image placeholder</a:t>
            </a:r>
          </a:p>
        </p:txBody>
      </p:sp>
      <p:sp>
        <p:nvSpPr>
          <p:cNvPr id="6" name="Title 5">
            <a:extLst xmlns:a="http://schemas.openxmlformats.org/drawingml/2006/main">
              <a:ext uri="{FF2B5EF4-FFF2-40B4-BE49-F238E27FC236}">
                <a16:creationId xmlns:a16="http://schemas.microsoft.com/office/drawing/2014/main" id="{576B6A35-8740-9D1E-A189-71BC5C742FCC}"/>
              </a:ext>
            </a:extLst>
          </p:cNvPr>
          <p:cNvSpPr>
            <a:spLocks xmlns:a="http://schemas.openxmlformats.org/drawingml/2006/main" noGrp="1"/>
          </p:cNvSpPr>
          <p:nvPr>
            <p:ph type="title" idx="0"/>
          </p:nvPr>
        </p:nvSpPr>
        <p:spPr>
          <a:xfrm xmlns:a="http://schemas.openxmlformats.org/drawingml/2006/main">
            <a:off x="2278063" y="952500"/>
            <a:ext cx="7634288" cy="1537465"/>
          </a:xfrm>
        </p:spPr>
        <p:txBody>
          <a:bodyPr xmlns:a="http://schemas.openxmlformats.org/drawingml/2006/main" anchor="b"/>
          <a:lstStyle xmlns:a="http://schemas.openxmlformats.org/drawingml/2006/main">
            <a:lvl1pPr algn="ctr">
              <a:buNone/>
              <a:defRPr sz="4000"/>
            </a:lvl1pPr>
          </a:lstStyle>
          <a:p xmlns:a="http://schemas.openxmlformats.org/drawingml/2006/main">
            <a:r>
              <a:t>Click to edit Master title style</a:t>
            </a:r>
          </a:p>
        </p:txBody>
      </p:sp>
      <p:sp>
        <p:nvSpPr>
          <p:cNvPr id="5" name="Text Placeholder 4">
            <a:extLst xmlns:a="http://schemas.openxmlformats.org/drawingml/2006/main">
              <a:ext uri="{FF2B5EF4-FFF2-40B4-BE49-F238E27FC236}">
                <a16:creationId xmlns:a16="http://schemas.microsoft.com/office/drawing/2014/main" id="{96D4A8F9-F7CA-7BED-9594-D64F51EE92BB}"/>
              </a:ext>
            </a:extLst>
          </p:cNvPr>
          <p:cNvSpPr>
            <a:spLocks xmlns:a="http://schemas.openxmlformats.org/drawingml/2006/main" noGrp="1"/>
          </p:cNvSpPr>
          <p:nvPr>
            <p:ph type="body" idx="11"/>
          </p:nvPr>
        </p:nvSpPr>
        <p:spPr>
          <a:xfrm xmlns:a="http://schemas.openxmlformats.org/drawingml/2006/main">
            <a:off x="2278063" y="2492374"/>
            <a:ext cx="7634287" cy="311152"/>
          </a:xfrm>
        </p:spPr>
        <p:txBody>
          <a:bodyPr xmlns:a="http://schemas.openxmlformats.org/drawingml/2006/main"/>
          <a:lstStyle xmlns:a="http://schemas.openxmlformats.org/drawingml/2006/main">
            <a:lvl1pPr marL="0" indent="0" algn="ctr">
              <a:buNone/>
              <a:defRPr/>
            </a:lvl1pPr>
            <a:lvl2pPr marL="182880" indent="0" algn="ctr">
              <a:buNone/>
              <a:defRPr/>
            </a:lvl2pPr>
            <a:lvl3pPr marL="365760" indent="0" algn="ctr">
              <a:buNone/>
              <a:defRPr/>
            </a:lvl3pPr>
            <a:lvl4pPr marL="548640" indent="0" algn="ctr">
              <a:buNone/>
              <a:defRPr/>
            </a:lvl4pPr>
            <a:lvl5pPr marL="731520" indent="0" algn="ctr">
              <a:buNone/>
              <a:defRPr/>
            </a:lvl5pPr>
          </a:lstStyle>
          <a:p xmlns:a="http://schemas.openxmlformats.org/drawingml/2006/main">
            <a:pPr lvl="0">
              <a:buNone/>
            </a:pPr>
            <a:r>
              <a:t>Click to edit Master text styles</a:t>
            </a:r>
          </a:p>
        </p:txBody>
      </p:sp>
      <p:sp>
        <p:nvSpPr>
          <p:cNvPr id="3" name="Footer Placeholder 2">
            <a:extLst xmlns:a="http://schemas.openxmlformats.org/drawingml/2006/main">
              <a:ext uri="{FF2B5EF4-FFF2-40B4-BE49-F238E27FC236}">
                <a16:creationId xmlns:a16="http://schemas.microsoft.com/office/drawing/2014/main" id="{5D703969-9100-4398-1394-9B9B34222C66}"/>
              </a:ext>
            </a:extLst>
          </p:cNvPr>
          <p:cNvSpPr>
            <a:spLocks xmlns:a="http://schemas.openxmlformats.org/drawingml/2006/main" noGrp="1"/>
          </p:cNvSpPr>
          <p:nvPr>
            <p:ph type="ftr" idx="14"/>
          </p:nvPr>
        </p:nvSpPr>
        <p:spPr/>
        <p:txBody>
          <a:bodyPr xmlns:a="http://schemas.openxmlformats.org/drawingml/2006/main"/>
          <a:lstStyle xmlns:a="http://schemas.openxmlformats.org/drawingml/2006/main"/>
          <a:p xmlns:a="http://schemas.openxmlformats.org/drawingml/2006/main">
            <a:pPr defTabSz="814318">
              <a:buNone/>
            </a:pPr>
            <a:r>
              <a:t>Session ID: BRKSEC-XXXX</a:t>
            </a:r>
          </a:p>
        </p:txBody>
      </p:sp>
      <p:sp>
        <p:nvSpPr>
          <p:cNvPr id="4" name="Slide Number Placeholder 3">
            <a:extLst xmlns:a="http://schemas.openxmlformats.org/drawingml/2006/main">
              <a:ext uri="{FF2B5EF4-FFF2-40B4-BE49-F238E27FC236}">
                <a16:creationId xmlns:a16="http://schemas.microsoft.com/office/drawing/2014/main" id="{D6CFB270-12CC-4B92-85FD-B7710644F26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3C42FAE-7A31-41D3-A712-51D9B15D0B10}" type="slidenum">
              <a:t>‹#›</a:t>
            </a:fld>
            <a:endParaRPr/>
          </a:p>
        </p:txBody>
      </p:sp>
    </p:spTree>
  </p:cSld>
</p:sldLayout>
</file>

<file path=ppt/slideLayouts/slideLayout50.xml><?xml version="1.0" encoding="utf-8"?>
<p:sldLayout xmlns:p="http://schemas.openxmlformats.org/presentationml/2006/main" showMasterSp="0" preserve="1" userDrawn="1">
  <p:cSld name="Segue 1">
    <p:bg>
      <p:bgPr>
        <a:blipFill xmlns:a="http://schemas.openxmlformats.org/drawingml/2006/main" rotWithShape="1">
          <a:blip xmlns:r="http://schemas.openxmlformats.org/officeDocument/2006/relationships" r:embed="R43307e8ea5f141af">
            <a:lum/>
          </a:blip>
          <a:srcRect l="0" t="0" r="0" b="0"/>
          <a:stretch>
            <a:fillRect l="0" t="0" r="0" b="0"/>
          </a:stretch>
        </a:blip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a:xfrm xmlns:a="http://schemas.openxmlformats.org/drawingml/2006/main">
            <a:off x="323850" y="2492231"/>
            <a:ext cx="7634288" cy="1870075"/>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1.xml><?xml version="1.0" encoding="utf-8"?>
<p:sldLayout xmlns:p="http://schemas.openxmlformats.org/presentationml/2006/main" showMasterSp="0" preserve="1" userDrawn="1">
  <p:cSld name="Segue 2">
    <p:bg>
      <p:bgPr>
        <a:blipFill xmlns:a="http://schemas.openxmlformats.org/drawingml/2006/main" rotWithShape="1">
          <a:blip xmlns:r="http://schemas.openxmlformats.org/officeDocument/2006/relationships" r:embed="R96e6ca42394c424f">
            <a:lum/>
          </a:blip>
          <a:srcRect l="0" t="0" r="0" b="0"/>
          <a:stretch>
            <a:fillRect l="0" t="0" r="0" b="0"/>
          </a:stretch>
        </a:blipFill>
      </p:bgPr>
    </p:bg>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9DF17AB4-9E08-0A74-D302-44EB1D55BE7A}"/>
              </a:ext>
            </a:extLst>
          </p:cNvPr>
          <p:cNvSpPr>
            <a:spLocks xmlns:a="http://schemas.openxmlformats.org/drawingml/2006/main" noGrp="1"/>
          </p:cNvSpPr>
          <p:nvPr>
            <p:ph type="title" idx="0"/>
          </p:nvPr>
        </p:nvSpPr>
        <p:spPr>
          <a:xfrm xmlns:a="http://schemas.openxmlformats.org/drawingml/2006/main">
            <a:off x="323850" y="2492375"/>
            <a:ext cx="7634288" cy="1868488"/>
          </a:xfrm>
        </p:spPr>
        <p:txBody>
          <a:bodyPr xmlns:a="http://schemas.openxmlformats.org/drawingml/2006/main" wrap="square" anchor="ctr">
            <a:noAutofit/>
          </a:bodyPr>
          <a:lstStyle xmlns:a="http://schemas.openxmlformats.org/drawingml/2006/main">
            <a:lvl1pPr>
              <a:buNone/>
              <a:defRPr sz="4000"/>
            </a:lvl1pPr>
          </a:lstStyle>
          <a:p xmlns:a="http://schemas.openxmlformats.org/drawingml/2006/main">
            <a:r>
              <a:t>Click to edit Master title style</a:t>
            </a:r>
          </a:p>
        </p:txBody>
      </p:sp>
    </p:spTree>
  </p:cSld>
</p:sldLayout>
</file>

<file path=ppt/slideLayouts/slideLayout52.xml><?xml version="1.0" encoding="utf-8"?>
<p:sldLayout xmlns:p="http://schemas.openxmlformats.org/presentationml/2006/main" showMasterSp="0" preserve="1" userDrawn="1">
  <p:cSld name="Segue 3">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634288"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3.xml><?xml version="1.0" encoding="utf-8"?>
<p:sldLayout xmlns:p="http://schemas.openxmlformats.org/presentationml/2006/main" showMasterSp="0" preserve="1" userDrawn="1">
  <p:cSld name="Segue 4">
    <p:bg>
      <p:bgPr>
        <a:solidFill xmlns:a="http://schemas.openxmlformats.org/drawingml/2006/main">
          <a:schemeClr val="tx1"/>
        </a:solidFill>
      </p:bgPr>
    </p:bg>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591CEAE-269F-9001-82E1-E63AB48127E3}"/>
              </a:ext>
            </a:extLst>
          </p:cNvPr>
          <p:cNvSpPr>
            <a:spLocks xmlns:a="http://schemas.openxmlformats.org/drawingml/2006/main" noGrp="1"/>
          </p:cNvSpPr>
          <p:nvPr>
            <p:ph type="title" idx="0"/>
          </p:nvPr>
        </p:nvSpPr>
        <p:spPr>
          <a:xfrm xmlns:a="http://schemas.openxmlformats.org/drawingml/2006/main">
            <a:off x="323850" y="2492375"/>
            <a:ext cx="7235825" cy="1868487"/>
          </a:xfrm>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Click to edit Master title style</a:t>
            </a:r>
          </a:p>
        </p:txBody>
      </p:sp>
    </p:spTree>
  </p:cSld>
</p:sldLayout>
</file>

<file path=ppt/slideLayouts/slideLayout54.xml><?xml version="1.0" encoding="utf-8"?>
<p:sldLayout xmlns:p="http://schemas.openxmlformats.org/presentationml/2006/main" showMasterSp="0" preserve="1" userDrawn="1">
  <p:cSld name="Thank you 1">
    <p:bg>
      <p:bgPr>
        <a:blipFill xmlns:a="http://schemas.openxmlformats.org/drawingml/2006/main" rotWithShape="1">
          <a:blip xmlns:r="http://schemas.openxmlformats.org/officeDocument/2006/relationships" r:embed="Rec18dd682c5f42ac">
            <a:lum/>
          </a:blip>
          <a:srcRect l="0" t="0" r="0" b="0"/>
          <a:stretch>
            <a:fillRect l="0" t="0" r="0" b="0"/>
          </a:stretch>
        </a:blipFill>
      </p:bgPr>
    </p:bg>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5412D7-A614-E163-F131-6847698E7759}"/>
              </a:ext>
            </a:extLst>
          </p:cNvPr>
          <p:cNvSpPr>
            <a:spLocks xmlns:a="http://schemas.openxmlformats.org/drawingml/2006/main" noGrp="1"/>
          </p:cNvSpPr>
          <p:nvPr/>
        </p:nvSpPr>
        <p:spPr>
          <a:xfrm xmlns:a="http://schemas.openxmlformats.org/drawingml/2006/main">
            <a:off x="0" y="1244601"/>
            <a:ext cx="10888663" cy="4367212"/>
          </a:xfrm>
          <a:prstGeom xmlns:a="http://schemas.openxmlformats.org/drawingml/2006/main" prst="rect">
            <a:avLst/>
          </a:prstGeom>
          <a:solidFill xmlns:a="http://schemas.openxmlformats.org/drawingml/2006/main">
            <a:schemeClr val="tx1"/>
          </a:solidFill>
          <a:ln xmlns:a="http://schemas.openxmlformats.org/drawingml/2006/main" w="9525">
            <a:noFill/>
          </a:ln>
        </p:spPr>
        <p: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lIns="182880" tIns="182880" rIns="182880" bIns="182880" anchor="ctr"/>
          <a:lstStyle xmlns:a="http://schemas.openxmlformats.org/drawingml/2006/main"/>
          <a:p xmlns:a="http://schemas.openxmlformats.org/drawingml/2006/main">
            <a:pPr algn="ctr">
              <a:buNone/>
            </a:pPr>
            <a:endParaRPr sz="1600">
              <a:solidFill>
                <a:schemeClr val="bg1"/>
              </a:solidFill>
            </a:endParaRPr>
          </a:p>
        </p:txBody>
      </p:sp>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pic>
        <p:nvPicPr>
          <p:cNvPr id="7" name="Picture 7"/>
          <p:cNvPicPr>
            <a:picLocks xmlns:a="http://schemas.openxmlformats.org/drawingml/2006/main" noChangeAspect="1"/>
          </p:cNvPicPr>
          <p:nvPr/>
        </p:nvPicPr>
        <p:blipFill>
          <a:blip xmlns:r="http://schemas.openxmlformats.org/officeDocument/2006/relationships" xmlns:a="http://schemas.openxmlformats.org/drawingml/2006/main" r:embed="R7e096bddbc804436">
            <a:extLst>
              <a:ext uri="{96DAC541-7B7A-43D3-8B79-37D633B846F1}">
                <asvg:svgBlip xmlns:asvg="http://schemas.microsoft.com/office/drawing/2016/SVG/main" r:embed="R01075f05198e4144"/>
              </a:ext>
            </a:extLst>
          </a:blip>
          <a:srcRect xmlns:a="http://schemas.openxmlformats.org/drawingml/2006/main" l="0" t="0" r="0" b="0"/>
          <a:stretch xmlns:a="http://schemas.openxmlformats.org/drawingml/2006/main"/>
        </p:blipFill>
        <p:spPr>
          <a:xfrm xmlns:a="http://schemas.openxmlformats.org/drawingml/2006/main">
            <a:off x="9058274" y="3188776"/>
            <a:ext cx="914400" cy="480447"/>
          </a:xfrm>
          <a:prstGeom xmlns:a="http://schemas.openxmlformats.org/drawingml/2006/main" prst="rect">
            <a:avLst/>
          </a:prstGeom>
        </p:spPr>
      </p:pic>
    </p:spTree>
  </p:cSld>
</p:sldLayout>
</file>

<file path=ppt/slideLayouts/slideLayout55.xml><?xml version="1.0" encoding="utf-8"?>
<p:sldLayout xmlns:p="http://schemas.openxmlformats.org/presentationml/2006/main" showMasterSp="0" preserve="1" userDrawn="1">
  <p:cSld name="Thank you 2">
    <p:spTree>
      <p:nvGrpSpPr>
        <p:cNvPr id="1" name=""/>
        <p:cNvGrpSpPr/>
        <p:nvPr/>
      </p:nvGrpSpPr>
      <p:grpSpPr>
        <a:xfrm xmlns:a="http://schemas.openxmlformats.org/drawingml/2006/main"/>
      </p:grpSpPr>
      <p:sp>
        <p:nvSpPr>
          <p:cNvPr id="3" name="Title 2">
            <a:extLst xmlns:a="http://schemas.openxmlformats.org/drawingml/2006/main">
              <a:ext uri="{FF2B5EF4-FFF2-40B4-BE49-F238E27FC236}">
                <a16:creationId xmlns:a16="http://schemas.microsoft.com/office/drawing/2014/main" id="{8BFD99A5-A6E1-0514-02DB-84C6BD18783A}"/>
              </a:ext>
            </a:extLst>
          </p:cNvPr>
          <p:cNvSpPr>
            <a:spLocks xmlns:a="http://schemas.openxmlformats.org/drawingml/2006/main" noGrp="1"/>
          </p:cNvSpPr>
          <p:nvPr>
            <p:ph type="title" idx="0" hasCustomPrompt="1"/>
          </p:nvPr>
        </p:nvSpPr>
        <p:spPr>
          <a:xfrm xmlns:a="http://schemas.openxmlformats.org/drawingml/2006/main">
            <a:off x="323850" y="3114676"/>
            <a:ext cx="2749550" cy="623888"/>
          </a:xfrm>
        </p:spPr>
        <p:txBody>
          <a:bodyPr xmlns:a="http://schemas.openxmlformats.org/drawingml/2006/main" anchor="ctr"/>
          <a:lstStyle xmlns:a="http://schemas.openxmlformats.org/drawingml/2006/main">
            <a:lvl1pPr>
              <a:buNone/>
              <a:defRPr/>
            </a:lvl1pPr>
          </a:lstStyle>
          <a:p xmlns:a="http://schemas.openxmlformats.org/drawingml/2006/main">
            <a:r>
              <a:t>Thank you</a:t>
            </a:r>
          </a:p>
        </p:txBody>
      </p:sp>
    </p:spTree>
  </p:cSld>
</p:sldLayout>
</file>

<file path=ppt/slideLayouts/slideLayout56.xml><?xml version="1.0" encoding="utf-8"?>
<p:sldLayout xmlns:p="http://schemas.openxmlformats.org/presentationml/2006/main" showMasterSp="0" preserve="1" userDrawn="1">
  <p:cSld name="Closing 1">
    <p:spTree>
      <p:nvGrpSpPr>
        <p:cNvPr id="1" name=""/>
        <p:cNvGrpSpPr/>
        <p:nvPr/>
      </p:nvGrpSpPr>
      <p:grpSpPr>
        <a:xfrm xmlns:a="http://schemas.openxmlformats.org/drawingml/2006/main"/>
      </p:grpSpPr>
      <p:sp>
        <p:nvSpPr>
          <p:cNvPr id="4" name="Freeform 24">
            <a:extLst xmlns:a="http://schemas.openxmlformats.org/drawingml/2006/main">
              <a:ext uri="{FF2B5EF4-FFF2-40B4-BE49-F238E27FC236}">
                <a16:creationId xmlns:a16="http://schemas.microsoft.com/office/drawing/2014/main" id="{0848F511-CD0C-4E21-1411-CA7D0F6E3A43}"/>
              </a:ext>
            </a:extLst>
          </p:cNvPr>
          <p:cNvSpPr>
            <a:spLocks xmlns:a="http://schemas.openxmlformats.org/drawingml/2006/main" noGrp="1"/>
          </p:cNvSpPr>
          <p:nvPr/>
        </p:nvSpPr>
        <p:spPr>
          <a:xfrm xmlns:a="http://schemas.openxmlformats.org/drawingml/2006/main">
            <a:off x="5831690" y="3403715"/>
            <a:ext cx="53378" cy="210276"/>
          </a:xfrm>
          <a:custGeom xmlns:a="http://schemas.openxmlformats.org/drawingml/2006/main">
            <a:gdLst>
              <a:gd name="connsiteX0" fmla="*/ 0 w 44467"/>
              <a:gd name="connsiteY0" fmla="*/ 0 h 175170"/>
              <a:gd name="connsiteX1" fmla="*/ 44467 w 44467"/>
              <a:gd name="connsiteY1" fmla="*/ 0 h 175170"/>
              <a:gd name="connsiteX2" fmla="*/ 44467 w 44467"/>
              <a:gd name="connsiteY2" fmla="*/ 175170 h 175170"/>
              <a:gd name="connsiteX3" fmla="*/ 0 w 44467"/>
              <a:gd name="connsiteY3" fmla="*/ 175170 h 175170"/>
            </a:gdLst>
            <a:rect l="l" t="t" r="r" b="b"/>
            <a:pathLst>
              <a:path w="44467" h="175170">
                <a:moveTo>
                  <a:pt x="0" y="0"/>
                </a:moveTo>
                <a:lnTo>
                  <a:pt x="44467" y="0"/>
                </a:lnTo>
                <a:lnTo>
                  <a:pt x="44467" y="175170"/>
                </a:lnTo>
                <a:lnTo>
                  <a:pt x="0" y="175170"/>
                </a:lnTo>
                <a:close/>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5" name="Freeform 25">
            <a:extLst xmlns:a="http://schemas.openxmlformats.org/drawingml/2006/main">
              <a:ext uri="{FF2B5EF4-FFF2-40B4-BE49-F238E27FC236}">
                <a16:creationId xmlns:a16="http://schemas.microsoft.com/office/drawing/2014/main" id="{CE7BD058-D0FF-047D-F5E7-7A0A610E086D}"/>
              </a:ext>
            </a:extLst>
          </p:cNvPr>
          <p:cNvSpPr>
            <a:spLocks xmlns:a="http://schemas.openxmlformats.org/drawingml/2006/main" noGrp="1"/>
          </p:cNvSpPr>
          <p:nvPr/>
        </p:nvSpPr>
        <p:spPr>
          <a:xfrm xmlns:a="http://schemas.openxmlformats.org/drawingml/2006/main">
            <a:off x="6154144" y="3400033"/>
            <a:ext cx="161334" cy="217748"/>
          </a:xfrm>
          <a:custGeom xmlns:a="http://schemas.openxmlformats.org/drawingml/2006/main">
            <a:gdLst>
              <a:gd name="connsiteX0" fmla="*/ 0 w 134399"/>
              <a:gd name="connsiteY0" fmla="*/ 90652 h 181394"/>
              <a:gd name="connsiteX1" fmla="*/ 93835 w 134399"/>
              <a:gd name="connsiteY1" fmla="*/ 181394 h 181394"/>
              <a:gd name="connsiteX2" fmla="*/ 134400 w 134399"/>
              <a:gd name="connsiteY2" fmla="*/ 175170 h 181394"/>
              <a:gd name="connsiteX3" fmla="*/ 134400 w 134399"/>
              <a:gd name="connsiteY3" fmla="*/ 128176 h 181394"/>
              <a:gd name="connsiteX4" fmla="*/ 97011 w 134399"/>
              <a:gd name="connsiteY4" fmla="*/ 137196 h 181394"/>
              <a:gd name="connsiteX5" fmla="*/ 50003 w 134399"/>
              <a:gd name="connsiteY5" fmla="*/ 90472 h 181394"/>
              <a:gd name="connsiteX6" fmla="*/ 97011 w 134399"/>
              <a:gd name="connsiteY6" fmla="*/ 43747 h 181394"/>
              <a:gd name="connsiteX7" fmla="*/ 134400 w 134399"/>
              <a:gd name="connsiteY7" fmla="*/ 52768 h 181394"/>
              <a:gd name="connsiteX8" fmla="*/ 134400 w 134399"/>
              <a:gd name="connsiteY8" fmla="*/ 6314 h 181394"/>
              <a:gd name="connsiteX9" fmla="*/ 93835 w 134399"/>
              <a:gd name="connsiteY9" fmla="*/ 0 h 181394"/>
              <a:gd name="connsiteX10" fmla="*/ 0 w 134399"/>
              <a:gd name="connsiteY10" fmla="*/ 90652 h 181394"/>
            </a:gdLst>
            <a:rect l="l" t="t" r="r" b="b"/>
            <a:pathLst>
              <a:path w="134399" h="181394">
                <a:moveTo>
                  <a:pt x="0" y="90652"/>
                </a:moveTo>
                <a:cubicBezTo>
                  <a:pt x="0" y="147118"/>
                  <a:pt x="43832" y="181394"/>
                  <a:pt x="93835" y="181394"/>
                </a:cubicBezTo>
                <a:cubicBezTo>
                  <a:pt x="107583" y="181261"/>
                  <a:pt x="121250" y="179165"/>
                  <a:pt x="134400" y="175170"/>
                </a:cubicBezTo>
                <a:lnTo>
                  <a:pt x="134400" y="128176"/>
                </a:lnTo>
                <a:cubicBezTo>
                  <a:pt x="122893" y="134240"/>
                  <a:pt x="110034" y="137341"/>
                  <a:pt x="97011" y="137196"/>
                </a:cubicBezTo>
                <a:cubicBezTo>
                  <a:pt x="71048" y="137196"/>
                  <a:pt x="50003" y="116276"/>
                  <a:pt x="50003" y="90472"/>
                </a:cubicBezTo>
                <a:cubicBezTo>
                  <a:pt x="50003" y="64667"/>
                  <a:pt x="71048" y="43747"/>
                  <a:pt x="97011" y="43747"/>
                </a:cubicBezTo>
                <a:cubicBezTo>
                  <a:pt x="110034" y="43598"/>
                  <a:pt x="122893" y="46700"/>
                  <a:pt x="134400" y="52768"/>
                </a:cubicBezTo>
                <a:lnTo>
                  <a:pt x="134400" y="6314"/>
                </a:lnTo>
                <a:cubicBezTo>
                  <a:pt x="121287" y="2146"/>
                  <a:pt x="107602" y="15"/>
                  <a:pt x="93835" y="0"/>
                </a:cubicBezTo>
                <a:cubicBezTo>
                  <a:pt x="39385" y="0"/>
                  <a:pt x="0" y="38335"/>
                  <a:pt x="0"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6" name="Freeform 26">
            <a:extLst xmlns:a="http://schemas.openxmlformats.org/drawingml/2006/main">
              <a:ext uri="{FF2B5EF4-FFF2-40B4-BE49-F238E27FC236}">
                <a16:creationId xmlns:a16="http://schemas.microsoft.com/office/drawing/2014/main" id="{83623A44-0F0F-1370-66F6-0846CAF90985}"/>
              </a:ext>
            </a:extLst>
          </p:cNvPr>
          <p:cNvSpPr>
            <a:spLocks xmlns:a="http://schemas.openxmlformats.org/drawingml/2006/main" noGrp="1"/>
          </p:cNvSpPr>
          <p:nvPr/>
        </p:nvSpPr>
        <p:spPr>
          <a:xfrm xmlns:a="http://schemas.openxmlformats.org/drawingml/2006/main">
            <a:off x="5597040" y="3400033"/>
            <a:ext cx="161553" cy="217748"/>
          </a:xfrm>
          <a:custGeom xmlns:a="http://schemas.openxmlformats.org/drawingml/2006/main">
            <a:gdLst>
              <a:gd name="connsiteX0" fmla="*/ 0 w 134581"/>
              <a:gd name="connsiteY0" fmla="*/ 90652 h 181394"/>
              <a:gd name="connsiteX1" fmla="*/ 93926 w 134581"/>
              <a:gd name="connsiteY1" fmla="*/ 181394 h 181394"/>
              <a:gd name="connsiteX2" fmla="*/ 134581 w 134581"/>
              <a:gd name="connsiteY2" fmla="*/ 175170 h 181394"/>
              <a:gd name="connsiteX3" fmla="*/ 134581 w 134581"/>
              <a:gd name="connsiteY3" fmla="*/ 128176 h 181394"/>
              <a:gd name="connsiteX4" fmla="*/ 97193 w 134581"/>
              <a:gd name="connsiteY4" fmla="*/ 137196 h 181394"/>
              <a:gd name="connsiteX5" fmla="*/ 50184 w 134581"/>
              <a:gd name="connsiteY5" fmla="*/ 90472 h 181394"/>
              <a:gd name="connsiteX6" fmla="*/ 97193 w 134581"/>
              <a:gd name="connsiteY6" fmla="*/ 43747 h 181394"/>
              <a:gd name="connsiteX7" fmla="*/ 134581 w 134581"/>
              <a:gd name="connsiteY7" fmla="*/ 52768 h 181394"/>
              <a:gd name="connsiteX8" fmla="*/ 134581 w 134581"/>
              <a:gd name="connsiteY8" fmla="*/ 6314 h 181394"/>
              <a:gd name="connsiteX9" fmla="*/ 93926 w 134581"/>
              <a:gd name="connsiteY9" fmla="*/ 0 h 181394"/>
              <a:gd name="connsiteX10" fmla="*/ 181 w 134581"/>
              <a:gd name="connsiteY10" fmla="*/ 90652 h 181394"/>
            </a:gdLst>
            <a:rect l="l" t="t" r="r" b="b"/>
            <a:pathLst>
              <a:path w="134581" h="181394">
                <a:moveTo>
                  <a:pt x="0" y="90652"/>
                </a:moveTo>
                <a:cubicBezTo>
                  <a:pt x="0" y="147118"/>
                  <a:pt x="43832" y="181394"/>
                  <a:pt x="93926" y="181394"/>
                </a:cubicBezTo>
                <a:cubicBezTo>
                  <a:pt x="107708" y="181268"/>
                  <a:pt x="121400" y="179172"/>
                  <a:pt x="134581" y="175170"/>
                </a:cubicBezTo>
                <a:lnTo>
                  <a:pt x="134581" y="128176"/>
                </a:lnTo>
                <a:cubicBezTo>
                  <a:pt x="123065" y="134222"/>
                  <a:pt x="110216" y="137322"/>
                  <a:pt x="97193" y="137196"/>
                </a:cubicBezTo>
                <a:cubicBezTo>
                  <a:pt x="71231" y="137196"/>
                  <a:pt x="50184" y="116276"/>
                  <a:pt x="50184" y="90472"/>
                </a:cubicBezTo>
                <a:cubicBezTo>
                  <a:pt x="50184" y="64667"/>
                  <a:pt x="71231" y="43747"/>
                  <a:pt x="97193" y="43747"/>
                </a:cubicBezTo>
                <a:cubicBezTo>
                  <a:pt x="110217" y="43613"/>
                  <a:pt x="123068" y="46714"/>
                  <a:pt x="134581" y="52768"/>
                </a:cubicBezTo>
                <a:lnTo>
                  <a:pt x="134581" y="6314"/>
                </a:lnTo>
                <a:cubicBezTo>
                  <a:pt x="121434" y="2159"/>
                  <a:pt x="107722" y="30"/>
                  <a:pt x="93926" y="0"/>
                </a:cubicBezTo>
                <a:cubicBezTo>
                  <a:pt x="39476" y="0"/>
                  <a:pt x="181" y="38335"/>
                  <a:pt x="181" y="9065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7" name="Freeform 27">
            <a:extLst xmlns:a="http://schemas.openxmlformats.org/drawingml/2006/main">
              <a:ext uri="{FF2B5EF4-FFF2-40B4-BE49-F238E27FC236}">
                <a16:creationId xmlns:a16="http://schemas.microsoft.com/office/drawing/2014/main" id="{8ABAB402-379C-A6D8-AF39-B22717AC8652}"/>
              </a:ext>
            </a:extLst>
          </p:cNvPr>
          <p:cNvSpPr>
            <a:spLocks xmlns:a="http://schemas.openxmlformats.org/drawingml/2006/main" noGrp="1"/>
          </p:cNvSpPr>
          <p:nvPr/>
        </p:nvSpPr>
        <p:spPr>
          <a:xfrm xmlns:a="http://schemas.openxmlformats.org/drawingml/2006/main">
            <a:off x="6375724" y="3399999"/>
            <a:ext cx="219185" cy="218412"/>
          </a:xfrm>
          <a:custGeom xmlns:a="http://schemas.openxmlformats.org/drawingml/2006/main">
            <a:gdLst>
              <a:gd name="connsiteX0" fmla="*/ 89568 w 182591"/>
              <a:gd name="connsiteY0" fmla="*/ 137224 h 181947"/>
              <a:gd name="connsiteX1" fmla="*/ 42832 w 182591"/>
              <a:gd name="connsiteY1" fmla="*/ 91494 h 181947"/>
              <a:gd name="connsiteX2" fmla="*/ 88842 w 182591"/>
              <a:gd name="connsiteY2" fmla="*/ 45041 h 181947"/>
              <a:gd name="connsiteX3" fmla="*/ 135578 w 182591"/>
              <a:gd name="connsiteY3" fmla="*/ 90772 h 181947"/>
              <a:gd name="connsiteX4" fmla="*/ 135578 w 182591"/>
              <a:gd name="connsiteY4" fmla="*/ 91131 h 181947"/>
              <a:gd name="connsiteX5" fmla="*/ 91220 w 182591"/>
              <a:gd name="connsiteY5" fmla="*/ 137218 h 181947"/>
              <a:gd name="connsiteX6" fmla="*/ 89568 w 182591"/>
              <a:gd name="connsiteY6" fmla="*/ 137224 h 181947"/>
              <a:gd name="connsiteX7" fmla="*/ 89568 w 182591"/>
              <a:gd name="connsiteY7" fmla="*/ 479 h 181947"/>
              <a:gd name="connsiteX8" fmla="*/ 17 w 182591"/>
              <a:gd name="connsiteY8" fmla="*/ 92919 h 181947"/>
              <a:gd name="connsiteX9" fmla="*/ 93017 w 182591"/>
              <a:gd name="connsiteY9" fmla="*/ 181931 h 181947"/>
              <a:gd name="connsiteX10" fmla="*/ 182586 w 182591"/>
              <a:gd name="connsiteY10" fmla="*/ 91131 h 181947"/>
              <a:gd name="connsiteX11" fmla="*/ 92781 w 182591"/>
              <a:gd name="connsiteY11" fmla="*/ 5 h 181947"/>
              <a:gd name="connsiteX12" fmla="*/ 89568 w 182591"/>
              <a:gd name="connsiteY12" fmla="*/ 28 h 181947"/>
            </a:gdLst>
            <a:rect l="l" t="t" r="r" b="b"/>
            <a:pathLst>
              <a:path w="182591" h="181947">
                <a:moveTo>
                  <a:pt x="89568" y="137224"/>
                </a:moveTo>
                <a:cubicBezTo>
                  <a:pt x="63959" y="137423"/>
                  <a:pt x="43032" y="116949"/>
                  <a:pt x="42832" y="91494"/>
                </a:cubicBezTo>
                <a:cubicBezTo>
                  <a:pt x="42633" y="66038"/>
                  <a:pt x="63233" y="45241"/>
                  <a:pt x="88842" y="45041"/>
                </a:cubicBezTo>
                <a:cubicBezTo>
                  <a:pt x="114452" y="44842"/>
                  <a:pt x="135378" y="65317"/>
                  <a:pt x="135578" y="90772"/>
                </a:cubicBezTo>
                <a:cubicBezTo>
                  <a:pt x="135578" y="90891"/>
                  <a:pt x="135578" y="91011"/>
                  <a:pt x="135578" y="91131"/>
                </a:cubicBezTo>
                <a:cubicBezTo>
                  <a:pt x="136132" y="116033"/>
                  <a:pt x="116267" y="136667"/>
                  <a:pt x="91220" y="137218"/>
                </a:cubicBezTo>
                <a:cubicBezTo>
                  <a:pt x="90666" y="137229"/>
                  <a:pt x="90122" y="137232"/>
                  <a:pt x="89568" y="137224"/>
                </a:cubicBezTo>
                <a:moveTo>
                  <a:pt x="89568" y="479"/>
                </a:moveTo>
                <a:cubicBezTo>
                  <a:pt x="39157" y="1425"/>
                  <a:pt x="-936" y="42812"/>
                  <a:pt x="17" y="92919"/>
                </a:cubicBezTo>
                <a:cubicBezTo>
                  <a:pt x="969" y="143026"/>
                  <a:pt x="42605" y="182877"/>
                  <a:pt x="93017" y="181931"/>
                </a:cubicBezTo>
                <a:cubicBezTo>
                  <a:pt x="142784" y="180997"/>
                  <a:pt x="182623" y="140607"/>
                  <a:pt x="182586" y="91131"/>
                </a:cubicBezTo>
                <a:cubicBezTo>
                  <a:pt x="183104" y="41317"/>
                  <a:pt x="142893" y="519"/>
                  <a:pt x="92781" y="5"/>
                </a:cubicBezTo>
                <a:cubicBezTo>
                  <a:pt x="91710" y="-6"/>
                  <a:pt x="90639" y="1"/>
                  <a:pt x="89568" y="28"/>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8" name="Freeform 28">
            <a:extLst xmlns:a="http://schemas.openxmlformats.org/drawingml/2006/main">
              <a:ext uri="{FF2B5EF4-FFF2-40B4-BE49-F238E27FC236}">
                <a16:creationId xmlns:a16="http://schemas.microsoft.com/office/drawing/2014/main" id="{A0F49F63-D861-23D0-7A32-6898EA38AA9E}"/>
              </a:ext>
            </a:extLst>
          </p:cNvPr>
          <p:cNvSpPr>
            <a:spLocks xmlns:a="http://schemas.openxmlformats.org/drawingml/2006/main" noGrp="1"/>
          </p:cNvSpPr>
          <p:nvPr/>
        </p:nvSpPr>
        <p:spPr>
          <a:xfrm xmlns:a="http://schemas.openxmlformats.org/drawingml/2006/main">
            <a:off x="5956314" y="3399925"/>
            <a:ext cx="145321" cy="217856"/>
          </a:xfrm>
          <a:custGeom xmlns:a="http://schemas.openxmlformats.org/drawingml/2006/main">
            <a:gdLst>
              <a:gd name="connsiteX0" fmla="*/ 79678 w 121059"/>
              <a:gd name="connsiteY0" fmla="*/ 72612 h 181484"/>
              <a:gd name="connsiteX1" fmla="*/ 67427 w 121059"/>
              <a:gd name="connsiteY1" fmla="*/ 68733 h 181484"/>
              <a:gd name="connsiteX2" fmla="*/ 47099 w 121059"/>
              <a:gd name="connsiteY2" fmla="*/ 52046 h 181484"/>
              <a:gd name="connsiteX3" fmla="*/ 74324 w 121059"/>
              <a:gd name="connsiteY3" fmla="*/ 37614 h 181484"/>
              <a:gd name="connsiteX4" fmla="*/ 109081 w 121059"/>
              <a:gd name="connsiteY4" fmla="*/ 43026 h 181484"/>
              <a:gd name="connsiteX5" fmla="*/ 109081 w 121059"/>
              <a:gd name="connsiteY5" fmla="*/ 5592 h 181484"/>
              <a:gd name="connsiteX6" fmla="*/ 65703 w 121059"/>
              <a:gd name="connsiteY6" fmla="*/ 0 h 181484"/>
              <a:gd name="connsiteX7" fmla="*/ 0 w 121059"/>
              <a:gd name="connsiteY7" fmla="*/ 54752 h 181484"/>
              <a:gd name="connsiteX8" fmla="*/ 45375 w 121059"/>
              <a:gd name="connsiteY8" fmla="*/ 105986 h 181484"/>
              <a:gd name="connsiteX9" fmla="*/ 54994 w 121059"/>
              <a:gd name="connsiteY9" fmla="*/ 109143 h 181484"/>
              <a:gd name="connsiteX10" fmla="*/ 74778 w 121059"/>
              <a:gd name="connsiteY10" fmla="*/ 126462 h 181484"/>
              <a:gd name="connsiteX11" fmla="*/ 42471 w 121059"/>
              <a:gd name="connsiteY11" fmla="*/ 142878 h 181484"/>
              <a:gd name="connsiteX12" fmla="*/ 454 w 121059"/>
              <a:gd name="connsiteY12" fmla="*/ 136384 h 181484"/>
              <a:gd name="connsiteX13" fmla="*/ 454 w 121059"/>
              <a:gd name="connsiteY13" fmla="*/ 176704 h 181484"/>
              <a:gd name="connsiteX14" fmla="*/ 48460 w 121059"/>
              <a:gd name="connsiteY14" fmla="*/ 181484 h 181484"/>
              <a:gd name="connsiteX15" fmla="*/ 121060 w 121059"/>
              <a:gd name="connsiteY15" fmla="*/ 122673 h 181484"/>
              <a:gd name="connsiteX16" fmla="*/ 79043 w 121059"/>
              <a:gd name="connsiteY16" fmla="*/ 72612 h 181484"/>
            </a:gdLst>
            <a:rect l="l" t="t" r="r" b="b"/>
            <a:pathLst>
              <a:path w="121059" h="181484">
                <a:moveTo>
                  <a:pt x="79678" y="72612"/>
                </a:moveTo>
                <a:lnTo>
                  <a:pt x="67427" y="68733"/>
                </a:lnTo>
                <a:cubicBezTo>
                  <a:pt x="60167" y="66388"/>
                  <a:pt x="47099" y="62690"/>
                  <a:pt x="47099" y="52046"/>
                </a:cubicBezTo>
                <a:cubicBezTo>
                  <a:pt x="47099" y="43567"/>
                  <a:pt x="56718" y="37614"/>
                  <a:pt x="74324" y="37614"/>
                </a:cubicBezTo>
                <a:cubicBezTo>
                  <a:pt x="86085" y="38079"/>
                  <a:pt x="97746" y="39896"/>
                  <a:pt x="109081" y="43026"/>
                </a:cubicBezTo>
                <a:lnTo>
                  <a:pt x="109081" y="5592"/>
                </a:lnTo>
                <a:cubicBezTo>
                  <a:pt x="94888" y="2071"/>
                  <a:pt x="80331" y="194"/>
                  <a:pt x="65703" y="0"/>
                </a:cubicBezTo>
                <a:cubicBezTo>
                  <a:pt x="24684" y="0"/>
                  <a:pt x="0" y="22009"/>
                  <a:pt x="0" y="54752"/>
                </a:cubicBezTo>
                <a:cubicBezTo>
                  <a:pt x="0" y="83797"/>
                  <a:pt x="20691" y="98229"/>
                  <a:pt x="45375" y="105986"/>
                </a:cubicBezTo>
                <a:cubicBezTo>
                  <a:pt x="48188" y="106888"/>
                  <a:pt x="52272" y="108151"/>
                  <a:pt x="54994" y="109143"/>
                </a:cubicBezTo>
                <a:cubicBezTo>
                  <a:pt x="65975" y="112571"/>
                  <a:pt x="74778" y="117622"/>
                  <a:pt x="74778" y="126462"/>
                </a:cubicBezTo>
                <a:cubicBezTo>
                  <a:pt x="74778" y="135301"/>
                  <a:pt x="64614" y="142878"/>
                  <a:pt x="42471" y="142878"/>
                </a:cubicBezTo>
                <a:cubicBezTo>
                  <a:pt x="28250" y="142457"/>
                  <a:pt x="14130" y="140275"/>
                  <a:pt x="454" y="136384"/>
                </a:cubicBezTo>
                <a:lnTo>
                  <a:pt x="454" y="176704"/>
                </a:lnTo>
                <a:cubicBezTo>
                  <a:pt x="16281" y="179724"/>
                  <a:pt x="32343" y="181324"/>
                  <a:pt x="48460" y="181484"/>
                </a:cubicBezTo>
                <a:cubicBezTo>
                  <a:pt x="82491" y="181484"/>
                  <a:pt x="121060" y="166691"/>
                  <a:pt x="121060" y="122673"/>
                </a:cubicBezTo>
                <a:cubicBezTo>
                  <a:pt x="121060" y="101296"/>
                  <a:pt x="107901" y="81632"/>
                  <a:pt x="79043" y="7261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9" name="Freeform 29">
            <a:extLst xmlns:a="http://schemas.openxmlformats.org/drawingml/2006/main">
              <a:ext uri="{FF2B5EF4-FFF2-40B4-BE49-F238E27FC236}">
                <a16:creationId xmlns:a16="http://schemas.microsoft.com/office/drawing/2014/main" id="{62CA1BBC-594E-0B3B-ACB5-5180E647EB68}"/>
              </a:ext>
            </a:extLst>
          </p:cNvPr>
          <p:cNvSpPr>
            <a:spLocks xmlns:a="http://schemas.openxmlformats.org/drawingml/2006/main" noGrp="1"/>
          </p:cNvSpPr>
          <p:nvPr/>
        </p:nvSpPr>
        <p:spPr>
          <a:xfrm xmlns:a="http://schemas.openxmlformats.org/drawingml/2006/main">
            <a:off x="5487122" y="3151534"/>
            <a:ext cx="53051" cy="106155"/>
          </a:xfrm>
          <a:custGeom xmlns:a="http://schemas.openxmlformats.org/drawingml/2006/main">
            <a:gdLst>
              <a:gd name="connsiteX0" fmla="*/ 22143 w 44194"/>
              <a:gd name="connsiteY0" fmla="*/ 0 h 88432"/>
              <a:gd name="connsiteX1" fmla="*/ 0 w 44194"/>
              <a:gd name="connsiteY1" fmla="*/ 21919 h 88432"/>
              <a:gd name="connsiteX2" fmla="*/ 0 w 44194"/>
              <a:gd name="connsiteY2" fmla="*/ 67831 h 88432"/>
              <a:gd name="connsiteX3" fmla="*/ 23514 w 44194"/>
              <a:gd name="connsiteY3" fmla="*/ 88387 h 88432"/>
              <a:gd name="connsiteX4" fmla="*/ 44195 w 44194"/>
              <a:gd name="connsiteY4" fmla="*/ 67831 h 88432"/>
              <a:gd name="connsiteX5" fmla="*/ 44195 w 44194"/>
              <a:gd name="connsiteY5" fmla="*/ 21919 h 88432"/>
              <a:gd name="connsiteX6" fmla="*/ 22143 w 44194"/>
              <a:gd name="connsiteY6" fmla="*/ 0 h 88432"/>
            </a:gdLst>
            <a:rect l="l" t="t" r="r" b="b"/>
            <a:pathLst>
              <a:path w="44194" h="88432">
                <a:moveTo>
                  <a:pt x="22143" y="0"/>
                </a:moveTo>
                <a:cubicBezTo>
                  <a:pt x="9949" y="0"/>
                  <a:pt x="50" y="9799"/>
                  <a:pt x="0" y="21919"/>
                </a:cubicBezTo>
                <a:lnTo>
                  <a:pt x="0" y="67831"/>
                </a:lnTo>
                <a:cubicBezTo>
                  <a:pt x="782" y="79961"/>
                  <a:pt x="11310" y="89165"/>
                  <a:pt x="23514" y="88387"/>
                </a:cubicBezTo>
                <a:cubicBezTo>
                  <a:pt x="34627" y="87679"/>
                  <a:pt x="43483" y="78877"/>
                  <a:pt x="44195" y="67831"/>
                </a:cubicBezTo>
                <a:lnTo>
                  <a:pt x="44195" y="21919"/>
                </a:lnTo>
                <a:cubicBezTo>
                  <a:pt x="44195" y="9813"/>
                  <a:pt x="34321" y="0"/>
                  <a:pt x="22143"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0" name="Freeform 30">
            <a:extLst xmlns:a="http://schemas.openxmlformats.org/drawingml/2006/main">
              <a:ext uri="{FF2B5EF4-FFF2-40B4-BE49-F238E27FC236}">
                <a16:creationId xmlns:a16="http://schemas.microsoft.com/office/drawing/2014/main" id="{51B57147-07A3-179D-3B44-669E31BA0779}"/>
              </a:ext>
            </a:extLst>
          </p:cNvPr>
          <p:cNvSpPr>
            <a:spLocks xmlns:a="http://schemas.openxmlformats.org/drawingml/2006/main" noGrp="1"/>
          </p:cNvSpPr>
          <p:nvPr/>
        </p:nvSpPr>
        <p:spPr>
          <a:xfrm xmlns:a="http://schemas.openxmlformats.org/drawingml/2006/main">
            <a:off x="5632989" y="3079095"/>
            <a:ext cx="52943" cy="180175"/>
          </a:xfrm>
          <a:custGeom xmlns:a="http://schemas.openxmlformats.org/drawingml/2006/main">
            <a:gdLst>
              <a:gd name="connsiteX0" fmla="*/ 22052 w 44104"/>
              <a:gd name="connsiteY0" fmla="*/ 150094 h 150094"/>
              <a:gd name="connsiteX1" fmla="*/ 44104 w 44104"/>
              <a:gd name="connsiteY1" fmla="*/ 128176 h 150094"/>
              <a:gd name="connsiteX2" fmla="*/ 44104 w 44104"/>
              <a:gd name="connsiteY2" fmla="*/ 21919 h 150094"/>
              <a:gd name="connsiteX3" fmla="*/ 22052 w 44104"/>
              <a:gd name="connsiteY3" fmla="*/ 0 h 150094"/>
              <a:gd name="connsiteX4" fmla="*/ 0 w 44104"/>
              <a:gd name="connsiteY4" fmla="*/ 21919 h 150094"/>
              <a:gd name="connsiteX5" fmla="*/ 0 w 44104"/>
              <a:gd name="connsiteY5" fmla="*/ 128176 h 150094"/>
              <a:gd name="connsiteX6" fmla="*/ 22052 w 44104"/>
              <a:gd name="connsiteY6" fmla="*/ 150094 h 150094"/>
            </a:gdLst>
            <a:rect l="l" t="t" r="r" b="b"/>
            <a:pathLst>
              <a:path w="44104" h="150094">
                <a:moveTo>
                  <a:pt x="22052" y="150094"/>
                </a:moveTo>
                <a:cubicBezTo>
                  <a:pt x="34231" y="150094"/>
                  <a:pt x="44104" y="140281"/>
                  <a:pt x="44104" y="128176"/>
                </a:cubicBezTo>
                <a:lnTo>
                  <a:pt x="44104" y="21919"/>
                </a:lnTo>
                <a:cubicBezTo>
                  <a:pt x="44104" y="9813"/>
                  <a:pt x="34231" y="0"/>
                  <a:pt x="22052" y="0"/>
                </a:cubicBezTo>
                <a:cubicBezTo>
                  <a:pt x="9873" y="0"/>
                  <a:pt x="0" y="9813"/>
                  <a:pt x="0" y="21919"/>
                </a:cubicBezTo>
                <a:lnTo>
                  <a:pt x="0" y="128176"/>
                </a:lnTo>
                <a:cubicBezTo>
                  <a:pt x="0" y="140281"/>
                  <a:pt x="9873" y="150094"/>
                  <a:pt x="22052" y="150094"/>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1" name="Freeform 31">
            <a:extLst xmlns:a="http://schemas.openxmlformats.org/drawingml/2006/main">
              <a:ext uri="{FF2B5EF4-FFF2-40B4-BE49-F238E27FC236}">
                <a16:creationId xmlns:a16="http://schemas.microsoft.com/office/drawing/2014/main" id="{D2F4977B-6C3A-1749-28D3-74067758D800}"/>
              </a:ext>
            </a:extLst>
          </p:cNvPr>
          <p:cNvSpPr>
            <a:spLocks xmlns:a="http://schemas.openxmlformats.org/drawingml/2006/main" noGrp="1"/>
          </p:cNvSpPr>
          <p:nvPr/>
        </p:nvSpPr>
        <p:spPr>
          <a:xfrm xmlns:a="http://schemas.openxmlformats.org/drawingml/2006/main">
            <a:off x="5778528" y="2980021"/>
            <a:ext cx="52943" cy="331765"/>
          </a:xfrm>
          <a:custGeom xmlns:a="http://schemas.openxmlformats.org/drawingml/2006/main">
            <a:gdLst>
              <a:gd name="connsiteX0" fmla="*/ 22052 w 44104"/>
              <a:gd name="connsiteY0" fmla="*/ 0 h 276375"/>
              <a:gd name="connsiteX1" fmla="*/ 0 w 44104"/>
              <a:gd name="connsiteY1" fmla="*/ 21919 h 276375"/>
              <a:gd name="connsiteX2" fmla="*/ 0 w 44104"/>
              <a:gd name="connsiteY2" fmla="*/ 254457 h 276375"/>
              <a:gd name="connsiteX3" fmla="*/ 22052 w 44104"/>
              <a:gd name="connsiteY3" fmla="*/ 276376 h 276375"/>
              <a:gd name="connsiteX4" fmla="*/ 44104 w 44104"/>
              <a:gd name="connsiteY4" fmla="*/ 254457 h 276375"/>
              <a:gd name="connsiteX5" fmla="*/ 44104 w 44104"/>
              <a:gd name="connsiteY5" fmla="*/ 21919 h 276375"/>
              <a:gd name="connsiteX6" fmla="*/ 22052 w 44104"/>
              <a:gd name="connsiteY6" fmla="*/ 0 h 276375"/>
            </a:gdLst>
            <a:rect l="l" t="t" r="r" b="b"/>
            <a:pathLst>
              <a:path w="44104" h="276375">
                <a:moveTo>
                  <a:pt x="22052" y="0"/>
                </a:moveTo>
                <a:cubicBezTo>
                  <a:pt x="9873" y="0"/>
                  <a:pt x="0" y="9813"/>
                  <a:pt x="0" y="21919"/>
                </a:cubicBezTo>
                <a:lnTo>
                  <a:pt x="0" y="254457"/>
                </a:lnTo>
                <a:cubicBezTo>
                  <a:pt x="0" y="266563"/>
                  <a:pt x="9873" y="276376"/>
                  <a:pt x="22052" y="276376"/>
                </a:cubicBezTo>
                <a:cubicBezTo>
                  <a:pt x="34231" y="276376"/>
                  <a:pt x="44104" y="266563"/>
                  <a:pt x="44104" y="254457"/>
                </a:cubicBezTo>
                <a:lnTo>
                  <a:pt x="44104" y="21919"/>
                </a:lnTo>
                <a:cubicBezTo>
                  <a:pt x="44104" y="9813"/>
                  <a:pt x="34231" y="0"/>
                  <a:pt x="22052"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2" name="Freeform 32">
            <a:extLst xmlns:a="http://schemas.openxmlformats.org/drawingml/2006/main">
              <a:ext uri="{FF2B5EF4-FFF2-40B4-BE49-F238E27FC236}">
                <a16:creationId xmlns:a16="http://schemas.microsoft.com/office/drawing/2014/main" id="{7539BE40-6861-0AFB-E72A-25B2630122C7}"/>
              </a:ext>
            </a:extLst>
          </p:cNvPr>
          <p:cNvSpPr>
            <a:spLocks xmlns:a="http://schemas.openxmlformats.org/drawingml/2006/main" noGrp="1"/>
          </p:cNvSpPr>
          <p:nvPr/>
        </p:nvSpPr>
        <p:spPr>
          <a:xfrm xmlns:a="http://schemas.openxmlformats.org/drawingml/2006/main">
            <a:off x="5924177" y="3079095"/>
            <a:ext cx="52943" cy="180175"/>
          </a:xfrm>
          <a:custGeom xmlns:a="http://schemas.openxmlformats.org/drawingml/2006/main">
            <a:gdLst>
              <a:gd name="connsiteX0" fmla="*/ 44104 w 44104"/>
              <a:gd name="connsiteY0" fmla="*/ 128176 h 150094"/>
              <a:gd name="connsiteX1" fmla="*/ 44104 w 44104"/>
              <a:gd name="connsiteY1" fmla="*/ 21919 h 150094"/>
              <a:gd name="connsiteX2" fmla="*/ 22052 w 44104"/>
              <a:gd name="connsiteY2" fmla="*/ 0 h 150094"/>
              <a:gd name="connsiteX3" fmla="*/ 0 w 44104"/>
              <a:gd name="connsiteY3" fmla="*/ 21919 h 150094"/>
              <a:gd name="connsiteX4" fmla="*/ 0 w 44104"/>
              <a:gd name="connsiteY4" fmla="*/ 128176 h 150094"/>
              <a:gd name="connsiteX5" fmla="*/ 22052 w 44104"/>
              <a:gd name="connsiteY5" fmla="*/ 150094 h 150094"/>
              <a:gd name="connsiteX6" fmla="*/ 44104 w 44104"/>
              <a:gd name="connsiteY6" fmla="*/ 128176 h 150094"/>
            </a:gdLst>
            <a:rect l="l" t="t" r="r" b="b"/>
            <a:pathLst>
              <a:path w="44104" h="150094">
                <a:moveTo>
                  <a:pt x="44104" y="128176"/>
                </a:moveTo>
                <a:lnTo>
                  <a:pt x="44104" y="21919"/>
                </a:lnTo>
                <a:cubicBezTo>
                  <a:pt x="44104" y="9813"/>
                  <a:pt x="34231" y="0"/>
                  <a:pt x="22052" y="0"/>
                </a:cubicBezTo>
                <a:cubicBezTo>
                  <a:pt x="9874" y="0"/>
                  <a:pt x="0" y="9813"/>
                  <a:pt x="0" y="21919"/>
                </a:cubicBezTo>
                <a:lnTo>
                  <a:pt x="0" y="128176"/>
                </a:lnTo>
                <a:cubicBezTo>
                  <a:pt x="0" y="140281"/>
                  <a:pt x="9874" y="150094"/>
                  <a:pt x="22052" y="150094"/>
                </a:cubicBezTo>
                <a:cubicBezTo>
                  <a:pt x="34231" y="150094"/>
                  <a:pt x="44104" y="140281"/>
                  <a:pt x="44104" y="128176"/>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3" name="Freeform 33">
            <a:extLst xmlns:a="http://schemas.openxmlformats.org/drawingml/2006/main">
              <a:ext uri="{FF2B5EF4-FFF2-40B4-BE49-F238E27FC236}">
                <a16:creationId xmlns:a16="http://schemas.microsoft.com/office/drawing/2014/main" id="{8726BE87-6F3D-1887-CD70-E89DF7FE7BFC}"/>
              </a:ext>
            </a:extLst>
          </p:cNvPr>
          <p:cNvSpPr>
            <a:spLocks xmlns:a="http://schemas.openxmlformats.org/drawingml/2006/main" noGrp="1"/>
          </p:cNvSpPr>
          <p:nvPr/>
        </p:nvSpPr>
        <p:spPr>
          <a:xfrm xmlns:a="http://schemas.openxmlformats.org/drawingml/2006/main">
            <a:off x="6069283" y="3151531"/>
            <a:ext cx="52943" cy="107738"/>
          </a:xfrm>
          <a:custGeom xmlns:a="http://schemas.openxmlformats.org/drawingml/2006/main">
            <a:gdLst>
              <a:gd name="connsiteX0" fmla="*/ 22415 w 44104"/>
              <a:gd name="connsiteY0" fmla="*/ 2 h 89751"/>
              <a:gd name="connsiteX1" fmla="*/ 0 w 44104"/>
              <a:gd name="connsiteY1" fmla="*/ 21738 h 89751"/>
              <a:gd name="connsiteX2" fmla="*/ 0 w 44104"/>
              <a:gd name="connsiteY2" fmla="*/ 21921 h 89751"/>
              <a:gd name="connsiteX3" fmla="*/ 0 w 44104"/>
              <a:gd name="connsiteY3" fmla="*/ 67833 h 89751"/>
              <a:gd name="connsiteX4" fmla="*/ 22052 w 44104"/>
              <a:gd name="connsiteY4" fmla="*/ 89752 h 89751"/>
              <a:gd name="connsiteX5" fmla="*/ 44104 w 44104"/>
              <a:gd name="connsiteY5" fmla="*/ 67833 h 89751"/>
              <a:gd name="connsiteX6" fmla="*/ 44104 w 44104"/>
              <a:gd name="connsiteY6" fmla="*/ 21921 h 89751"/>
              <a:gd name="connsiteX7" fmla="*/ 22143 w 44104"/>
              <a:gd name="connsiteY7" fmla="*/ 2 h 89751"/>
            </a:gdLst>
            <a:rect l="l" t="t" r="r" b="b"/>
            <a:pathLst>
              <a:path w="44104" h="89751">
                <a:moveTo>
                  <a:pt x="22415" y="2"/>
                </a:moveTo>
                <a:cubicBezTo>
                  <a:pt x="10191" y="-148"/>
                  <a:pt x="154" y="9584"/>
                  <a:pt x="0" y="21738"/>
                </a:cubicBezTo>
                <a:cubicBezTo>
                  <a:pt x="0" y="21799"/>
                  <a:pt x="0" y="21860"/>
                  <a:pt x="0" y="21921"/>
                </a:cubicBezTo>
                <a:lnTo>
                  <a:pt x="0" y="67833"/>
                </a:lnTo>
                <a:cubicBezTo>
                  <a:pt x="0" y="79939"/>
                  <a:pt x="9874" y="89752"/>
                  <a:pt x="22052" y="89752"/>
                </a:cubicBezTo>
                <a:cubicBezTo>
                  <a:pt x="34231" y="89752"/>
                  <a:pt x="44104" y="79939"/>
                  <a:pt x="44104" y="67833"/>
                </a:cubicBezTo>
                <a:lnTo>
                  <a:pt x="44104" y="21921"/>
                </a:lnTo>
                <a:cubicBezTo>
                  <a:pt x="44104" y="9850"/>
                  <a:pt x="34285" y="51"/>
                  <a:pt x="22143" y="2"/>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4" name="Freeform 34">
            <a:extLst xmlns:a="http://schemas.openxmlformats.org/drawingml/2006/main">
              <a:ext uri="{FF2B5EF4-FFF2-40B4-BE49-F238E27FC236}">
                <a16:creationId xmlns:a16="http://schemas.microsoft.com/office/drawing/2014/main" id="{EB3564BA-B2F9-645B-AD4D-30EC3199A221}"/>
              </a:ext>
            </a:extLst>
          </p:cNvPr>
          <p:cNvSpPr>
            <a:spLocks xmlns:a="http://schemas.openxmlformats.org/drawingml/2006/main" noGrp="1"/>
          </p:cNvSpPr>
          <p:nvPr/>
        </p:nvSpPr>
        <p:spPr>
          <a:xfrm xmlns:a="http://schemas.openxmlformats.org/drawingml/2006/main">
            <a:off x="6215310" y="3077407"/>
            <a:ext cx="52946" cy="181863"/>
          </a:xfrm>
          <a:custGeom xmlns:a="http://schemas.openxmlformats.org/drawingml/2006/main">
            <a:gdLst>
              <a:gd name="connsiteX0" fmla="*/ 22009 w 44107"/>
              <a:gd name="connsiteY0" fmla="*/ 151500 h 151500"/>
              <a:gd name="connsiteX1" fmla="*/ 44061 w 44107"/>
              <a:gd name="connsiteY1" fmla="*/ 129582 h 151500"/>
              <a:gd name="connsiteX2" fmla="*/ 44061 w 44107"/>
              <a:gd name="connsiteY2" fmla="*/ 23325 h 151500"/>
              <a:gd name="connsiteX3" fmla="*/ 23470 w 44107"/>
              <a:gd name="connsiteY3" fmla="*/ 46 h 151500"/>
              <a:gd name="connsiteX4" fmla="*/ 48 w 44107"/>
              <a:gd name="connsiteY4" fmla="*/ 20514 h 151500"/>
              <a:gd name="connsiteX5" fmla="*/ 48 w 44107"/>
              <a:gd name="connsiteY5" fmla="*/ 23325 h 151500"/>
              <a:gd name="connsiteX6" fmla="*/ 48 w 44107"/>
              <a:gd name="connsiteY6" fmla="*/ 129582 h 151500"/>
              <a:gd name="connsiteX7" fmla="*/ 21918 w 44107"/>
              <a:gd name="connsiteY7" fmla="*/ 151500 h 151500"/>
              <a:gd name="connsiteX8" fmla="*/ 22009 w 44107"/>
              <a:gd name="connsiteY8" fmla="*/ 151500 h 151500"/>
            </a:gdLst>
            <a:rect l="l" t="t" r="r" b="b"/>
            <a:pathLst>
              <a:path w="44107" h="151500">
                <a:moveTo>
                  <a:pt x="22009" y="151500"/>
                </a:moveTo>
                <a:cubicBezTo>
                  <a:pt x="34188" y="151500"/>
                  <a:pt x="44061" y="141688"/>
                  <a:pt x="44061" y="129582"/>
                </a:cubicBezTo>
                <a:lnTo>
                  <a:pt x="44061" y="23325"/>
                </a:lnTo>
                <a:cubicBezTo>
                  <a:pt x="44841" y="11244"/>
                  <a:pt x="35621" y="822"/>
                  <a:pt x="23470" y="46"/>
                </a:cubicBezTo>
                <a:cubicBezTo>
                  <a:pt x="11319" y="-730"/>
                  <a:pt x="828" y="8434"/>
                  <a:pt x="48" y="20514"/>
                </a:cubicBezTo>
                <a:cubicBezTo>
                  <a:pt x="-16" y="21451"/>
                  <a:pt x="-16" y="22389"/>
                  <a:pt x="48" y="23325"/>
                </a:cubicBezTo>
                <a:lnTo>
                  <a:pt x="48" y="129582"/>
                </a:lnTo>
                <a:cubicBezTo>
                  <a:pt x="-7" y="141637"/>
                  <a:pt x="9785" y="151451"/>
                  <a:pt x="21918" y="151500"/>
                </a:cubicBezTo>
                <a:cubicBezTo>
                  <a:pt x="21945" y="151500"/>
                  <a:pt x="21982" y="151500"/>
                  <a:pt x="22009" y="15150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5" name="Freeform 35">
            <a:extLst xmlns:a="http://schemas.openxmlformats.org/drawingml/2006/main">
              <a:ext uri="{FF2B5EF4-FFF2-40B4-BE49-F238E27FC236}">
                <a16:creationId xmlns:a16="http://schemas.microsoft.com/office/drawing/2014/main" id="{0B4EEF7D-1D1F-7611-2AD6-3168E2EE165C}"/>
              </a:ext>
            </a:extLst>
          </p:cNvPr>
          <p:cNvSpPr>
            <a:spLocks xmlns:a="http://schemas.openxmlformats.org/drawingml/2006/main" noGrp="1"/>
          </p:cNvSpPr>
          <p:nvPr/>
        </p:nvSpPr>
        <p:spPr>
          <a:xfrm xmlns:a="http://schemas.openxmlformats.org/drawingml/2006/main">
            <a:off x="6360959" y="2978332"/>
            <a:ext cx="52948" cy="335140"/>
          </a:xfrm>
          <a:custGeom xmlns:a="http://schemas.openxmlformats.org/drawingml/2006/main">
            <a:gdLst>
              <a:gd name="connsiteX0" fmla="*/ 44061 w 44108"/>
              <a:gd name="connsiteY0" fmla="*/ 255863 h 279187"/>
              <a:gd name="connsiteX1" fmla="*/ 44061 w 44108"/>
              <a:gd name="connsiteY1" fmla="*/ 23325 h 279187"/>
              <a:gd name="connsiteX2" fmla="*/ 23470 w 44108"/>
              <a:gd name="connsiteY2" fmla="*/ 46 h 279187"/>
              <a:gd name="connsiteX3" fmla="*/ 48 w 44108"/>
              <a:gd name="connsiteY3" fmla="*/ 20514 h 279187"/>
              <a:gd name="connsiteX4" fmla="*/ 48 w 44108"/>
              <a:gd name="connsiteY4" fmla="*/ 23325 h 279187"/>
              <a:gd name="connsiteX5" fmla="*/ 48 w 44108"/>
              <a:gd name="connsiteY5" fmla="*/ 255863 h 279187"/>
              <a:gd name="connsiteX6" fmla="*/ 20639 w 44108"/>
              <a:gd name="connsiteY6" fmla="*/ 279142 h 279187"/>
              <a:gd name="connsiteX7" fmla="*/ 44061 w 44108"/>
              <a:gd name="connsiteY7" fmla="*/ 258674 h 279187"/>
              <a:gd name="connsiteX8" fmla="*/ 44061 w 44108"/>
              <a:gd name="connsiteY8" fmla="*/ 255863 h 279187"/>
            </a:gdLst>
            <a:rect l="l" t="t" r="r" b="b"/>
            <a:pathLst>
              <a:path w="44108" h="279187">
                <a:moveTo>
                  <a:pt x="44061" y="255863"/>
                </a:moveTo>
                <a:lnTo>
                  <a:pt x="44061" y="23325"/>
                </a:lnTo>
                <a:cubicBezTo>
                  <a:pt x="44842" y="11244"/>
                  <a:pt x="35621" y="822"/>
                  <a:pt x="23470" y="46"/>
                </a:cubicBezTo>
                <a:cubicBezTo>
                  <a:pt x="11319" y="-730"/>
                  <a:pt x="828" y="8434"/>
                  <a:pt x="48" y="20514"/>
                </a:cubicBezTo>
                <a:cubicBezTo>
                  <a:pt x="-16" y="21450"/>
                  <a:pt x="-16" y="22389"/>
                  <a:pt x="48" y="23325"/>
                </a:cubicBezTo>
                <a:lnTo>
                  <a:pt x="48" y="255863"/>
                </a:lnTo>
                <a:cubicBezTo>
                  <a:pt x="-733" y="267944"/>
                  <a:pt x="8487" y="278366"/>
                  <a:pt x="20639" y="279142"/>
                </a:cubicBezTo>
                <a:cubicBezTo>
                  <a:pt x="32790" y="279919"/>
                  <a:pt x="43281" y="270754"/>
                  <a:pt x="44061" y="258674"/>
                </a:cubicBezTo>
                <a:cubicBezTo>
                  <a:pt x="44125" y="257737"/>
                  <a:pt x="44125" y="256799"/>
                  <a:pt x="44061" y="255863"/>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6" name="Freeform 36">
            <a:extLst xmlns:a="http://schemas.openxmlformats.org/drawingml/2006/main">
              <a:ext uri="{FF2B5EF4-FFF2-40B4-BE49-F238E27FC236}">
                <a16:creationId xmlns:a16="http://schemas.microsoft.com/office/drawing/2014/main" id="{9A55B643-50C9-ECA1-F047-7AF4A01DADB7}"/>
              </a:ext>
            </a:extLst>
          </p:cNvPr>
          <p:cNvSpPr>
            <a:spLocks xmlns:a="http://schemas.openxmlformats.org/drawingml/2006/main" noGrp="1"/>
          </p:cNvSpPr>
          <p:nvPr/>
        </p:nvSpPr>
        <p:spPr>
          <a:xfrm xmlns:a="http://schemas.openxmlformats.org/drawingml/2006/main">
            <a:off x="6506338" y="3078987"/>
            <a:ext cx="53160" cy="180286"/>
          </a:xfrm>
          <a:custGeom xmlns:a="http://schemas.openxmlformats.org/drawingml/2006/main">
            <a:gdLst>
              <a:gd name="connsiteX0" fmla="*/ 21961 w 44285"/>
              <a:gd name="connsiteY0" fmla="*/ 150185 h 150187"/>
              <a:gd name="connsiteX1" fmla="*/ 44286 w 44285"/>
              <a:gd name="connsiteY1" fmla="*/ 128720 h 150187"/>
              <a:gd name="connsiteX2" fmla="*/ 44286 w 44285"/>
              <a:gd name="connsiteY2" fmla="*/ 128266 h 150187"/>
              <a:gd name="connsiteX3" fmla="*/ 44286 w 44285"/>
              <a:gd name="connsiteY3" fmla="*/ 22009 h 150187"/>
              <a:gd name="connsiteX4" fmla="*/ 22143 w 44285"/>
              <a:gd name="connsiteY4" fmla="*/ 0 h 150187"/>
              <a:gd name="connsiteX5" fmla="*/ 0 w 44285"/>
              <a:gd name="connsiteY5" fmla="*/ 22009 h 150187"/>
              <a:gd name="connsiteX6" fmla="*/ 0 w 44285"/>
              <a:gd name="connsiteY6" fmla="*/ 128266 h 150187"/>
              <a:gd name="connsiteX7" fmla="*/ 22052 w 44285"/>
              <a:gd name="connsiteY7" fmla="*/ 150185 h 150187"/>
            </a:gdLst>
            <a:rect l="l" t="t" r="r" b="b"/>
            <a:pathLst>
              <a:path w="44285" h="150187">
                <a:moveTo>
                  <a:pt x="21961" y="150185"/>
                </a:moveTo>
                <a:cubicBezTo>
                  <a:pt x="34086" y="150384"/>
                  <a:pt x="44086" y="140774"/>
                  <a:pt x="44286" y="128720"/>
                </a:cubicBezTo>
                <a:cubicBezTo>
                  <a:pt x="44286" y="128569"/>
                  <a:pt x="44286" y="128417"/>
                  <a:pt x="44286" y="128266"/>
                </a:cubicBezTo>
                <a:lnTo>
                  <a:pt x="44286" y="22009"/>
                </a:lnTo>
                <a:cubicBezTo>
                  <a:pt x="44286" y="9854"/>
                  <a:pt x="34376" y="0"/>
                  <a:pt x="22143" y="0"/>
                </a:cubicBezTo>
                <a:cubicBezTo>
                  <a:pt x="9910" y="0"/>
                  <a:pt x="0" y="9854"/>
                  <a:pt x="0" y="22009"/>
                </a:cubicBezTo>
                <a:lnTo>
                  <a:pt x="0" y="128266"/>
                </a:lnTo>
                <a:cubicBezTo>
                  <a:pt x="0" y="140372"/>
                  <a:pt x="9874" y="150185"/>
                  <a:pt x="22052" y="150185"/>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
        <p:nvSpPr>
          <p:cNvPr id="17" name="Freeform 37">
            <a:extLst xmlns:a="http://schemas.openxmlformats.org/drawingml/2006/main">
              <a:ext uri="{FF2B5EF4-FFF2-40B4-BE49-F238E27FC236}">
                <a16:creationId xmlns:a16="http://schemas.microsoft.com/office/drawing/2014/main" id="{46A6ACD1-E596-9055-243C-B9CF5CFB813D}"/>
              </a:ext>
            </a:extLst>
          </p:cNvPr>
          <p:cNvSpPr>
            <a:spLocks xmlns:a="http://schemas.openxmlformats.org/drawingml/2006/main" noGrp="1"/>
          </p:cNvSpPr>
          <p:nvPr/>
        </p:nvSpPr>
        <p:spPr>
          <a:xfrm xmlns:a="http://schemas.openxmlformats.org/drawingml/2006/main">
            <a:off x="6651932" y="3151534"/>
            <a:ext cx="52946" cy="109425"/>
          </a:xfrm>
          <a:custGeom xmlns:a="http://schemas.openxmlformats.org/drawingml/2006/main">
            <a:gdLst>
              <a:gd name="connsiteX0" fmla="*/ 22007 w 44107"/>
              <a:gd name="connsiteY0" fmla="*/ 0 h 91156"/>
              <a:gd name="connsiteX1" fmla="*/ 46 w 44107"/>
              <a:gd name="connsiteY1" fmla="*/ 21829 h 91156"/>
              <a:gd name="connsiteX2" fmla="*/ 46 w 44107"/>
              <a:gd name="connsiteY2" fmla="*/ 21919 h 91156"/>
              <a:gd name="connsiteX3" fmla="*/ 46 w 44107"/>
              <a:gd name="connsiteY3" fmla="*/ 67831 h 91156"/>
              <a:gd name="connsiteX4" fmla="*/ 20637 w 44107"/>
              <a:gd name="connsiteY4" fmla="*/ 91110 h 91156"/>
              <a:gd name="connsiteX5" fmla="*/ 44059 w 44107"/>
              <a:gd name="connsiteY5" fmla="*/ 70642 h 91156"/>
              <a:gd name="connsiteX6" fmla="*/ 44059 w 44107"/>
              <a:gd name="connsiteY6" fmla="*/ 67831 h 91156"/>
              <a:gd name="connsiteX7" fmla="*/ 44059 w 44107"/>
              <a:gd name="connsiteY7" fmla="*/ 21919 h 91156"/>
              <a:gd name="connsiteX8" fmla="*/ 22007 w 44107"/>
              <a:gd name="connsiteY8" fmla="*/ 0 h 91156"/>
            </a:gdLst>
            <a:rect l="l" t="t" r="r" b="b"/>
            <a:pathLst>
              <a:path w="44107" h="91156">
                <a:moveTo>
                  <a:pt x="22007" y="0"/>
                </a:moveTo>
                <a:cubicBezTo>
                  <a:pt x="9874" y="0"/>
                  <a:pt x="46" y="9773"/>
                  <a:pt x="46" y="21829"/>
                </a:cubicBezTo>
                <a:cubicBezTo>
                  <a:pt x="46" y="21858"/>
                  <a:pt x="46" y="21889"/>
                  <a:pt x="46" y="21919"/>
                </a:cubicBezTo>
                <a:lnTo>
                  <a:pt x="46" y="67831"/>
                </a:lnTo>
                <a:cubicBezTo>
                  <a:pt x="-734" y="79912"/>
                  <a:pt x="8486" y="90334"/>
                  <a:pt x="20637" y="91110"/>
                </a:cubicBezTo>
                <a:cubicBezTo>
                  <a:pt x="32789" y="91887"/>
                  <a:pt x="43279" y="82722"/>
                  <a:pt x="44059" y="70642"/>
                </a:cubicBezTo>
                <a:cubicBezTo>
                  <a:pt x="44123" y="69705"/>
                  <a:pt x="44123" y="68767"/>
                  <a:pt x="44059" y="67831"/>
                </a:cubicBezTo>
                <a:lnTo>
                  <a:pt x="44059" y="21919"/>
                </a:lnTo>
                <a:cubicBezTo>
                  <a:pt x="44059" y="9813"/>
                  <a:pt x="34186" y="0"/>
                  <a:pt x="22007" y="0"/>
                </a:cubicBezTo>
              </a:path>
            </a:pathLst>
          </a:custGeom>
          <a:solidFill xmlns:a="http://schemas.openxmlformats.org/drawingml/2006/main">
            <a:schemeClr val="bg1"/>
          </a:solidFill>
          <a:ln xmlns:a="http://schemas.openxmlformats.org/drawingml/2006/main" w="9034">
            <a:noFill/>
            <a:prstDash val="solid"/>
          </a:ln>
        </p:spPr>
        <p:txBody>
          <a:bodyPr xmlns:a="http://schemas.openxmlformats.org/drawingml/2006/main" anchor="ctr"/>
          <a:lstStyle xmlns:a="http://schemas.openxmlformats.org/drawingml/2006/main"/>
          <a:p xmlns:a="http://schemas.openxmlformats.org/drawingml/2006/main">
            <a:pPr marL="0" marR="0" lvl="0" indent="0" algn="l" defTabSz="609559">
              <a:lnSpc>
                <a:spcPct val="100000"/>
              </a:lnSpc>
              <a:spcBef>
                <a:spcPct val="0"/>
              </a:spcBef>
              <a:spcAft>
                <a:spcPct val="0"/>
              </a:spcAft>
              <a:buClrTx/>
              <a:buSzTx/>
              <a:buFontTx/>
              <a:buNone/>
            </a:pPr>
            <a:endParaRPr sz="1800" b="0" i="0" u="none" kern="1200" cap="none" spc="0" baseline="0">
              <a:ln>
                <a:noFill/>
              </a:ln>
              <a:solidFill>
                <a:srgbClr val="07182D"/>
              </a:solidFill>
              <a:latin typeface="CiscoSansTT"/>
              <a:ea typeface="CiscoSansTT"/>
              <a:cs typeface="CiscoSansTT"/>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c3639e338c93448a" /><Relationship Type="http://schemas.openxmlformats.org/officeDocument/2006/relationships/image" Target="/ppt/media/image.svg" Id="R38c86d4dbb7d49fc" /><Relationship Type="http://schemas.openxmlformats.org/officeDocument/2006/relationships/theme" Target="/ppt/slideMasters/theme/theme2.xml" Id="Rdb1db66401634a4e" /><Relationship Type="http://schemas.openxmlformats.org/officeDocument/2006/relationships/slideLayout" Target="/ppt/slideLayouts/slideLayout1.xml" Id="Re7c6370ca94a49ec" /><Relationship Type="http://schemas.openxmlformats.org/officeDocument/2006/relationships/slideLayout" Target="/ppt/slideLayouts/slideLayout2.xml" Id="R7413463aef02421a" /><Relationship Type="http://schemas.openxmlformats.org/officeDocument/2006/relationships/slideLayout" Target="/ppt/slideLayouts/slideLayout3.xml" Id="R12bc600fd00f4e9c" /><Relationship Type="http://schemas.openxmlformats.org/officeDocument/2006/relationships/slideLayout" Target="/ppt/slideLayouts/slideLayout4.xml" Id="Rcf5836768e734834" /><Relationship Type="http://schemas.openxmlformats.org/officeDocument/2006/relationships/slideLayout" Target="/ppt/slideLayouts/slideLayout5.xml" Id="R2cfc6f7e5e4944d4" /><Relationship Type="http://schemas.openxmlformats.org/officeDocument/2006/relationships/slideLayout" Target="/ppt/slideLayouts/slideLayout6.xml" Id="Rabe46d4e5ccd4243" /><Relationship Type="http://schemas.openxmlformats.org/officeDocument/2006/relationships/slideLayout" Target="/ppt/slideLayouts/slideLayout7.xml" Id="Ra92102b1a975487f" /><Relationship Type="http://schemas.openxmlformats.org/officeDocument/2006/relationships/slideLayout" Target="/ppt/slideLayouts/slideLayout8.xml" Id="R18d125de2db74f81" /><Relationship Type="http://schemas.openxmlformats.org/officeDocument/2006/relationships/slideLayout" Target="/ppt/slideLayouts/slideLayout9.xml" Id="R7dbaea8564e045d9" /><Relationship Type="http://schemas.openxmlformats.org/officeDocument/2006/relationships/slideLayout" Target="/ppt/slideLayouts/slideLayout10.xml" Id="R0b8ca612dc9d4492" /><Relationship Type="http://schemas.openxmlformats.org/officeDocument/2006/relationships/slideLayout" Target="/ppt/slideLayouts/slideLayout11.xml" Id="R5b8e2fee17d74281" /><Relationship Type="http://schemas.openxmlformats.org/officeDocument/2006/relationships/slideLayout" Target="/ppt/slideLayouts/slideLayout12.xml" Id="Rb847f771ab8543f7" /><Relationship Type="http://schemas.openxmlformats.org/officeDocument/2006/relationships/slideLayout" Target="/ppt/slideLayouts/slideLayout13.xml" Id="R377e708e96774baa" /><Relationship Type="http://schemas.openxmlformats.org/officeDocument/2006/relationships/slideLayout" Target="/ppt/slideLayouts/slideLayout14.xml" Id="R82fcd453dc8a48e6" /><Relationship Type="http://schemas.openxmlformats.org/officeDocument/2006/relationships/slideLayout" Target="/ppt/slideLayouts/slideLayout15.xml" Id="R1496ee964f3c482e" /><Relationship Type="http://schemas.openxmlformats.org/officeDocument/2006/relationships/slideLayout" Target="/ppt/slideLayouts/slideLayout16.xml" Id="R980d289fd69e4202" /><Relationship Type="http://schemas.openxmlformats.org/officeDocument/2006/relationships/slideLayout" Target="/ppt/slideLayouts/slideLayout17.xml" Id="Rf4486688a8a64473" /><Relationship Type="http://schemas.openxmlformats.org/officeDocument/2006/relationships/slideLayout" Target="/ppt/slideLayouts/slideLayout18.xml" Id="R98b35d2e335e4b89" /><Relationship Type="http://schemas.openxmlformats.org/officeDocument/2006/relationships/slideLayout" Target="/ppt/slideLayouts/slideLayout19.xml" Id="R2e813ec7718441fa" /><Relationship Type="http://schemas.openxmlformats.org/officeDocument/2006/relationships/slideLayout" Target="/ppt/slideLayouts/slideLayout20.xml" Id="R4fe2221baca84e65" /><Relationship Type="http://schemas.openxmlformats.org/officeDocument/2006/relationships/slideLayout" Target="/ppt/slideLayouts/slideLayout21.xml" Id="Rec087c82f35d4f1b" /><Relationship Type="http://schemas.openxmlformats.org/officeDocument/2006/relationships/slideLayout" Target="/ppt/slideLayouts/slideLayout22.xml" Id="R0d1c449db3b84a6d" /><Relationship Type="http://schemas.openxmlformats.org/officeDocument/2006/relationships/slideLayout" Target="/ppt/slideLayouts/slideLayout23.xml" Id="R2b1152acdc4d4305" /><Relationship Type="http://schemas.openxmlformats.org/officeDocument/2006/relationships/slideLayout" Target="/ppt/slideLayouts/slideLayout24.xml" Id="R9a9eab346c524de0" /><Relationship Type="http://schemas.openxmlformats.org/officeDocument/2006/relationships/slideLayout" Target="/ppt/slideLayouts/slideLayout25.xml" Id="R9809c92ca54a4db4" /><Relationship Type="http://schemas.openxmlformats.org/officeDocument/2006/relationships/slideLayout" Target="/ppt/slideLayouts/slideLayout26.xml" Id="R9534bd6e12c44fa1" /><Relationship Type="http://schemas.openxmlformats.org/officeDocument/2006/relationships/slideLayout" Target="/ppt/slideLayouts/slideLayout27.xml" Id="Rcce91d9bfde44458" /><Relationship Type="http://schemas.openxmlformats.org/officeDocument/2006/relationships/slideLayout" Target="/ppt/slideLayouts/slideLayout28.xml" Id="R81fc210949b9451e" /><Relationship Type="http://schemas.openxmlformats.org/officeDocument/2006/relationships/slideLayout" Target="/ppt/slideLayouts/slideLayout29.xml" Id="R3e375fd1925743b9" /><Relationship Type="http://schemas.openxmlformats.org/officeDocument/2006/relationships/slideLayout" Target="/ppt/slideLayouts/slideLayout30.xml" Id="R3bfe826152eb4d01" /><Relationship Type="http://schemas.openxmlformats.org/officeDocument/2006/relationships/slideLayout" Target="/ppt/slideLayouts/slideLayout31.xml" Id="Rbbeff8a2ef44423b" /><Relationship Type="http://schemas.openxmlformats.org/officeDocument/2006/relationships/slideLayout" Target="/ppt/slideLayouts/slideLayout32.xml" Id="R13c6785619de4f4e" /><Relationship Type="http://schemas.openxmlformats.org/officeDocument/2006/relationships/slideLayout" Target="/ppt/slideLayouts/slideLayout33.xml" Id="Re7d451ca81ed44f4" /><Relationship Type="http://schemas.openxmlformats.org/officeDocument/2006/relationships/slideLayout" Target="/ppt/slideLayouts/slideLayout34.xml" Id="Rfb86f8ca4eda454b" /><Relationship Type="http://schemas.openxmlformats.org/officeDocument/2006/relationships/slideLayout" Target="/ppt/slideLayouts/slideLayout35.xml" Id="R6e0dd093f2e14405" /><Relationship Type="http://schemas.openxmlformats.org/officeDocument/2006/relationships/slideLayout" Target="/ppt/slideLayouts/slideLayout36.xml" Id="Rebbce1f7646145cf" /><Relationship Type="http://schemas.openxmlformats.org/officeDocument/2006/relationships/slideLayout" Target="/ppt/slideLayouts/slideLayout37.xml" Id="Rb9e479ce9f3f4604" /><Relationship Type="http://schemas.openxmlformats.org/officeDocument/2006/relationships/slideLayout" Target="/ppt/slideLayouts/slideLayout38.xml" Id="R11e20242faa54afc" /><Relationship Type="http://schemas.openxmlformats.org/officeDocument/2006/relationships/slideLayout" Target="/ppt/slideLayouts/slideLayout39.xml" Id="R6dc2ab63e8a741e5" /><Relationship Type="http://schemas.openxmlformats.org/officeDocument/2006/relationships/slideLayout" Target="/ppt/slideLayouts/slideLayout40.xml" Id="R71b5897f66d64c9b" /><Relationship Type="http://schemas.openxmlformats.org/officeDocument/2006/relationships/slideLayout" Target="/ppt/slideLayouts/slideLayout41.xml" Id="R687ac0964b6d40af" /><Relationship Type="http://schemas.openxmlformats.org/officeDocument/2006/relationships/slideLayout" Target="/ppt/slideLayouts/slideLayout42.xml" Id="R68cc5f5ecbd04f52" /><Relationship Type="http://schemas.openxmlformats.org/officeDocument/2006/relationships/slideLayout" Target="/ppt/slideLayouts/slideLayout43.xml" Id="Rc30debf859e9401f" /><Relationship Type="http://schemas.openxmlformats.org/officeDocument/2006/relationships/slideLayout" Target="/ppt/slideLayouts/slideLayout44.xml" Id="R326a2243fdb7476c" /><Relationship Type="http://schemas.openxmlformats.org/officeDocument/2006/relationships/slideLayout" Target="/ppt/slideLayouts/slideLayout45.xml" Id="R03a5614695654dc8" /><Relationship Type="http://schemas.openxmlformats.org/officeDocument/2006/relationships/slideLayout" Target="/ppt/slideLayouts/slideLayout46.xml" Id="Rdd6aa597b02043e8" /><Relationship Type="http://schemas.openxmlformats.org/officeDocument/2006/relationships/slideLayout" Target="/ppt/slideLayouts/slideLayout47.xml" Id="R79619ae46b31443b" /><Relationship Type="http://schemas.openxmlformats.org/officeDocument/2006/relationships/slideLayout" Target="/ppt/slideLayouts/slideLayout48.xml" Id="Rb135aa1769c64791" /><Relationship Type="http://schemas.openxmlformats.org/officeDocument/2006/relationships/slideLayout" Target="/ppt/slideLayouts/slideLayout49.xml" Id="Rb92620977e9e463b" /><Relationship Type="http://schemas.openxmlformats.org/officeDocument/2006/relationships/slideLayout" Target="/ppt/slideLayouts/slideLayout50.xml" Id="Reb60a3b2bf164090" /><Relationship Type="http://schemas.openxmlformats.org/officeDocument/2006/relationships/slideLayout" Target="/ppt/slideLayouts/slideLayout51.xml" Id="R599c0dc8be9c4ed0" /><Relationship Type="http://schemas.openxmlformats.org/officeDocument/2006/relationships/slideLayout" Target="/ppt/slideLayouts/slideLayout52.xml" Id="R87a95389fe18420c" /><Relationship Type="http://schemas.openxmlformats.org/officeDocument/2006/relationships/slideLayout" Target="/ppt/slideLayouts/slideLayout53.xml" Id="R660f44fe65304918" /><Relationship Type="http://schemas.openxmlformats.org/officeDocument/2006/relationships/slideLayout" Target="/ppt/slideLayouts/slideLayout54.xml" Id="R9425ad9046274b6a" /><Relationship Type="http://schemas.openxmlformats.org/officeDocument/2006/relationships/slideLayout" Target="/ppt/slideLayouts/slideLayout55.xml" Id="Rcce0a74d9e594911" /><Relationship Type="http://schemas.openxmlformats.org/officeDocument/2006/relationships/slideLayout" Target="/ppt/slideLayouts/slideLayout56.xml" Id="Rbcf15d98f39a4fba" /></Relationships>
</file>

<file path=ppt/slideMasters/slideMaster1.xml><?xml version="1.0" encoding="utf-8"?>
<p:sldMaster xmlns:p="http://schemas.openxmlformats.org/presentationml/2006/main">
  <p:cSld>
    <p:bg>
      <p:bgPr>
        <a:solidFill xmlns:a="http://schemas.openxmlformats.org/drawingml/2006/main">
          <a:schemeClr val="tx1"/>
        </a:solidFill>
      </p:bgPr>
    </p:bg>
    <p:spTree>
      <p:nvGrpSpPr>
        <p:cNvPr id="1" name=""/>
        <p:cNvGrpSpPr/>
        <p:nvPr/>
      </p:nvGrpSpPr>
      <p:grpSpPr>
        <a:xfrm xmlns:a="http://schemas.openxmlformats.org/drawingml/2006/main"/>
      </p:grpSpPr>
      <p:sp>
        <p:nvSpPr>
          <p:cNvPr id="3" name="Title Placeholder 1">
            <a:extLst xmlns:a="http://schemas.openxmlformats.org/drawingml/2006/main">
              <a:ext uri="{FF2B5EF4-FFF2-40B4-BE49-F238E27FC236}">
                <a16:creationId xmlns:a16="http://schemas.microsoft.com/office/drawing/2014/main" id="{F21F2830-F0A3-2EAC-C709-5C928A8C49EF}"/>
              </a:ext>
            </a:extLst>
          </p:cNvPr>
          <p:cNvSpPr>
            <a:spLocks xmlns:a="http://schemas.openxmlformats.org/drawingml/2006/main" noGrp="1"/>
          </p:cNvSpPr>
          <p:nvPr>
            <p:ph type="title" idx="0"/>
          </p:nvPr>
        </p:nvSpPr>
        <p:spPr>
          <a:xfrm xmlns:a="http://schemas.openxmlformats.org/drawingml/2006/main">
            <a:off x="323850" y="298146"/>
            <a:ext cx="11544300" cy="492443"/>
          </a:xfrm>
          <a:prstGeom xmlns:a="http://schemas.openxmlformats.org/drawingml/2006/main" prst="rect">
            <a:avLst/>
          </a:prstGeom>
          <a:noFill xmlns:a="http://schemas.openxmlformats.org/drawingml/2006/main"/>
        </p:spPr>
        <p:txBody>
          <a:bodyPr xmlns:a="http://schemas.openxmlformats.org/drawingml/2006/main" vert="horz" lIns="0" tIns="0" rIns="0" bIns="0" anchor="t">
            <a:noAutofit/>
          </a:bodyPr>
          <a:lstStyle xmlns:a="http://schemas.openxmlformats.org/drawingml/2006/main"/>
          <a:p xmlns:a="http://schemas.openxmlformats.org/drawingml/2006/main">
            <a:r>
              <a:t>Click to edit Master title style</a:t>
            </a:r>
          </a:p>
        </p:txBody>
      </p:sp>
      <p:sp>
        <p:nvSpPr>
          <p:cNvPr id="7" name="Text Placeholder 2">
            <a:extLst xmlns:a="http://schemas.openxmlformats.org/drawingml/2006/main">
              <a:ext uri="{FF2B5EF4-FFF2-40B4-BE49-F238E27FC236}">
                <a16:creationId xmlns:a16="http://schemas.microsoft.com/office/drawing/2014/main" id="{455BE63C-8C0C-FC75-3DF2-F8F96A3C87BE}"/>
              </a:ext>
            </a:extLst>
          </p:cNvPr>
          <p:cNvSpPr>
            <a:spLocks xmlns:a="http://schemas.openxmlformats.org/drawingml/2006/main" noGrp="1"/>
          </p:cNvSpPr>
          <p:nvPr>
            <p:ph type="body" idx="1"/>
          </p:nvPr>
        </p:nvSpPr>
        <p:spPr>
          <a:xfrm xmlns:a="http://schemas.openxmlformats.org/drawingml/2006/main">
            <a:off x="323754" y="1244599"/>
            <a:ext cx="11544396" cy="4835321"/>
          </a:xfrm>
          <a:prstGeom xmlns:a="http://schemas.openxmlformats.org/drawingml/2006/main" prst="rect">
            <a:avLst/>
          </a:prstGeom>
          <a:noFill xmlns:a="http://schemas.openxmlformats.org/drawingml/2006/main"/>
        </p:spPr>
        <p:txBody>
          <a:bodyPr xmlns:a="http://schemas.openxmlformats.org/drawingml/2006/main" vert="horz" lIns="0" tIns="0" rIns="0" bIns="0">
            <a:no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Rectangle 4">
            <a:extLst xmlns:a="http://schemas.openxmlformats.org/drawingml/2006/main">
              <a:ext uri="{FF2B5EF4-FFF2-40B4-BE49-F238E27FC236}">
                <a16:creationId xmlns:a16="http://schemas.microsoft.com/office/drawing/2014/main" id="{239B4362-70A2-3ADC-C4AA-ADA6E4E09C94}"/>
              </a:ext>
            </a:extLst>
          </p:cNvPr>
          <p:cNvSpPr>
            <a:spLocks xmlns:a="http://schemas.openxmlformats.org/drawingml/2006/main" noGrp="1"/>
          </p:cNvSpPr>
          <p:nvPr/>
        </p:nvSpPr>
        <p:spPr>
          <a:xfrm xmlns:a="http://schemas.openxmlformats.org/drawingml/2006/main">
            <a:off x="323850" y="6448930"/>
            <a:ext cx="3285935" cy="409069"/>
          </a:xfrm>
          <a:prstGeom xmlns:a="http://schemas.openxmlformats.org/drawingml/2006/main" prst="rect">
            <a:avLst/>
          </a:prstGeom>
          <a:noFill xmlns:a="http://schemas.openxmlformats.org/drawingml/2006/main"/>
          <a:ln xmlns:a="http://schemas.openxmlformats.org/drawingml/2006/main" w="9525">
            <a:noFill/>
          </a:ln>
        </p:spPr>
        <p:txBody>
          <a:bodyPr xmlns:a="http://schemas.openxmlformats.org/drawingml/2006/main" wrap="square" lIns="0" tIns="0" rIns="0" bIns="0" anchor="t">
            <a:noAutofit/>
          </a:bodyPr>
          <a:lstStyle xmlns:a="http://schemas.openxmlformats.org/drawingml/2006/main"/>
          <a:p xmlns:a="http://schemas.openxmlformats.org/drawingml/2006/main">
            <a:pPr marL="0" marR="0" lvl="0" indent="0" algn="l" defTabSz="814318">
              <a:lnSpc>
                <a:spcPct val="100000"/>
              </a:lnSpc>
              <a:spcBef>
                <a:spcPts val="0"/>
              </a:spcBef>
              <a:spcAft>
                <a:spcPts val="0"/>
              </a:spcAft>
              <a:buClrTx/>
              <a:buSzTx/>
              <a:buFontTx/>
              <a:buNone/>
            </a:pPr>
            <a:r>
              <a:rPr sz="700" b="0" i="0" u="none" cap="none" spc="0">
                <a:ln>
                  <a:noFill/>
                </a:ln>
                <a:solidFill>
                  <a:schemeClr val="bg1"/>
                </a:solidFill>
                <a:latin typeface="+mn-lt"/>
                <a:ea typeface="+mn-lt"/>
                <a:cs typeface="+mn-lt"/>
              </a:rPr>
              <a:t>© 2026 Cisco and/or its affiliates. All rights reserved.</a:t>
            </a:r>
          </a:p>
        </p:txBody>
      </p:sp>
      <p:sp>
        <p:nvSpPr>
          <p:cNvPr id="6" name="Footer Placeholder 5">
            <a:extLst xmlns:a="http://schemas.openxmlformats.org/drawingml/2006/main">
              <a:ext uri="{FF2B5EF4-FFF2-40B4-BE49-F238E27FC236}">
                <a16:creationId xmlns:a16="http://schemas.microsoft.com/office/drawing/2014/main" id="{B042B348-7CFA-9BD7-7FBA-A3E160A67776}"/>
              </a:ext>
            </a:extLst>
          </p:cNvPr>
          <p:cNvSpPr>
            <a:spLocks xmlns:a="http://schemas.openxmlformats.org/drawingml/2006/main" noGrp="1"/>
          </p:cNvSpPr>
          <p:nvPr>
            <p:ph type="ftr" idx="3"/>
          </p:nvPr>
        </p:nvSpPr>
        <p:spPr>
          <a:xfrm xmlns:a="http://schemas.openxmlformats.org/drawingml/2006/main">
            <a:off x="4230688" y="6445885"/>
            <a:ext cx="3727450"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ctr">
              <a:buNone/>
              <a:defRPr sz="700" b="0" i="0" u="none" kern="1200" cap="none" spc="0" baseline="0">
                <a:ln>
                  <a:noFill/>
                </a:ln>
                <a:solidFill>
                  <a:schemeClr val="bg1"/>
                </a:solidFill>
                <a:latin typeface="+mn-lt"/>
                <a:ea typeface="+mn-lt"/>
                <a:cs typeface="+mn-lt"/>
              </a:defRPr>
            </a:lvl1pPr>
          </a:lstStyle>
          <a:p xmlns:a="http://schemas.openxmlformats.org/drawingml/2006/main">
            <a:pPr defTabSz="814318">
              <a:buNone/>
            </a:pPr>
            <a:r>
              <a:t>Session ID: BRKSEC-XXXX</a:t>
            </a:r>
          </a:p>
        </p:txBody>
      </p:sp>
      <p:sp>
        <p:nvSpPr>
          <p:cNvPr id="2" name="Slide Number Placeholder 1">
            <a:extLst xmlns:a="http://schemas.openxmlformats.org/drawingml/2006/main">
              <a:ext uri="{FF2B5EF4-FFF2-40B4-BE49-F238E27FC236}">
                <a16:creationId xmlns:a16="http://schemas.microsoft.com/office/drawing/2014/main" id="{10ECAE8E-F596-3416-3914-B7C065191A87}"/>
              </a:ext>
            </a:extLst>
          </p:cNvPr>
          <p:cNvSpPr>
            <a:spLocks xmlns:a="http://schemas.openxmlformats.org/drawingml/2006/main" noGrp="1"/>
          </p:cNvSpPr>
          <p:nvPr>
            <p:ph type="sldNum" idx="4"/>
          </p:nvPr>
        </p:nvSpPr>
        <p:spPr>
          <a:xfrm xmlns:a="http://schemas.openxmlformats.org/drawingml/2006/main">
            <a:off x="9115425" y="6448929"/>
            <a:ext cx="1773238" cy="411480"/>
          </a:xfrm>
          <a:prstGeom xmlns:a="http://schemas.openxmlformats.org/drawingml/2006/main" prst="rect">
            <a:avLst/>
          </a:prstGeom>
        </p:spPr>
        <p:txBody>
          <a:bodyPr xmlns:a="http://schemas.openxmlformats.org/drawingml/2006/main" vert="horz" lIns="0" tIns="0" rIns="0" bIns="0" anchor="t"/>
          <a:lstStyle xmlns:a="http://schemas.openxmlformats.org/drawingml/2006/main">
            <a:lvl1pPr algn="r">
              <a:buNone/>
              <a:defRPr sz="700" b="0" i="0" u="none" kern="1200" cap="none" spc="0" baseline="0">
                <a:ln>
                  <a:noFill/>
                </a:ln>
                <a:solidFill>
                  <a:schemeClr val="bg1"/>
                </a:solidFill>
                <a:latin typeface="+mn-lt"/>
                <a:ea typeface="+mn-lt"/>
                <a:cs typeface="+mn-lt"/>
              </a:defRPr>
            </a:lvl1pPr>
          </a:lstStyle>
          <a:p xmlns:a="http://schemas.openxmlformats.org/drawingml/2006/main">
            <a:fld id="{C3C42FAE-7A31-41D3-A712-51D9B15D0B10}" type="slidenum">
              <a:t>‹#›</a:t>
            </a:fld>
            <a:endParaRPr/>
          </a:p>
        </p:txBody>
      </p:sp>
      <p:pic>
        <p:nvPicPr>
          <p:cNvPr id="16" name="Picture 7"/>
          <p:cNvPicPr>
            <a:picLocks xmlns:a="http://schemas.openxmlformats.org/drawingml/2006/main" noChangeAspect="1"/>
          </p:cNvPicPr>
          <p:nvPr/>
        </p:nvPicPr>
        <p:blipFill>
          <a:blip xmlns:r="http://schemas.openxmlformats.org/officeDocument/2006/relationships" xmlns:a="http://schemas.openxmlformats.org/drawingml/2006/main" r:embed="Rc3639e338c93448a">
            <a:extLst>
              <a:ext uri="{96DAC541-7B7A-43D3-8B79-37D633B846F1}">
                <asvg:svgBlip xmlns:asvg="http://schemas.microsoft.com/office/drawing/2016/SVG/main" r:embed="R38c86d4dbb7d49fc"/>
              </a:ext>
            </a:extLst>
          </a:blip>
          <a:srcRect xmlns:a="http://schemas.openxmlformats.org/drawingml/2006/main" l="0" t="0" r="0" b="0"/>
          <a:stretch xmlns:a="http://schemas.openxmlformats.org/drawingml/2006/main"/>
        </p:blipFill>
        <p:spPr>
          <a:xfrm xmlns:a="http://schemas.openxmlformats.org/drawingml/2006/main">
            <a:off x="11520088" y="6354445"/>
            <a:ext cx="348061" cy="182880"/>
          </a:xfrm>
          <a:prstGeom xmlns:a="http://schemas.openxmlformats.org/drawingml/2006/main" prst="rect">
            <a:avLst/>
          </a:prstGeom>
        </p:spPr>
      </p:pic>
      <p:sp>
        <p:nvSpPr>
          <p:cNvPr id="8" name="TextBox 7">
            <a:extLst xmlns:a="http://schemas.openxmlformats.org/drawingml/2006/main">
              <a:ext uri="{FF2B5EF4-FFF2-40B4-BE49-F238E27FC236}">
                <a16:creationId xmlns:a16="http://schemas.microsoft.com/office/drawing/2014/main" id="{DCAE3397-B7E0-F9B7-D1AC-C859F3CFC5AF}"/>
              </a:ext>
            </a:extLst>
          </p:cNvPr>
          <p:cNvSpPr>
            <a:spLocks xmlns:a="http://schemas.openxmlformats.org/drawingml/2006/main" noGrp="1"/>
          </p:cNvSpPr>
          <p:nvPr/>
        </p:nvSpPr>
        <p:spPr>
          <a:xfrm xmlns:a="http://schemas.openxmlformats.org/drawingml/2006/main">
            <a:off x="11385550" y="6672580"/>
            <a:ext cx="765175" cy="107722"/>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700">
                <a:solidFill>
                  <a:schemeClr val="bg2"/>
                </a:solidFill>
                <a:latin typeface="Calibri"/>
                <a:ea typeface="Calibri"/>
                <a:cs typeface="Calibri"/>
              </a:rPr>
              <a:t>Cisco Confidential</a:t>
            </a:r>
          </a:p>
        </p:txBody>
      </p:sp>
      <p:sp>
        <p:nvSpPr>
          <p:cNvPr id="9" name="TextBox 8">
            <a:extLst xmlns:a="http://schemas.openxmlformats.org/drawingml/2006/main">
              <a:ext uri="{FF2B5EF4-FFF2-40B4-BE49-F238E27FC236}">
                <a16:creationId xmlns:a16="http://schemas.microsoft.com/office/drawing/2014/main" id="{2BC0E387-A96C-0DC7-22A9-9C48F9850C74}"/>
              </a:ext>
            </a:extLst>
          </p:cNvPr>
          <p:cNvSpPr>
            <a:spLocks xmlns:a="http://schemas.openxmlformats.org/drawingml/2006/main" noGrp="1"/>
          </p:cNvSpPr>
          <p:nvPr/>
        </p:nvSpPr>
        <p:spPr>
          <a:xfrm xmlns:a="http://schemas.openxmlformats.org/drawingml/2006/main">
            <a:off x="11315700" y="6672580"/>
            <a:ext cx="833438" cy="121920"/>
          </a:xfrm>
          <a:prstGeom xmlns:a="http://schemas.openxmlformats.org/drawingml/2006/main" prst="rect">
            <a:avLst/>
          </a:prstGeom>
        </p:spPr>
        <p:txBody>
          <a:bodyPr xmlns:a="http://schemas.openxmlformats.org/drawingml/2006/main" lIns="0" tIns="0" rIns="0" bIns="0">
            <a:spAutoFit/>
          </a:bodyPr>
          <a:lstStyle xmlns:a="http://schemas.openxmlformats.org/drawingml/2006/main"/>
          <a:p xmlns:a="http://schemas.openxmlformats.org/drawingml/2006/main">
            <a:pPr algn="l">
              <a:buNone/>
            </a:pPr>
            <a:r>
              <a:rPr sz="800">
                <a:solidFill>
                  <a:srgbClr val="000000">
                    <a:alpha val="50000"/>
                  </a:srgbClr>
                </a:solidFill>
                <a:latin typeface="Aptos"/>
                <a:ea typeface="Aptos"/>
                <a:cs typeface="Aptos"/>
              </a:rPr>
              <a:t>Cisco Confidential</a:t>
            </a:r>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e7c6370ca94a49ec"/>
    <p:sldLayoutId xmlns:r="http://schemas.openxmlformats.org/officeDocument/2006/relationships" id="2147483650" r:id="R7413463aef02421a"/>
    <p:sldLayoutId xmlns:r="http://schemas.openxmlformats.org/officeDocument/2006/relationships" id="2147483651" r:id="R12bc600fd00f4e9c"/>
    <p:sldLayoutId xmlns:r="http://schemas.openxmlformats.org/officeDocument/2006/relationships" id="2147483652" r:id="Rcf5836768e734834"/>
    <p:sldLayoutId xmlns:r="http://schemas.openxmlformats.org/officeDocument/2006/relationships" id="2147483653" r:id="R2cfc6f7e5e4944d4"/>
    <p:sldLayoutId xmlns:r="http://schemas.openxmlformats.org/officeDocument/2006/relationships" id="2147483654" r:id="Rabe46d4e5ccd4243"/>
    <p:sldLayoutId xmlns:r="http://schemas.openxmlformats.org/officeDocument/2006/relationships" id="2147483655" r:id="Ra92102b1a975487f"/>
    <p:sldLayoutId xmlns:r="http://schemas.openxmlformats.org/officeDocument/2006/relationships" id="2147483656" r:id="R18d125de2db74f81"/>
    <p:sldLayoutId xmlns:r="http://schemas.openxmlformats.org/officeDocument/2006/relationships" id="2147483657" r:id="R7dbaea8564e045d9"/>
    <p:sldLayoutId xmlns:r="http://schemas.openxmlformats.org/officeDocument/2006/relationships" id="2147483658" r:id="R0b8ca612dc9d4492"/>
    <p:sldLayoutId xmlns:r="http://schemas.openxmlformats.org/officeDocument/2006/relationships" id="2147483659" r:id="R5b8e2fee17d74281"/>
    <p:sldLayoutId xmlns:r="http://schemas.openxmlformats.org/officeDocument/2006/relationships" id="2147483660" r:id="Rb847f771ab8543f7"/>
    <p:sldLayoutId xmlns:r="http://schemas.openxmlformats.org/officeDocument/2006/relationships" id="2147483661" r:id="R377e708e96774baa"/>
    <p:sldLayoutId xmlns:r="http://schemas.openxmlformats.org/officeDocument/2006/relationships" id="2147483662" r:id="R82fcd453dc8a48e6"/>
    <p:sldLayoutId xmlns:r="http://schemas.openxmlformats.org/officeDocument/2006/relationships" id="2147483663" r:id="R1496ee964f3c482e"/>
    <p:sldLayoutId xmlns:r="http://schemas.openxmlformats.org/officeDocument/2006/relationships" id="2147483664" r:id="R980d289fd69e4202"/>
    <p:sldLayoutId xmlns:r="http://schemas.openxmlformats.org/officeDocument/2006/relationships" id="2147483665" r:id="Rf4486688a8a64473"/>
    <p:sldLayoutId xmlns:r="http://schemas.openxmlformats.org/officeDocument/2006/relationships" id="2147483666" r:id="R98b35d2e335e4b89"/>
    <p:sldLayoutId xmlns:r="http://schemas.openxmlformats.org/officeDocument/2006/relationships" id="2147483667" r:id="R2e813ec7718441fa"/>
    <p:sldLayoutId xmlns:r="http://schemas.openxmlformats.org/officeDocument/2006/relationships" id="2147483668" r:id="R4fe2221baca84e65"/>
    <p:sldLayoutId xmlns:r="http://schemas.openxmlformats.org/officeDocument/2006/relationships" id="2147483669" r:id="Rec087c82f35d4f1b"/>
    <p:sldLayoutId xmlns:r="http://schemas.openxmlformats.org/officeDocument/2006/relationships" id="2147483670" r:id="R0d1c449db3b84a6d"/>
    <p:sldLayoutId xmlns:r="http://schemas.openxmlformats.org/officeDocument/2006/relationships" id="2147483671" r:id="R2b1152acdc4d4305"/>
    <p:sldLayoutId xmlns:r="http://schemas.openxmlformats.org/officeDocument/2006/relationships" id="2147483672" r:id="R9a9eab346c524de0"/>
    <p:sldLayoutId xmlns:r="http://schemas.openxmlformats.org/officeDocument/2006/relationships" id="2147483673" r:id="R9809c92ca54a4db4"/>
    <p:sldLayoutId xmlns:r="http://schemas.openxmlformats.org/officeDocument/2006/relationships" id="2147483674" r:id="R9534bd6e12c44fa1"/>
    <p:sldLayoutId xmlns:r="http://schemas.openxmlformats.org/officeDocument/2006/relationships" id="2147483675" r:id="Rcce91d9bfde44458"/>
    <p:sldLayoutId xmlns:r="http://schemas.openxmlformats.org/officeDocument/2006/relationships" id="2147483676" r:id="R81fc210949b9451e"/>
    <p:sldLayoutId xmlns:r="http://schemas.openxmlformats.org/officeDocument/2006/relationships" id="2147483677" r:id="R3e375fd1925743b9"/>
    <p:sldLayoutId xmlns:r="http://schemas.openxmlformats.org/officeDocument/2006/relationships" id="2147483678" r:id="R3bfe826152eb4d01"/>
    <p:sldLayoutId xmlns:r="http://schemas.openxmlformats.org/officeDocument/2006/relationships" id="2147483679" r:id="Rbbeff8a2ef44423b"/>
    <p:sldLayoutId xmlns:r="http://schemas.openxmlformats.org/officeDocument/2006/relationships" id="2147483680" r:id="R13c6785619de4f4e"/>
    <p:sldLayoutId xmlns:r="http://schemas.openxmlformats.org/officeDocument/2006/relationships" id="2147483681" r:id="Re7d451ca81ed44f4"/>
    <p:sldLayoutId xmlns:r="http://schemas.openxmlformats.org/officeDocument/2006/relationships" id="2147483682" r:id="Rfb86f8ca4eda454b"/>
    <p:sldLayoutId xmlns:r="http://schemas.openxmlformats.org/officeDocument/2006/relationships" id="2147483683" r:id="R6e0dd093f2e14405"/>
    <p:sldLayoutId xmlns:r="http://schemas.openxmlformats.org/officeDocument/2006/relationships" id="2147483684" r:id="Rebbce1f7646145cf"/>
    <p:sldLayoutId xmlns:r="http://schemas.openxmlformats.org/officeDocument/2006/relationships" id="2147483685" r:id="Rb9e479ce9f3f4604"/>
    <p:sldLayoutId xmlns:r="http://schemas.openxmlformats.org/officeDocument/2006/relationships" id="2147483686" r:id="R11e20242faa54afc"/>
    <p:sldLayoutId xmlns:r="http://schemas.openxmlformats.org/officeDocument/2006/relationships" id="2147483687" r:id="R6dc2ab63e8a741e5"/>
    <p:sldLayoutId xmlns:r="http://schemas.openxmlformats.org/officeDocument/2006/relationships" id="2147483688" r:id="R71b5897f66d64c9b"/>
    <p:sldLayoutId xmlns:r="http://schemas.openxmlformats.org/officeDocument/2006/relationships" id="2147483689" r:id="R687ac0964b6d40af"/>
    <p:sldLayoutId xmlns:r="http://schemas.openxmlformats.org/officeDocument/2006/relationships" id="2147483690" r:id="R68cc5f5ecbd04f52"/>
    <p:sldLayoutId xmlns:r="http://schemas.openxmlformats.org/officeDocument/2006/relationships" id="2147483691" r:id="Rc30debf859e9401f"/>
    <p:sldLayoutId xmlns:r="http://schemas.openxmlformats.org/officeDocument/2006/relationships" id="2147483692" r:id="R326a2243fdb7476c"/>
    <p:sldLayoutId xmlns:r="http://schemas.openxmlformats.org/officeDocument/2006/relationships" id="2147483693" r:id="R03a5614695654dc8"/>
    <p:sldLayoutId xmlns:r="http://schemas.openxmlformats.org/officeDocument/2006/relationships" id="2147483694" r:id="Rdd6aa597b02043e8"/>
    <p:sldLayoutId xmlns:r="http://schemas.openxmlformats.org/officeDocument/2006/relationships" id="2147483695" r:id="R79619ae46b31443b"/>
    <p:sldLayoutId xmlns:r="http://schemas.openxmlformats.org/officeDocument/2006/relationships" id="2147483696" r:id="Rb135aa1769c64791"/>
    <p:sldLayoutId xmlns:r="http://schemas.openxmlformats.org/officeDocument/2006/relationships" id="2147483697" r:id="Rb92620977e9e463b"/>
    <p:sldLayoutId xmlns:r="http://schemas.openxmlformats.org/officeDocument/2006/relationships" id="2147483698" r:id="Reb60a3b2bf164090"/>
    <p:sldLayoutId xmlns:r="http://schemas.openxmlformats.org/officeDocument/2006/relationships" id="2147483699" r:id="R599c0dc8be9c4ed0"/>
    <p:sldLayoutId xmlns:r="http://schemas.openxmlformats.org/officeDocument/2006/relationships" id="2147483700" r:id="R87a95389fe18420c"/>
    <p:sldLayoutId xmlns:r="http://schemas.openxmlformats.org/officeDocument/2006/relationships" id="2147483701" r:id="R660f44fe65304918"/>
    <p:sldLayoutId xmlns:r="http://schemas.openxmlformats.org/officeDocument/2006/relationships" id="2147483702" r:id="R9425ad9046274b6a"/>
    <p:sldLayoutId xmlns:r="http://schemas.openxmlformats.org/officeDocument/2006/relationships" id="2147483703" r:id="Rcce0a74d9e594911"/>
    <p:sldLayoutId xmlns:r="http://schemas.openxmlformats.org/officeDocument/2006/relationships" id="2147483704" r:id="Rbcf15d98f39a4fba"/>
  </p:sldLayoutIdLst>
  <p:hf sldNum="0" hdr="0" ftr="0" dt="0"/>
  <p:txStyles>
    <p:titleStyle>
      <a:lvl1pPr xmlns:a="http://schemas.openxmlformats.org/drawingml/2006/main" marL="0" indent="0" algn="l" defTabSz="912276">
        <a:lnSpc>
          <a:spcPct val="90000"/>
        </a:lnSpc>
        <a:spcBef>
          <a:spcPct val="0"/>
        </a:spcBef>
        <a:spcAft>
          <a:spcPct val="0"/>
        </a:spcAft>
        <a:buClrTx/>
        <a:buSzPct val="70000"/>
        <a:buFont typeface="Arial"/>
        <a:buNone/>
        <a:defRPr sz="3200" b="0" i="0" u="none" kern="1200">
          <a:solidFill>
            <a:schemeClr val="bg1"/>
          </a:solidFill>
          <a:latin typeface="+mj-lt"/>
          <a:ea typeface="+mj-lt"/>
          <a:cs typeface="+mj-lt"/>
        </a:defRPr>
      </a:lvl1pPr>
      <a:lvl2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2pPr>
      <a:lvl3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3pPr>
      <a:lvl4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4pPr>
      <a:lvl5pPr xmlns:a="http://schemas.openxmlformats.org/drawingml/2006/main" algn="l" defTabSz="912276">
        <a:lnSpc>
          <a:spcPct val="80000"/>
        </a:lnSpc>
        <a:spcBef>
          <a:spcPct val="0"/>
        </a:spcBef>
        <a:spcAft>
          <a:spcPct val="0"/>
        </a:spcAft>
        <a:buNone/>
        <a:defRPr sz="4267">
          <a:solidFill>
            <a:srgbClr val="676767"/>
          </a:solidFill>
          <a:latin typeface="Arial"/>
          <a:ea typeface="Arial"/>
          <a:cs typeface="Arial"/>
        </a:defRPr>
      </a:lvl5pPr>
      <a:lvl6pPr xmlns:a="http://schemas.openxmlformats.org/drawingml/2006/main" marL="609595" algn="l" defTabSz="912276">
        <a:lnSpc>
          <a:spcPct val="80000"/>
        </a:lnSpc>
        <a:spcBef>
          <a:spcPct val="0"/>
        </a:spcBef>
        <a:spcAft>
          <a:spcPct val="0"/>
        </a:spcAft>
        <a:buNone/>
        <a:defRPr sz="4267">
          <a:solidFill>
            <a:srgbClr val="676767"/>
          </a:solidFill>
          <a:latin typeface="Arial"/>
          <a:ea typeface="Arial"/>
          <a:cs typeface="Arial"/>
        </a:defRPr>
      </a:lvl6pPr>
      <a:lvl7pPr xmlns:a="http://schemas.openxmlformats.org/drawingml/2006/main" marL="1219190" algn="l" defTabSz="912276">
        <a:lnSpc>
          <a:spcPct val="80000"/>
        </a:lnSpc>
        <a:spcBef>
          <a:spcPct val="0"/>
        </a:spcBef>
        <a:spcAft>
          <a:spcPct val="0"/>
        </a:spcAft>
        <a:buNone/>
        <a:defRPr sz="4267">
          <a:solidFill>
            <a:srgbClr val="676767"/>
          </a:solidFill>
          <a:latin typeface="Arial"/>
          <a:ea typeface="Arial"/>
          <a:cs typeface="Arial"/>
        </a:defRPr>
      </a:lvl7pPr>
      <a:lvl8pPr xmlns:a="http://schemas.openxmlformats.org/drawingml/2006/main" marL="1828785" algn="l" defTabSz="912276">
        <a:lnSpc>
          <a:spcPct val="80000"/>
        </a:lnSpc>
        <a:spcBef>
          <a:spcPct val="0"/>
        </a:spcBef>
        <a:spcAft>
          <a:spcPct val="0"/>
        </a:spcAft>
        <a:buNone/>
        <a:defRPr sz="4267">
          <a:solidFill>
            <a:srgbClr val="676767"/>
          </a:solidFill>
          <a:latin typeface="Arial"/>
          <a:ea typeface="Arial"/>
          <a:cs typeface="Arial"/>
        </a:defRPr>
      </a:lvl8pPr>
      <a:lvl9pPr xmlns:a="http://schemas.openxmlformats.org/drawingml/2006/main" marL="2438379" algn="l" defTabSz="912276">
        <a:lnSpc>
          <a:spcPct val="80000"/>
        </a:lnSpc>
        <a:spcBef>
          <a:spcPct val="0"/>
        </a:spcBef>
        <a:spcAft>
          <a:spcPct val="0"/>
        </a:spcAft>
        <a:buNone/>
        <a:defRPr sz="4267">
          <a:solidFill>
            <a:srgbClr val="676767"/>
          </a:solidFill>
          <a:latin typeface="Arial"/>
          <a:ea typeface="Arial"/>
          <a:cs typeface="Arial"/>
        </a:defRPr>
      </a:lvl9pPr>
    </p:titleStyle>
    <p:bodyStyle>
      <a:lvl1pPr xmlns:a="http://schemas.openxmlformats.org/drawingml/2006/main" marL="182880" indent="-182880" algn="l" defTabSz="912276">
        <a:lnSpc>
          <a:spcPct val="100000"/>
        </a:lnSpc>
        <a:spcBef>
          <a:spcPts val="0"/>
        </a:spcBef>
        <a:spcAft>
          <a:spcPts val="1000"/>
        </a:spcAft>
        <a:buClr>
          <a:schemeClr val="bg1"/>
        </a:buClr>
        <a:buSzPct val="100000"/>
        <a:buFont typeface="Arial"/>
        <a:buChar char="•"/>
        <a:defRPr sz="2000" kern="1200">
          <a:solidFill>
            <a:schemeClr val="bg1"/>
          </a:solidFill>
          <a:latin typeface="+mn-lt"/>
          <a:ea typeface="+mn-lt"/>
          <a:cs typeface="+mn-lt"/>
        </a:defRPr>
      </a:lvl1pPr>
      <a:lvl2pPr xmlns:a="http://schemas.openxmlformats.org/drawingml/2006/main" marL="365760" indent="-182880" algn="l" defTabSz="912276">
        <a:lnSpc>
          <a:spcPct val="100000"/>
        </a:lnSpc>
        <a:spcBef>
          <a:spcPts val="0"/>
        </a:spcBef>
        <a:spcAft>
          <a:spcPts val="1000"/>
        </a:spcAft>
        <a:buClr>
          <a:schemeClr val="bg1"/>
        </a:buClr>
        <a:buSzPct val="100000"/>
        <a:buFont typeface="Arial"/>
        <a:buChar char="•"/>
        <a:defRPr sz="1800" kern="1200">
          <a:solidFill>
            <a:schemeClr val="bg1"/>
          </a:solidFill>
          <a:latin typeface="+mn-lt"/>
          <a:ea typeface="+mn-lt"/>
          <a:cs typeface="+mn-lt"/>
        </a:defRPr>
      </a:lvl2pPr>
      <a:lvl3pPr xmlns:a="http://schemas.openxmlformats.org/drawingml/2006/main" marL="548640" indent="-182880" algn="l" defTabSz="912276">
        <a:lnSpc>
          <a:spcPct val="100000"/>
        </a:lnSpc>
        <a:spcBef>
          <a:spcPts val="0"/>
        </a:spcBef>
        <a:spcAft>
          <a:spcPts val="1000"/>
        </a:spcAft>
        <a:buClr>
          <a:schemeClr val="bg1"/>
        </a:buClr>
        <a:buSzPct val="100000"/>
        <a:buFont typeface="Arial"/>
        <a:buChar char="•"/>
        <a:defRPr sz="1600" kern="1200">
          <a:solidFill>
            <a:schemeClr val="bg1"/>
          </a:solidFill>
          <a:latin typeface="+mn-lt"/>
          <a:ea typeface="+mn-lt"/>
          <a:cs typeface="+mn-lt"/>
        </a:defRPr>
      </a:lvl3pPr>
      <a:lvl4pPr xmlns:a="http://schemas.openxmlformats.org/drawingml/2006/main" marL="731520" indent="-182880" algn="l" defTabSz="912276">
        <a:lnSpc>
          <a:spcPct val="100000"/>
        </a:lnSpc>
        <a:spcBef>
          <a:spcPts val="0"/>
        </a:spcBef>
        <a:spcAft>
          <a:spcPts val="1000"/>
        </a:spcAft>
        <a:buClr>
          <a:schemeClr val="bg1"/>
        </a:buClr>
        <a:buSzPct val="100000"/>
        <a:buFont typeface="Arial"/>
        <a:buChar char="•"/>
        <a:defRPr sz="1400" kern="1200">
          <a:solidFill>
            <a:schemeClr val="bg1"/>
          </a:solidFill>
          <a:latin typeface="+mn-lt"/>
          <a:ea typeface="+mn-lt"/>
          <a:cs typeface="+mn-lt"/>
        </a:defRPr>
      </a:lvl4pPr>
      <a:lvl5pPr xmlns:a="http://schemas.openxmlformats.org/drawingml/2006/main" marL="914400" indent="-182880" algn="l" defTabSz="912276">
        <a:lnSpc>
          <a:spcPct val="100000"/>
        </a:lnSpc>
        <a:spcBef>
          <a:spcPts val="0"/>
        </a:spcBef>
        <a:spcAft>
          <a:spcPts val="1000"/>
        </a:spcAft>
        <a:buClr>
          <a:schemeClr val="bg1"/>
        </a:buClr>
        <a:buSzPct val="100000"/>
        <a:buFont typeface="Arial"/>
        <a:buChar char="•"/>
        <a:defRPr sz="1200" kern="1200">
          <a:solidFill>
            <a:schemeClr val="bg1"/>
          </a:solidFill>
          <a:latin typeface="+mn-lt"/>
          <a:ea typeface="+mn-lt"/>
          <a:cs typeface="+mn-lt"/>
        </a:defRPr>
      </a:lvl5pPr>
      <a:lvl6pPr xmlns:a="http://schemas.openxmlformats.org/drawingml/2006/main" marL="1151798" indent="-228592" algn="l" defTabSz="914362">
        <a:spcBef>
          <a:spcPts val="800"/>
        </a:spcBef>
        <a:buFont typeface="Arial"/>
        <a:buChar char="•"/>
        <a:defRPr sz="1200" kern="1200" baseline="0">
          <a:solidFill>
            <a:schemeClr val="tx1"/>
          </a:solidFill>
          <a:latin typeface="+mn-lt"/>
          <a:ea typeface="+mn-lt"/>
          <a:cs typeface="+mn-lt"/>
        </a:defRPr>
      </a:lvl6pPr>
      <a:lvl7pPr xmlns:a="http://schemas.openxmlformats.org/drawingml/2006/main" marL="1247781" indent="-228561" algn="l" defTabSz="914362">
        <a:spcBef>
          <a:spcPts val="800"/>
        </a:spcBef>
        <a:buFont typeface="Arial"/>
        <a:buChar char="•"/>
        <a:defRPr sz="1067" kern="1200" baseline="0">
          <a:solidFill>
            <a:schemeClr val="tx1"/>
          </a:solidFill>
          <a:latin typeface="+mn-lt"/>
          <a:ea typeface="+mn-lt"/>
          <a:cs typeface="+mn-lt"/>
        </a:defRPr>
      </a:lvl7pPr>
      <a:lvl8pPr xmlns:a="http://schemas.openxmlformats.org/drawingml/2006/main" marL="3200267" indent="0" algn="l" defTabSz="914362">
        <a:spcBef>
          <a:spcPct val="20000"/>
        </a:spcBef>
        <a:buFont typeface="Arial"/>
        <a:buNone/>
        <a:defRPr sz="2000" kern="1200">
          <a:solidFill>
            <a:schemeClr val="tx1"/>
          </a:solidFill>
          <a:latin typeface="+mn-lt"/>
          <a:ea typeface="+mn-lt"/>
          <a:cs typeface="+mn-lt"/>
        </a:defRPr>
      </a:lvl8pPr>
      <a:lvl9pPr xmlns:a="http://schemas.openxmlformats.org/drawingml/2006/main" marL="3886038" indent="-228592" algn="l" defTabSz="914362">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362">
        <a:buNone/>
        <a:defRPr sz="1867" kern="1200">
          <a:solidFill>
            <a:schemeClr val="tx1"/>
          </a:solidFill>
          <a:latin typeface="+mn-lt"/>
          <a:ea typeface="+mn-lt"/>
          <a:cs typeface="+mn-lt"/>
        </a:defRPr>
      </a:lvl1pPr>
      <a:lvl2pPr xmlns:a="http://schemas.openxmlformats.org/drawingml/2006/main" marL="457178" algn="l" defTabSz="914362">
        <a:buNone/>
        <a:defRPr sz="1867" kern="1200">
          <a:solidFill>
            <a:schemeClr val="tx1"/>
          </a:solidFill>
          <a:latin typeface="+mn-lt"/>
          <a:ea typeface="+mn-lt"/>
          <a:cs typeface="+mn-lt"/>
        </a:defRPr>
      </a:lvl2pPr>
      <a:lvl3pPr xmlns:a="http://schemas.openxmlformats.org/drawingml/2006/main" marL="914362" algn="l" defTabSz="914362">
        <a:buNone/>
        <a:defRPr sz="1867" kern="1200">
          <a:solidFill>
            <a:schemeClr val="tx1"/>
          </a:solidFill>
          <a:latin typeface="+mn-lt"/>
          <a:ea typeface="+mn-lt"/>
          <a:cs typeface="+mn-lt"/>
        </a:defRPr>
      </a:lvl3pPr>
      <a:lvl4pPr xmlns:a="http://schemas.openxmlformats.org/drawingml/2006/main" marL="1371542" algn="l" defTabSz="914362">
        <a:buNone/>
        <a:defRPr sz="1867" kern="1200">
          <a:solidFill>
            <a:schemeClr val="tx1"/>
          </a:solidFill>
          <a:latin typeface="+mn-lt"/>
          <a:ea typeface="+mn-lt"/>
          <a:cs typeface="+mn-lt"/>
        </a:defRPr>
      </a:lvl4pPr>
      <a:lvl5pPr xmlns:a="http://schemas.openxmlformats.org/drawingml/2006/main" marL="1828725" algn="l" defTabSz="914362">
        <a:buNone/>
        <a:defRPr sz="1867" kern="1200">
          <a:solidFill>
            <a:schemeClr val="tx1"/>
          </a:solidFill>
          <a:latin typeface="+mn-lt"/>
          <a:ea typeface="+mn-lt"/>
          <a:cs typeface="+mn-lt"/>
        </a:defRPr>
      </a:lvl5pPr>
      <a:lvl6pPr xmlns:a="http://schemas.openxmlformats.org/drawingml/2006/main" marL="2285903" algn="l" defTabSz="914362">
        <a:buNone/>
        <a:defRPr sz="1867" kern="1200">
          <a:solidFill>
            <a:schemeClr val="tx1"/>
          </a:solidFill>
          <a:latin typeface="+mn-lt"/>
          <a:ea typeface="+mn-lt"/>
          <a:cs typeface="+mn-lt"/>
        </a:defRPr>
      </a:lvl6pPr>
      <a:lvl7pPr xmlns:a="http://schemas.openxmlformats.org/drawingml/2006/main" marL="2743086" algn="l" defTabSz="914362">
        <a:buNone/>
        <a:defRPr sz="1867" kern="1200">
          <a:solidFill>
            <a:schemeClr val="tx1"/>
          </a:solidFill>
          <a:latin typeface="+mn-lt"/>
          <a:ea typeface="+mn-lt"/>
          <a:cs typeface="+mn-lt"/>
        </a:defRPr>
      </a:lvl7pPr>
      <a:lvl8pPr xmlns:a="http://schemas.openxmlformats.org/drawingml/2006/main" marL="3200267" algn="l" defTabSz="914362">
        <a:buNone/>
        <a:defRPr sz="1867" kern="1200">
          <a:solidFill>
            <a:schemeClr val="tx1"/>
          </a:solidFill>
          <a:latin typeface="+mn-lt"/>
          <a:ea typeface="+mn-lt"/>
          <a:cs typeface="+mn-lt"/>
        </a:defRPr>
      </a:lvl8pPr>
      <a:lvl9pPr xmlns:a="http://schemas.openxmlformats.org/drawingml/2006/main" marL="3657450" algn="l" defTabSz="914362">
        <a:buNone/>
        <a:defRPr sz="1867" kern="1200">
          <a:solidFill>
            <a:schemeClr val="tx1"/>
          </a:solidFill>
          <a:latin typeface="+mn-lt"/>
          <a:ea typeface="+mn-lt"/>
          <a:cs typeface="+mn-lt"/>
        </a:defRPr>
      </a:lvl9pPr>
    </p:otherStyle>
  </p:txStyles>
  <p:extLst>
    <p:ext uri="{27BBF7A9-308A-43DC-89C8-2F10F3537804}">
      <p15:sldGuideLst xmlns:p15="http://schemas.microsoft.com/office/powerpoint/2012/main">
        <p15:guide id="2" pos="204" userDrawn="1">
          <p15:clr>
            <a:srgbClr xmlns:a="http://schemas.openxmlformats.org/drawingml/2006/main" val="F26B43"/>
          </p15:clr>
        </p15:guide>
        <p15:guide id="3" pos="7476" userDrawn="1">
          <p15:clr>
            <a:srgbClr xmlns:a="http://schemas.openxmlformats.org/drawingml/2006/main" val="F26B43"/>
          </p15:clr>
        </p15:guide>
        <p15:guide id="6" pos="3840" userDrawn="1">
          <p15:clr>
            <a:srgbClr xmlns:a="http://schemas.openxmlformats.org/drawingml/2006/main" val="F26B43"/>
          </p15:clr>
        </p15:guide>
        <p15:guide id="9" orient="horz" pos="3827" userDrawn="1">
          <p15:clr>
            <a:srgbClr xmlns:a="http://schemas.openxmlformats.org/drawingml/2006/main" val="9FCC3B"/>
          </p15:clr>
        </p15:guide>
        <p15:guide id="10" orient="horz" pos="202" userDrawn="1">
          <p15:clr>
            <a:srgbClr xmlns:a="http://schemas.openxmlformats.org/drawingml/2006/main" val="F26B43"/>
          </p15:clr>
        </p15:guide>
        <p15:guide id="11" orient="horz" pos="2160">
          <p15:clr>
            <a:srgbClr xmlns:a="http://schemas.openxmlformats.org/drawingml/2006/main" val="F26B43"/>
          </p15:clr>
        </p15:guide>
        <p15:guide id="12" orient="horz" pos="392" userDrawn="1">
          <p15:clr>
            <a:srgbClr xmlns:a="http://schemas.openxmlformats.org/drawingml/2006/main" val="A4A3A4"/>
          </p15:clr>
        </p15:guide>
        <p15:guide id="13" orient="horz" pos="2552" userDrawn="1">
          <p15:clr>
            <a:srgbClr xmlns:a="http://schemas.openxmlformats.org/drawingml/2006/main" val="A4A3A4"/>
          </p15:clr>
        </p15:guide>
        <p15:guide id="14" orient="horz" pos="600" userDrawn="1">
          <p15:clr>
            <a:srgbClr xmlns:a="http://schemas.openxmlformats.org/drawingml/2006/main" val="A4A3A4"/>
          </p15:clr>
        </p15:guide>
        <p15:guide id="15" orient="horz" pos="1766" userDrawn="1">
          <p15:clr>
            <a:srgbClr xmlns:a="http://schemas.openxmlformats.org/drawingml/2006/main" val="A4A3A4"/>
          </p15:clr>
        </p15:guide>
        <p15:guide id="16" orient="horz" pos="2355" userDrawn="1">
          <p15:clr>
            <a:srgbClr xmlns:a="http://schemas.openxmlformats.org/drawingml/2006/main" val="A4A3A4"/>
          </p15:clr>
        </p15:guide>
        <p15:guide id="18" orient="horz" pos="4118" userDrawn="1">
          <p15:clr>
            <a:srgbClr xmlns:a="http://schemas.openxmlformats.org/drawingml/2006/main" val="F26B43"/>
          </p15:clr>
        </p15:guide>
        <p15:guide id="19" orient="horz" pos="1178" userDrawn="1">
          <p15:clr>
            <a:srgbClr xmlns:a="http://schemas.openxmlformats.org/drawingml/2006/main" val="A4A3A4"/>
          </p15:clr>
        </p15:guide>
        <p15:guide id="20" orient="horz" pos="1374" userDrawn="1">
          <p15:clr>
            <a:srgbClr xmlns:a="http://schemas.openxmlformats.org/drawingml/2006/main" val="A4A3A4"/>
          </p15:clr>
        </p15:guide>
        <p15:guide id="21" orient="horz" pos="1570" userDrawn="1">
          <p15:clr>
            <a:srgbClr xmlns:a="http://schemas.openxmlformats.org/drawingml/2006/main" val="A4A3A4"/>
          </p15:clr>
        </p15:guide>
        <p15:guide id="22" pos="703" userDrawn="1">
          <p15:clr>
            <a:srgbClr xmlns:a="http://schemas.openxmlformats.org/drawingml/2006/main" val="A4A3A4"/>
          </p15:clr>
        </p15:guide>
        <p15:guide id="23" pos="820" userDrawn="1">
          <p15:clr>
            <a:srgbClr xmlns:a="http://schemas.openxmlformats.org/drawingml/2006/main" val="A4A3A4"/>
          </p15:clr>
        </p15:guide>
        <p15:guide id="24" pos="1321" userDrawn="1">
          <p15:clr>
            <a:srgbClr xmlns:a="http://schemas.openxmlformats.org/drawingml/2006/main" val="A4A3A4"/>
          </p15:clr>
        </p15:guide>
        <p15:guide id="25" pos="1435" userDrawn="1">
          <p15:clr>
            <a:srgbClr xmlns:a="http://schemas.openxmlformats.org/drawingml/2006/main" val="A4A3A4"/>
          </p15:clr>
        </p15:guide>
        <p15:guide id="26" pos="1936" userDrawn="1">
          <p15:clr>
            <a:srgbClr xmlns:a="http://schemas.openxmlformats.org/drawingml/2006/main" val="A4A3A4"/>
          </p15:clr>
        </p15:guide>
        <p15:guide id="27" pos="2051" userDrawn="1">
          <p15:clr>
            <a:srgbClr xmlns:a="http://schemas.openxmlformats.org/drawingml/2006/main" val="A4A3A4"/>
          </p15:clr>
        </p15:guide>
        <p15:guide id="28" pos="2551" userDrawn="1">
          <p15:clr>
            <a:srgbClr xmlns:a="http://schemas.openxmlformats.org/drawingml/2006/main" val="A4A3A4"/>
          </p15:clr>
        </p15:guide>
        <p15:guide id="29" pos="2665" userDrawn="1">
          <p15:clr>
            <a:srgbClr xmlns:a="http://schemas.openxmlformats.org/drawingml/2006/main" val="A4A3A4"/>
          </p15:clr>
        </p15:guide>
        <p15:guide id="30" pos="3167" userDrawn="1">
          <p15:clr>
            <a:srgbClr xmlns:a="http://schemas.openxmlformats.org/drawingml/2006/main" val="A4A3A4"/>
          </p15:clr>
        </p15:guide>
        <p15:guide id="31" pos="3281" userDrawn="1">
          <p15:clr>
            <a:srgbClr xmlns:a="http://schemas.openxmlformats.org/drawingml/2006/main" val="A4A3A4"/>
          </p15:clr>
        </p15:guide>
        <p15:guide id="32" pos="3783" userDrawn="1">
          <p15:clr>
            <a:srgbClr xmlns:a="http://schemas.openxmlformats.org/drawingml/2006/main" val="A4A3A4"/>
          </p15:clr>
        </p15:guide>
        <p15:guide id="33" pos="3896" userDrawn="1">
          <p15:clr>
            <a:srgbClr xmlns:a="http://schemas.openxmlformats.org/drawingml/2006/main" val="A4A3A4"/>
          </p15:clr>
        </p15:guide>
        <p15:guide id="34" pos="4397" userDrawn="1">
          <p15:clr>
            <a:srgbClr xmlns:a="http://schemas.openxmlformats.org/drawingml/2006/main" val="A4A3A4"/>
          </p15:clr>
        </p15:guide>
        <p15:guide id="35" pos="4512" userDrawn="1">
          <p15:clr>
            <a:srgbClr xmlns:a="http://schemas.openxmlformats.org/drawingml/2006/main" val="A4A3A4"/>
          </p15:clr>
        </p15:guide>
        <p15:guide id="36" pos="5013" userDrawn="1">
          <p15:clr>
            <a:srgbClr xmlns:a="http://schemas.openxmlformats.org/drawingml/2006/main" val="A4A3A4"/>
          </p15:clr>
        </p15:guide>
        <p15:guide id="37" pos="5128" userDrawn="1">
          <p15:clr>
            <a:srgbClr xmlns:a="http://schemas.openxmlformats.org/drawingml/2006/main" val="A4A3A4"/>
          </p15:clr>
        </p15:guide>
        <p15:guide id="38" pos="5629" userDrawn="1">
          <p15:clr>
            <a:srgbClr xmlns:a="http://schemas.openxmlformats.org/drawingml/2006/main" val="A4A3A4"/>
          </p15:clr>
        </p15:guide>
        <p15:guide id="39" pos="5742" userDrawn="1">
          <p15:clr>
            <a:srgbClr xmlns:a="http://schemas.openxmlformats.org/drawingml/2006/main" val="A4A3A4"/>
          </p15:clr>
        </p15:guide>
        <p15:guide id="40" pos="6244" userDrawn="1">
          <p15:clr>
            <a:srgbClr xmlns:a="http://schemas.openxmlformats.org/drawingml/2006/main" val="A4A3A4"/>
          </p15:clr>
        </p15:guide>
        <p15:guide id="41" pos="6359" userDrawn="1">
          <p15:clr>
            <a:srgbClr xmlns:a="http://schemas.openxmlformats.org/drawingml/2006/main" val="A4A3A4"/>
          </p15:clr>
        </p15:guide>
        <p15:guide id="42" pos="6859" userDrawn="1">
          <p15:clr>
            <a:srgbClr xmlns:a="http://schemas.openxmlformats.org/drawingml/2006/main" val="A4A3A4"/>
          </p15:clr>
        </p15:guide>
        <p15:guide id="43" pos="6975" userDrawn="1">
          <p15:clr>
            <a:srgbClr xmlns:a="http://schemas.openxmlformats.org/drawingml/2006/main" val="A4A3A4"/>
          </p15:clr>
        </p15:guide>
        <p15:guide id="44" orient="horz" pos="784" userDrawn="1">
          <p15:clr>
            <a:srgbClr xmlns:a="http://schemas.openxmlformats.org/drawingml/2006/main" val="A4A3A4"/>
          </p15:clr>
        </p15:guide>
        <p15:guide id="45" orient="horz" pos="980" userDrawn="1">
          <p15:clr>
            <a:srgbClr xmlns:a="http://schemas.openxmlformats.org/drawingml/2006/main" val="A4A3A4"/>
          </p15:clr>
        </p15:guide>
        <p15:guide id="46" orient="horz" pos="1962" userDrawn="1">
          <p15:clr>
            <a:srgbClr xmlns:a="http://schemas.openxmlformats.org/drawingml/2006/main" val="A4A3A4"/>
          </p15:clr>
        </p15:guide>
        <p15:guide id="47" orient="horz" pos="2747" userDrawn="1">
          <p15:clr>
            <a:srgbClr xmlns:a="http://schemas.openxmlformats.org/drawingml/2006/main" val="A4A3A4"/>
          </p15:clr>
        </p15:guide>
        <p15:guide id="48" orient="horz" pos="2945" userDrawn="1">
          <p15:clr>
            <a:srgbClr xmlns:a="http://schemas.openxmlformats.org/drawingml/2006/main" val="A4A3A4"/>
          </p15:clr>
        </p15:guide>
        <p15:guide id="49" orient="horz" pos="3141" userDrawn="1">
          <p15:clr>
            <a:srgbClr xmlns:a="http://schemas.openxmlformats.org/drawingml/2006/main" val="A4A3A4"/>
          </p15:clr>
        </p15:guide>
        <p15:guide id="50" orient="horz" pos="3337" userDrawn="1">
          <p15:clr>
            <a:srgbClr xmlns:a="http://schemas.openxmlformats.org/drawingml/2006/main" val="A4A3A4"/>
          </p15:clr>
        </p15:guide>
        <p15:guide id="51" orient="horz" pos="3535" userDrawn="1">
          <p15:clr>
            <a:srgbClr xmlns:a="http://schemas.openxmlformats.org/drawingml/2006/main" val="A4A3A4"/>
          </p15:clr>
        </p15:guide>
        <p15:guide id="52" orient="horz" pos="3730" userDrawn="1">
          <p15:clr>
            <a:srgbClr xmlns:a="http://schemas.openxmlformats.org/drawingml/2006/main" val="A4A3A4"/>
          </p15:clr>
        </p15:guide>
        <p15:guide id="53" orient="horz" pos="3936" userDrawn="1">
          <p15:clr>
            <a:srgbClr xmlns:a="http://schemas.openxmlformats.org/drawingml/2006/main" val="A4A3A4"/>
          </p15:clr>
        </p15:guide>
        <p15:guide id="54" orient="horz" pos="187" userDrawn="1">
          <p15:clr>
            <a:srgbClr xmlns:a="http://schemas.openxmlformats.org/drawingml/2006/main" val="9FCC3B"/>
          </p15:clr>
        </p15:guide>
        <p15:guide id="55" pos="455" userDrawn="1">
          <p15:clr>
            <a:srgbClr xmlns:a="http://schemas.openxmlformats.org/drawingml/2006/main" val="9FCC3B"/>
          </p15:clr>
        </p15:guide>
        <p15:guide id="56" pos="1069" userDrawn="1">
          <p15:clr>
            <a:srgbClr xmlns:a="http://schemas.openxmlformats.org/drawingml/2006/main" val="9FCC3B"/>
          </p15:clr>
        </p15:guide>
        <p15:guide id="57" pos="1685" userDrawn="1">
          <p15:clr>
            <a:srgbClr xmlns:a="http://schemas.openxmlformats.org/drawingml/2006/main" val="9FCC3B"/>
          </p15:clr>
        </p15:guide>
        <p15:guide id="58" pos="2301" userDrawn="1">
          <p15:clr>
            <a:srgbClr xmlns:a="http://schemas.openxmlformats.org/drawingml/2006/main" val="9FCC3B"/>
          </p15:clr>
        </p15:guide>
        <p15:guide id="59" pos="2915" userDrawn="1">
          <p15:clr>
            <a:srgbClr xmlns:a="http://schemas.openxmlformats.org/drawingml/2006/main" val="9FCC3B"/>
          </p15:clr>
        </p15:guide>
        <p15:guide id="60" pos="3531" userDrawn="1">
          <p15:clr>
            <a:srgbClr xmlns:a="http://schemas.openxmlformats.org/drawingml/2006/main" val="9FCC3B"/>
          </p15:clr>
        </p15:guide>
        <p15:guide id="61" pos="4146" userDrawn="1">
          <p15:clr>
            <a:srgbClr xmlns:a="http://schemas.openxmlformats.org/drawingml/2006/main" val="9FCC3B"/>
          </p15:clr>
        </p15:guide>
        <p15:guide id="62" pos="4762" userDrawn="1">
          <p15:clr>
            <a:srgbClr xmlns:a="http://schemas.openxmlformats.org/drawingml/2006/main" val="9FCC3B"/>
          </p15:clr>
        </p15:guide>
        <p15:guide id="63" pos="5378" userDrawn="1">
          <p15:clr>
            <a:srgbClr xmlns:a="http://schemas.openxmlformats.org/drawingml/2006/main" val="9FCC3B"/>
          </p15:clr>
        </p15:guide>
        <p15:guide id="64" pos="5992" userDrawn="1">
          <p15:clr>
            <a:srgbClr xmlns:a="http://schemas.openxmlformats.org/drawingml/2006/main" val="9FCC3B"/>
          </p15:clr>
        </p15:guide>
        <p15:guide id="65" pos="6609" userDrawn="1">
          <p15:clr>
            <a:srgbClr xmlns:a="http://schemas.openxmlformats.org/drawingml/2006/main" val="9FCC3B"/>
          </p15:clr>
        </p15:guide>
        <p15:guide id="66" pos="7225" userDrawn="1">
          <p15:clr>
            <a:srgbClr xmlns:a="http://schemas.openxmlformats.org/drawingml/2006/main" val="9FCC3B"/>
          </p15:clr>
        </p15:guide>
      </p15:sldGuideLst>
    </p:ext>
  </p:extLst>
</p:sldMaster>
</file>

<file path=ppt/slideMasters/theme/theme2.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9d93b6ed466443b9" /><Relationship Type="http://schemas.openxmlformats.org/officeDocument/2006/relationships/notesSlide" Target="/ppt/notesSlides/notesSlide1.xml" Id="R342f5f29aebb48f4" /></Relationships>
</file>

<file path=ppt/slides/_rels/slide2.xml.rels>&#65279;<?xml version="1.0" encoding="utf-8"?><Relationships xmlns="http://schemas.openxmlformats.org/package/2006/relationships"><Relationship Type="http://schemas.openxmlformats.org/officeDocument/2006/relationships/slideLayout" Target="/ppt/slideLayouts/slideLayout9.xml" Id="R7d79e954f99e4132" /><Relationship Type="http://schemas.openxmlformats.org/officeDocument/2006/relationships/notesSlide" Target="/ppt/notesSlides/notesSlide2.xml" Id="R346157b3d87c4f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44.xml" Id="Rfaacaae078904b62" /><Relationship Type="http://schemas.openxmlformats.org/officeDocument/2006/relationships/notesSlide" Target="/ppt/notesSlides/notesSlide3.xml" Id="Ra6e161593e9344e7" /></Relationships>
</file>

<file path=ppt/slides/_rels/slide4.xml.rels>&#65279;<?xml version="1.0" encoding="utf-8"?><Relationships xmlns="http://schemas.openxmlformats.org/package/2006/relationships"><Relationship Type="http://schemas.openxmlformats.org/officeDocument/2006/relationships/slideLayout" Target="/ppt/slideLayouts/slideLayout44.xml" Id="R85f8a1288d4c4484" /><Relationship Type="http://schemas.openxmlformats.org/officeDocument/2006/relationships/notesSlide" Target="/ppt/notesSlides/notesSlide4.xml" Id="R97d83f432e664aad" /></Relationships>
</file>

<file path=ppt/slides/_rels/slide5.xml.rels>&#65279;<?xml version="1.0" encoding="utf-8"?><Relationships xmlns="http://schemas.openxmlformats.org/package/2006/relationships"><Relationship Type="http://schemas.openxmlformats.org/officeDocument/2006/relationships/slideLayout" Target="/ppt/slideLayouts/slideLayout50.xml" Id="R4769c56789444507" /><Relationship Type="http://schemas.openxmlformats.org/officeDocument/2006/relationships/notesSlide" Target="/ppt/notesSlides/notesSlide5.xml" Id="Rb2235f5f6aab40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0.xml" Id="Rda7cdb8878984eab" /><Relationship Type="http://schemas.openxmlformats.org/officeDocument/2006/relationships/notesSlide" Target="/ppt/notesSlides/notesSlide6.xml" Id="Rc6c44508d369441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0.xml" Id="R77dc21e5af1b43ea" /><Relationship Type="http://schemas.openxmlformats.org/officeDocument/2006/relationships/notesSlide" Target="/ppt/notesSlides/notesSlide7.xml" Id="Rb75933d7cdff43d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0.xml" Id="Rde8ad735aab24104" /><Relationship Type="http://schemas.openxmlformats.org/officeDocument/2006/relationships/notesSlide" Target="/ppt/notesSlides/notesSlide8.xml" Id="Rf1147e0aba5a4fa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0.xml" Id="R32fddd66e6094c4e" /><Relationship Type="http://schemas.openxmlformats.org/officeDocument/2006/relationships/notesSlide" Target="/ppt/notesSlides/notesSlide9.xml" Id="Rc2dd06b396f24d9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50.xml" Id="R479009b843d44592" /><Relationship Type="http://schemas.openxmlformats.org/officeDocument/2006/relationships/notesSlide" Target="/ppt/notesSlides/notesSlide10.xml" Id="Rea7d62e19de74a8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0.xml" Id="R9e5834b51ddb491f" /><Relationship Type="http://schemas.openxmlformats.org/officeDocument/2006/relationships/notesSlide" Target="/ppt/notesSlides/notesSlide11.xml" Id="R3238519ed27549f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0.xml" Id="R4eb5bd4f327b4f85" /><Relationship Type="http://schemas.openxmlformats.org/officeDocument/2006/relationships/notesSlide" Target="/ppt/notesSlides/notesSlide12.xml" Id="R40ccd4542b00425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0.xml" Id="Rcddf9cd7786046d0" /><Relationship Type="http://schemas.openxmlformats.org/officeDocument/2006/relationships/image" Target="/ppt/media/image8.png" Id="R861757f96945439e" /><Relationship Type="http://schemas.openxmlformats.org/officeDocument/2006/relationships/notesSlide" Target="/ppt/notesSlides/notesSlide13.xml" Id="R1734ded398e249e2" /><Relationship Id="rIdVideo13" Type="http://schemas.openxmlformats.org/officeDocument/2006/relationships/video" Target="../media/cilium-obi-demo-4-legacy-priority.mp4"/><Relationship Id="rIdMedia13" Type="http://schemas.microsoft.com/office/2007/relationships/media" Target="../media/cilium-obi-demo-4-legacy-priority.mp4"/></Relationships>
</file>

<file path=ppt/slides/_rels/slide14.xml.rels>&#65279;<?xml version="1.0" encoding="utf-8"?><Relationships xmlns="http://schemas.openxmlformats.org/package/2006/relationships"><Relationship Type="http://schemas.openxmlformats.org/officeDocument/2006/relationships/slideLayout" Target="/ppt/slideLayouts/slideLayout50.xml" Id="R2e66244b2caa478a" /><Relationship Type="http://schemas.openxmlformats.org/officeDocument/2006/relationships/notesSlide" Target="/ppt/notesSlides/notesSlide14.xml" Id="R84adf5248f2144f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0.xml" Id="R55e1980213f74622" /><Relationship Type="http://schemas.openxmlformats.org/officeDocument/2006/relationships/notesSlide" Target="/ppt/notesSlides/notesSlide15.xml" Id="Rd8e07e5534134f7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0.xml" Id="Rb056948d83dd4d4e" /><Relationship Type="http://schemas.openxmlformats.org/officeDocument/2006/relationships/image" Target="/ppt/media/image9.png" Id="R600b83acbb954f19" /><Relationship Type="http://schemas.openxmlformats.org/officeDocument/2006/relationships/notesSlide" Target="/ppt/notesSlides/notesSlide16.xml" Id="Rd750af16abd8457c" /><Relationship Id="rIdVideo16" Type="http://schemas.openxmlformats.org/officeDocument/2006/relationships/video" Target="../media/cilium-obi-demo-1-coexistence.mp4"/><Relationship Id="rIdMedia16" Type="http://schemas.microsoft.com/office/2007/relationships/media" Target="../media/cilium-obi-demo-1-coexistence.mp4"/></Relationships>
</file>

<file path=ppt/slides/_rels/slide17.xml.rels>&#65279;<?xml version="1.0" encoding="utf-8"?><Relationships xmlns="http://schemas.openxmlformats.org/package/2006/relationships"><Relationship Type="http://schemas.openxmlformats.org/officeDocument/2006/relationships/slideLayout" Target="/ppt/slideLayouts/slideLayout10.xml" Id="Red9059ae2d9f4519" /><Relationship Type="http://schemas.openxmlformats.org/officeDocument/2006/relationships/image" Target="/ppt/media/image10.png" Id="R563bb230f66640e9" /><Relationship Type="http://schemas.openxmlformats.org/officeDocument/2006/relationships/notesSlide" Target="/ppt/notesSlides/notesSlide17.xml" Id="Rc79d39c3ef994eaa" /><Relationship Id="rIdVideo17" Type="http://schemas.openxmlformats.org/officeDocument/2006/relationships/video" Target="../media/cilium-obi-demo-2-success.mp4"/><Relationship Id="rIdMedia17" Type="http://schemas.microsoft.com/office/2007/relationships/media" Target="../media/cilium-obi-demo-2-success.mp4"/></Relationships>
</file>

<file path=ppt/slides/_rels/slide18.xml.rels>&#65279;<?xml version="1.0" encoding="utf-8"?><Relationships xmlns="http://schemas.openxmlformats.org/package/2006/relationships"><Relationship Type="http://schemas.openxmlformats.org/officeDocument/2006/relationships/slideLayout" Target="/ppt/slideLayouts/slideLayout10.xml" Id="Rce0fcec16a7448d5" /><Relationship Type="http://schemas.openxmlformats.org/officeDocument/2006/relationships/image" Target="/ppt/media/image11.png" Id="R7ee5b1a81c8f49f6" /><Relationship Type="http://schemas.openxmlformats.org/officeDocument/2006/relationships/notesSlide" Target="/ppt/notesSlides/notesSlide18.xml" Id="R334d6639647f439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0.xml" Id="R568333b5e4434a74" /><Relationship Type="http://schemas.openxmlformats.org/officeDocument/2006/relationships/image" Target="/ppt/media/image12.png" Id="Rc3f014dbce704738" /><Relationship Type="http://schemas.openxmlformats.org/officeDocument/2006/relationships/notesSlide" Target="/ppt/notesSlides/notesSlide19.xml" Id="R2df5f09c6c174e6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0.xml" Id="Reee66d6417ec4756" /><Relationship Type="http://schemas.openxmlformats.org/officeDocument/2006/relationships/image" Target="/ppt/media/image13.png" Id="R194ce00e22d448c7" /><Relationship Type="http://schemas.openxmlformats.org/officeDocument/2006/relationships/notesSlide" Target="/ppt/notesSlides/notesSlide20.xml" Id="R8d7176416f2c4c75" /><Relationship Id="rIdVideo20" Type="http://schemas.openxmlformats.org/officeDocument/2006/relationships/video" Target="../media/cilium-obi-demo-3-policy-denial.mp4"/><Relationship Id="rIdMedia20" Type="http://schemas.microsoft.com/office/2007/relationships/media" Target="../media/cilium-obi-demo-3-policy-denial.mp4"/></Relationships>
</file>

<file path=ppt/slides/_rels/slide21.xml.rels>&#65279;<?xml version="1.0" encoding="utf-8"?><Relationships xmlns="http://schemas.openxmlformats.org/package/2006/relationships"><Relationship Type="http://schemas.openxmlformats.org/officeDocument/2006/relationships/slideLayout" Target="/ppt/slideLayouts/slideLayout10.xml" Id="Rea0ce37713634439" /><Relationship Type="http://schemas.openxmlformats.org/officeDocument/2006/relationships/notesSlide" Target="/ppt/notesSlides/notesSlide21.xml" Id="R87a237ebfe3b4ba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50.xml" Id="Rab01c182070344ad" /><Relationship Type="http://schemas.openxmlformats.org/officeDocument/2006/relationships/notesSlide" Target="/ppt/notesSlides/notesSlide22.xml" Id="R6a7bae032ca5436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0.xml" Id="Rfbea7386ad874df2" /><Relationship Type="http://schemas.openxmlformats.org/officeDocument/2006/relationships/notesSlide" Target="/ppt/notesSlides/notesSlide23.xml" Id="R4750cb559e3d409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0.xml" Id="R7f6143b5b1f7433d" /><Relationship Type="http://schemas.openxmlformats.org/officeDocument/2006/relationships/notesSlide" Target="/ppt/notesSlides/notesSlide24.xml" Id="R75ebf908ac4b4a9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50.xml" Id="Rb21960c081ec41c3" /><Relationship Type="http://schemas.openxmlformats.org/officeDocument/2006/relationships/notesSlide" Target="/ppt/notesSlides/notesSlide25.xml" Id="Ra1c8576d5a1d492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0.xml" Id="R424d4e47770d4c84" /><Relationship Type="http://schemas.openxmlformats.org/officeDocument/2006/relationships/notesSlide" Target="/ppt/notesSlides/notesSlide26.xml" Id="R9801c934c1c74cd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0.xml" Id="Rc321c31101e846bf" /><Relationship Type="http://schemas.openxmlformats.org/officeDocument/2006/relationships/notesSlide" Target="/ppt/notesSlides/notesSlide27.xml" Id="R1f3f52b1d2a4461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50.xml" Id="R9fc99d65c0104a5a" /><Relationship Type="http://schemas.openxmlformats.org/officeDocument/2006/relationships/notesSlide" Target="/ppt/notesSlides/notesSlide28.xml" Id="R96ebebfd1db5468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0.xml" Id="Rc626af1c605e4f70" /><Relationship Type="http://schemas.openxmlformats.org/officeDocument/2006/relationships/notesSlide" Target="/ppt/notesSlides/notesSlide29.xml" Id="R2fdc89733784470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0.xml" Id="Rb9742ff8184b4d4d" /><Relationship Type="http://schemas.openxmlformats.org/officeDocument/2006/relationships/notesSlide" Target="/ppt/notesSlides/notesSlide30.xml" Id="R000fc6b6952c4ad1"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0.xml" Id="R03b2d8124db74f44" /><Relationship Type="http://schemas.openxmlformats.org/officeDocument/2006/relationships/notesSlide" Target="/ppt/notesSlides/notesSlide31.xml" Id="R57d1bb3d264e49b2"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0.xml" Id="R3602482db63f4985" /><Relationship Type="http://schemas.openxmlformats.org/officeDocument/2006/relationships/notesSlide" Target="/ppt/notesSlides/notesSlide32.xml" Id="Rc921a5b5ce35473b" /></Relationships>
</file>

<file path=ppt/slides/_rels/slide33.xml.rels>&#65279;<?xml version="1.0" encoding="utf-8"?><Relationships xmlns="http://schemas.openxmlformats.org/package/2006/relationships"><Relationship Type="http://schemas.openxmlformats.org/officeDocument/2006/relationships/slideLayout" Target="/ppt/slideLayouts/slideLayout50.xml" Id="R789000721de7455a" /><Relationship Type="http://schemas.openxmlformats.org/officeDocument/2006/relationships/notesSlide" Target="/ppt/notesSlides/notesSlide33.xml" Id="R120504176b724294" /></Relationships>
</file>

<file path=ppt/slides/_rels/slide34.xml.rels>&#65279;<?xml version="1.0" encoding="utf-8"?><Relationships xmlns="http://schemas.openxmlformats.org/package/2006/relationships"><Relationship Type="http://schemas.openxmlformats.org/officeDocument/2006/relationships/slideLayout" Target="/ppt/slideLayouts/slideLayout56.xml" Id="R2b9c1ee85a9c408e" /><Relationship Type="http://schemas.openxmlformats.org/officeDocument/2006/relationships/notesSlide" Target="/ppt/notesSlides/notesSlide34.xml" Id="R7670c3a5004e40e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7" name="Title 6">
            <a:extLst xmlns:a="http://schemas.openxmlformats.org/drawingml/2006/main">
              <a:ext uri="{FF2B5EF4-FFF2-40B4-BE49-F238E27FC236}">
                <a16:creationId xmlns:a16="http://schemas.microsoft.com/office/drawing/2014/main" id="{F8E202DE-F0C4-F38B-E5D9-3EDB75497747}"/>
              </a:ext>
            </a:extLst>
          </p:cNvPr>
          <p:cNvSpPr>
            <a:spLocks xmlns:a="http://schemas.openxmlformats.org/drawingml/2006/main" noGrp="1"/>
          </p:cNvSpPr>
          <p:nvPr>
            <p:ph type="title" idx="0"/>
          </p:nvPr>
        </p:nvSpPr>
        <p:spPr>
          <a:xfrm xmlns:a="http://schemas.openxmlformats.org/drawingml/2006/main">
            <a:off x="323850" y="2181225"/>
            <a:ext cx="5204883" cy="1554163"/>
          </a:xfrm>
        </p:spPr>
        <p:txBody>
          <a:bodyPr xmlns:a="http://schemas.openxmlformats.org/drawingml/2006/main"/>
          <a:lstStyle xmlns:a="http://schemas.openxmlformats.org/drawingml/2006/main"/>
          <a:p xmlns:a="http://schemas.openxmlformats.org/drawingml/2006/main">
            <a:r>
              <a:t>Two eBPF Systems,</a:t>
            </a:r>
          </a:p>
          <a:p xmlns:a="http://schemas.openxmlformats.org/drawingml/2006/main">
            <a:r>
              <a:t>One Kubernetes Node</a:t>
            </a:r>
          </a:p>
        </p:txBody>
      </p:sp>
      <p:sp>
        <p:nvSpPr>
          <p:cNvPr id="11" name="Text Placeholder 10">
            <a:extLst xmlns:a="http://schemas.openxmlformats.org/drawingml/2006/main">
              <a:ext uri="{FF2B5EF4-FFF2-40B4-BE49-F238E27FC236}">
                <a16:creationId xmlns:a16="http://schemas.microsoft.com/office/drawing/2014/main" id="{BF2F44CF-ACFF-5B47-1E65-5DC0E344BBF1}"/>
              </a:ext>
            </a:extLst>
          </p:cNvPr>
          <p:cNvSpPr>
            <a:spLocks xmlns:a="http://schemas.openxmlformats.org/drawingml/2006/main" noGrp="1"/>
          </p:cNvSpPr>
          <p:nvPr>
            <p:ph type="body" idx="13"/>
          </p:nvPr>
        </p:nvSpPr>
        <p:spPr/>
        <p:txBody>
          <a:bodyPr xmlns:a="http://schemas.openxmlformats.org/drawingml/2006/main"/>
          <a:lstStyle xmlns:a="http://schemas.openxmlformats.org/drawingml/2006/main"/>
          <a:p xmlns:a="http://schemas.openxmlformats.org/drawingml/2006/main">
            <a:r>
              <a:t>Running OpenTelemetry OBI and Cilium together</a:t>
            </a:r>
          </a:p>
        </p:txBody>
      </p:sp>
      <p:sp>
        <p:nvSpPr>
          <p:cNvPr id="16" name="Text Placeholder 15">
            <a:extLst xmlns:a="http://schemas.openxmlformats.org/drawingml/2006/main">
              <a:ext uri="{FF2B5EF4-FFF2-40B4-BE49-F238E27FC236}">
                <a16:creationId xmlns:a16="http://schemas.microsoft.com/office/drawing/2014/main" id="{224B78CB-A350-22C0-F50A-644022F70AA5}"/>
              </a:ext>
            </a:extLst>
          </p:cNvPr>
          <p:cNvSpPr>
            <a:spLocks xmlns:a="http://schemas.openxmlformats.org/drawingml/2006/main" noGrp="1"/>
          </p:cNvSpPr>
          <p:nvPr>
            <p:ph type="body" idx="12"/>
          </p:nvPr>
        </p:nvSpPr>
        <p:spPr>
          <a:xfrm xmlns:a="http://schemas.openxmlformats.org/drawingml/2006/main">
            <a:off x="323850" y="6364224"/>
            <a:ext cx="3906838" cy="493776"/>
          </a:xfrm>
        </p:spPr>
        <p:txBody>
          <a:bodyPr xmlns:a="http://schemas.openxmlformats.org/drawingml/2006/main"/>
          <a:lstStyle xmlns:a="http://schemas.openxmlformats.org/drawingml/2006/main"/>
          <a:p xmlns:a="http://schemas.openxmlformats.org/drawingml/2006/main">
            <a:r>
              <a:t>Anton Jimenez · KubeCon + CloudNativeCon NA 2026</a:t>
            </a:r>
          </a:p>
        </p:txBody>
      </p:sp>
    </p:spTree>
    <p:extLst>
      <p:ext uri="{BB962C8B-B14F-4D97-AF65-F5344CB8AC3E}">
        <p14:creationId xmlns:p14="http://schemas.microsoft.com/office/powerpoint/2010/main" val="23662371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1" name="slide-title">
            <a:extLst xmlns:a="http://schemas.openxmlformats.org/drawingml/2006/main">
              <a:ext uri="{FF2B5EF4-FFF2-40B4-BE49-F238E27FC236}">
                <a16:creationId xmlns:a16="http://schemas.microsoft.com/office/drawing/2014/main" id="{B7D396CA-1E8D-4AC0-BB33-1CC88795277A}"/>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Agenda</a:t>
            </a:r>
          </a:p>
        </p:txBody>
      </p:sp>
      <p:sp>
        <p:nvSpPr>
          <p:cNvPr id="2" name="Rectangle 1">
            <a:extLst xmlns:a="http://schemas.openxmlformats.org/drawingml/2006/main">
              <a:ext uri="{FF2B5EF4-FFF2-40B4-BE49-F238E27FC236}">
                <a16:creationId xmlns:a16="http://schemas.microsoft.com/office/drawing/2014/main" id="{47EA0793-C78B-4E2F-9902-7D0C563A2053}"/>
              </a:ext>
            </a:extLst>
          </p:cNvPr>
          <p:cNvSpPr>
            <a:spLocks xmlns:a="http://schemas.openxmlformats.org/drawingml/2006/main" noGrp="1"/>
          </p:cNvSpPr>
          <p:nvPr/>
        </p:nvSpPr>
        <p:spPr>
          <a:xfrm xmlns:a="http://schemas.openxmlformats.org/drawingml/2006/main">
            <a:off x="8763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AF9071E1-2371-4EFE-8EC1-D5B8EF52240E}"/>
              </a:ext>
            </a:extLst>
          </p:cNvPr>
          <p:cNvSpPr>
            <a:spLocks xmlns:a="http://schemas.openxmlformats.org/drawingml/2006/main" noGrp="1"/>
          </p:cNvSpPr>
          <p:nvPr/>
        </p:nvSpPr>
        <p:spPr>
          <a:xfrm xmlns:a="http://schemas.openxmlformats.org/drawingml/2006/main">
            <a:off x="18764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 vs Cilium + Hubble</a:t>
            </a:r>
          </a:p>
        </p:txBody>
      </p:sp>
      <p:sp>
        <p:nvSpPr>
          <p:cNvPr id="4" name="Rectangle 3">
            <a:extLst xmlns:a="http://schemas.openxmlformats.org/drawingml/2006/main">
              <a:ext uri="{FF2B5EF4-FFF2-40B4-BE49-F238E27FC236}">
                <a16:creationId xmlns:a16="http://schemas.microsoft.com/office/drawing/2014/main" id="{F1C4AE24-03D8-4219-82A5-69355D3425E8}"/>
              </a:ext>
            </a:extLst>
          </p:cNvPr>
          <p:cNvSpPr>
            <a:spLocks xmlns:a="http://schemas.openxmlformats.org/drawingml/2006/main" noGrp="1"/>
          </p:cNvSpPr>
          <p:nvPr/>
        </p:nvSpPr>
        <p:spPr>
          <a:xfrm xmlns:a="http://schemas.openxmlformats.org/drawingml/2006/main">
            <a:off x="18764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08D6A3A6-BCF5-41B2-A498-0B9E5CD03507}"/>
              </a:ext>
            </a:extLst>
          </p:cNvPr>
          <p:cNvSpPr>
            <a:spLocks xmlns:a="http://schemas.openxmlformats.org/drawingml/2006/main" noGrp="1"/>
          </p:cNvSpPr>
          <p:nvPr/>
        </p:nvSpPr>
        <p:spPr>
          <a:xfrm xmlns:a="http://schemas.openxmlformats.org/drawingml/2006/main">
            <a:off x="8763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02</a:t>
            </a:r>
          </a:p>
        </p:txBody>
      </p:sp>
      <p:sp>
        <p:nvSpPr>
          <p:cNvPr id="6" name="Rectangle 5">
            <a:extLst xmlns:a="http://schemas.openxmlformats.org/drawingml/2006/main">
              <a:ext uri="{FF2B5EF4-FFF2-40B4-BE49-F238E27FC236}">
                <a16:creationId xmlns:a16="http://schemas.microsoft.com/office/drawing/2014/main" id="{5427CE96-D1A7-435E-9CFB-B4349F764F82}"/>
              </a:ext>
            </a:extLst>
          </p:cNvPr>
          <p:cNvSpPr>
            <a:spLocks xmlns:a="http://schemas.openxmlformats.org/drawingml/2006/main" noGrp="1"/>
          </p:cNvSpPr>
          <p:nvPr/>
        </p:nvSpPr>
        <p:spPr>
          <a:xfrm xmlns:a="http://schemas.openxmlformats.org/drawingml/2006/main">
            <a:off x="18764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Coexistence problem</a:t>
            </a:r>
          </a:p>
        </p:txBody>
      </p:sp>
      <p:sp>
        <p:nvSpPr>
          <p:cNvPr id="7" name="Rectangle 6">
            <a:extLst xmlns:a="http://schemas.openxmlformats.org/drawingml/2006/main">
              <a:ext uri="{FF2B5EF4-FFF2-40B4-BE49-F238E27FC236}">
                <a16:creationId xmlns:a16="http://schemas.microsoft.com/office/drawing/2014/main" id="{721DF949-ECCD-4C23-BC0E-AA64404F88CB}"/>
              </a:ext>
            </a:extLst>
          </p:cNvPr>
          <p:cNvSpPr>
            <a:spLocks xmlns:a="http://schemas.openxmlformats.org/drawingml/2006/main" noGrp="1"/>
          </p:cNvSpPr>
          <p:nvPr/>
        </p:nvSpPr>
        <p:spPr>
          <a:xfrm xmlns:a="http://schemas.openxmlformats.org/drawingml/2006/main">
            <a:off x="18764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C1267DE-B7B2-4A83-86F5-D8E5B14C600C}"/>
              </a:ext>
            </a:extLst>
          </p:cNvPr>
          <p:cNvSpPr>
            <a:spLocks xmlns:a="http://schemas.openxmlformats.org/drawingml/2006/main" noGrp="1"/>
          </p:cNvSpPr>
          <p:nvPr/>
        </p:nvSpPr>
        <p:spPr>
          <a:xfrm xmlns:a="http://schemas.openxmlformats.org/drawingml/2006/main">
            <a:off x="8763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03</a:t>
            </a:r>
          </a:p>
        </p:txBody>
      </p:sp>
      <p:sp>
        <p:nvSpPr>
          <p:cNvPr id="9" name="Rectangle 8">
            <a:extLst xmlns:a="http://schemas.openxmlformats.org/drawingml/2006/main">
              <a:ext uri="{FF2B5EF4-FFF2-40B4-BE49-F238E27FC236}">
                <a16:creationId xmlns:a16="http://schemas.microsoft.com/office/drawing/2014/main" id="{C62A8A12-A547-4E33-B2AF-B2609FA728C0}"/>
              </a:ext>
            </a:extLst>
          </p:cNvPr>
          <p:cNvSpPr>
            <a:spLocks xmlns:a="http://schemas.openxmlformats.org/drawingml/2006/main" noGrp="1"/>
          </p:cNvSpPr>
          <p:nvPr/>
        </p:nvSpPr>
        <p:spPr>
          <a:xfrm xmlns:a="http://schemas.openxmlformats.org/drawingml/2006/main">
            <a:off x="18764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Attachment order</a:t>
            </a:r>
          </a:p>
        </p:txBody>
      </p:sp>
      <p:sp>
        <p:nvSpPr>
          <p:cNvPr id="10" name="Rectangle 9">
            <a:extLst xmlns:a="http://schemas.openxmlformats.org/drawingml/2006/main">
              <a:ext uri="{FF2B5EF4-FFF2-40B4-BE49-F238E27FC236}">
                <a16:creationId xmlns:a16="http://schemas.microsoft.com/office/drawing/2014/main" id="{E3980FFE-1F3F-4885-9E11-751F56C0BC93}"/>
              </a:ext>
            </a:extLst>
          </p:cNvPr>
          <p:cNvSpPr>
            <a:spLocks xmlns:a="http://schemas.openxmlformats.org/drawingml/2006/main" noGrp="1"/>
          </p:cNvSpPr>
          <p:nvPr/>
        </p:nvSpPr>
        <p:spPr>
          <a:xfrm xmlns:a="http://schemas.openxmlformats.org/drawingml/2006/main">
            <a:off x="18764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F597A3DA-EF14-4A49-AC78-E8CA1F50DF05}"/>
              </a:ext>
            </a:extLst>
          </p:cNvPr>
          <p:cNvSpPr>
            <a:spLocks xmlns:a="http://schemas.openxmlformats.org/drawingml/2006/main" noGrp="1"/>
          </p:cNvSpPr>
          <p:nvPr/>
        </p:nvSpPr>
        <p:spPr>
          <a:xfrm xmlns:a="http://schemas.openxmlformats.org/drawingml/2006/main">
            <a:off x="6477000" y="16192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04</a:t>
            </a:r>
          </a:p>
        </p:txBody>
      </p:sp>
      <p:sp>
        <p:nvSpPr>
          <p:cNvPr id="12" name="Rectangle 11">
            <a:extLst xmlns:a="http://schemas.openxmlformats.org/drawingml/2006/main">
              <a:ext uri="{FF2B5EF4-FFF2-40B4-BE49-F238E27FC236}">
                <a16:creationId xmlns:a16="http://schemas.microsoft.com/office/drawing/2014/main" id="{9B3E707B-5C31-4C26-8CE7-770843414CE5}"/>
              </a:ext>
            </a:extLst>
          </p:cNvPr>
          <p:cNvSpPr>
            <a:spLocks xmlns:a="http://schemas.openxmlformats.org/drawingml/2006/main" noGrp="1"/>
          </p:cNvSpPr>
          <p:nvPr/>
        </p:nvSpPr>
        <p:spPr>
          <a:xfrm xmlns:a="http://schemas.openxmlformats.org/drawingml/2006/main">
            <a:off x="7477125" y="16192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Live demo</a:t>
            </a:r>
          </a:p>
        </p:txBody>
      </p:sp>
      <p:sp>
        <p:nvSpPr>
          <p:cNvPr id="13" name="Rectangle 12">
            <a:extLst xmlns:a="http://schemas.openxmlformats.org/drawingml/2006/main">
              <a:ext uri="{FF2B5EF4-FFF2-40B4-BE49-F238E27FC236}">
                <a16:creationId xmlns:a16="http://schemas.microsoft.com/office/drawing/2014/main" id="{18535E0D-77D8-458C-99DB-DBBA068786D7}"/>
              </a:ext>
            </a:extLst>
          </p:cNvPr>
          <p:cNvSpPr>
            <a:spLocks xmlns:a="http://schemas.openxmlformats.org/drawingml/2006/main" noGrp="1"/>
          </p:cNvSpPr>
          <p:nvPr/>
        </p:nvSpPr>
        <p:spPr>
          <a:xfrm xmlns:a="http://schemas.openxmlformats.org/drawingml/2006/main">
            <a:off x="7477125" y="22098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929BE267-4CA4-4BAA-B490-AB20218BE7BA}"/>
              </a:ext>
            </a:extLst>
          </p:cNvPr>
          <p:cNvSpPr>
            <a:spLocks xmlns:a="http://schemas.openxmlformats.org/drawingml/2006/main" noGrp="1"/>
          </p:cNvSpPr>
          <p:nvPr/>
        </p:nvSpPr>
        <p:spPr>
          <a:xfrm xmlns:a="http://schemas.openxmlformats.org/drawingml/2006/main">
            <a:off x="6477000" y="281940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05</a:t>
            </a:r>
          </a:p>
        </p:txBody>
      </p:sp>
      <p:sp>
        <p:nvSpPr>
          <p:cNvPr id="15" name="Rectangle 14">
            <a:extLst xmlns:a="http://schemas.openxmlformats.org/drawingml/2006/main">
              <a:ext uri="{FF2B5EF4-FFF2-40B4-BE49-F238E27FC236}">
                <a16:creationId xmlns:a16="http://schemas.microsoft.com/office/drawing/2014/main" id="{B357B8D1-CA8D-49E6-98AC-5457FAF96A1A}"/>
              </a:ext>
            </a:extLst>
          </p:cNvPr>
          <p:cNvSpPr>
            <a:spLocks xmlns:a="http://schemas.openxmlformats.org/drawingml/2006/main" noGrp="1"/>
          </p:cNvSpPr>
          <p:nvPr/>
        </p:nvSpPr>
        <p:spPr>
          <a:xfrm xmlns:a="http://schemas.openxmlformats.org/drawingml/2006/main">
            <a:off x="7477125" y="281940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Benchmark</a:t>
            </a:r>
          </a:p>
        </p:txBody>
      </p:sp>
      <p:sp>
        <p:nvSpPr>
          <p:cNvPr id="16" name="Rectangle 15">
            <a:extLst xmlns:a="http://schemas.openxmlformats.org/drawingml/2006/main">
              <a:ext uri="{FF2B5EF4-FFF2-40B4-BE49-F238E27FC236}">
                <a16:creationId xmlns:a16="http://schemas.microsoft.com/office/drawing/2014/main" id="{A03C16AE-F78F-4A62-82F9-113185187DD3}"/>
              </a:ext>
            </a:extLst>
          </p:cNvPr>
          <p:cNvSpPr>
            <a:spLocks xmlns:a="http://schemas.openxmlformats.org/drawingml/2006/main" noGrp="1"/>
          </p:cNvSpPr>
          <p:nvPr/>
        </p:nvSpPr>
        <p:spPr>
          <a:xfrm xmlns:a="http://schemas.openxmlformats.org/drawingml/2006/main">
            <a:off x="7477125" y="340995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CDF39F5D-82A7-43DA-B918-9373DC8A03ED}"/>
              </a:ext>
            </a:extLst>
          </p:cNvPr>
          <p:cNvSpPr>
            <a:spLocks xmlns:a="http://schemas.openxmlformats.org/drawingml/2006/main" noGrp="1"/>
          </p:cNvSpPr>
          <p:nvPr/>
        </p:nvSpPr>
        <p:spPr>
          <a:xfrm xmlns:a="http://schemas.openxmlformats.org/drawingml/2006/main">
            <a:off x="6477000" y="4019550"/>
            <a:ext cx="742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250" b="1">
                <a:solidFill>
                  <a:srgbClr val="0860FE"/>
                </a:solidFill>
                <a:latin typeface="CiscoSansTT Medium"/>
                <a:ea typeface="CiscoSansTT Medium"/>
                <a:cs typeface="CiscoSansTT Medium"/>
              </a:defRPr>
            </a:pPr>
            <a:r>
              <a:rPr sz="2250" b="1">
                <a:solidFill>
                  <a:srgbClr val="0860FE"/>
                </a:solidFill>
                <a:latin typeface="CiscoSansTT Medium"/>
                <a:ea typeface="CiscoSansTT Medium"/>
                <a:cs typeface="CiscoSansTT Medium"/>
              </a:rPr>
              <a:t>06</a:t>
            </a:r>
          </a:p>
        </p:txBody>
      </p:sp>
      <p:sp>
        <p:nvSpPr>
          <p:cNvPr id="18" name="Rectangle 17">
            <a:extLst xmlns:a="http://schemas.openxmlformats.org/drawingml/2006/main">
              <a:ext uri="{FF2B5EF4-FFF2-40B4-BE49-F238E27FC236}">
                <a16:creationId xmlns:a16="http://schemas.microsoft.com/office/drawing/2014/main" id="{82632E2D-769F-47E9-B6EA-08FF75570C4A}"/>
              </a:ext>
            </a:extLst>
          </p:cNvPr>
          <p:cNvSpPr>
            <a:spLocks xmlns:a="http://schemas.openxmlformats.org/drawingml/2006/main" noGrp="1"/>
          </p:cNvSpPr>
          <p:nvPr/>
        </p:nvSpPr>
        <p:spPr>
          <a:xfrm xmlns:a="http://schemas.openxmlformats.org/drawingml/2006/main">
            <a:off x="7477125" y="4019550"/>
            <a:ext cx="390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Production rollout</a:t>
            </a:r>
          </a:p>
        </p:txBody>
      </p:sp>
      <p:sp>
        <p:nvSpPr>
          <p:cNvPr id="19" name="Rectangle 18">
            <a:extLst xmlns:a="http://schemas.openxmlformats.org/drawingml/2006/main">
              <a:ext uri="{FF2B5EF4-FFF2-40B4-BE49-F238E27FC236}">
                <a16:creationId xmlns:a16="http://schemas.microsoft.com/office/drawing/2014/main" id="{F815B16F-747D-45B6-A0F1-C46A61EBB3DA}"/>
              </a:ext>
            </a:extLst>
          </p:cNvPr>
          <p:cNvSpPr>
            <a:spLocks xmlns:a="http://schemas.openxmlformats.org/drawingml/2006/main" noGrp="1"/>
          </p:cNvSpPr>
          <p:nvPr/>
        </p:nvSpPr>
        <p:spPr>
          <a:xfrm xmlns:a="http://schemas.openxmlformats.org/drawingml/2006/main">
            <a:off x="7477125" y="4610100"/>
            <a:ext cx="39052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20" name="Rounded Rectangle 19">
            <a:extLst xmlns:a="http://schemas.openxmlformats.org/drawingml/2006/main">
              <a:ext uri="{FF2B5EF4-FFF2-40B4-BE49-F238E27FC236}">
                <a16:creationId xmlns:a16="http://schemas.microsoft.com/office/drawing/2014/main" id="{FC8E9A76-0120-4DAE-BC83-519A8F5F25AA}"/>
              </a:ext>
            </a:extLst>
          </p:cNvPr>
          <p:cNvSpPr>
            <a:spLocks xmlns:a="http://schemas.openxmlformats.org/drawingml/2006/main" noGrp="1"/>
          </p:cNvSpPr>
          <p:nvPr/>
        </p:nvSpPr>
        <p:spPr>
          <a:xfrm xmlns:a="http://schemas.openxmlformats.org/drawingml/2006/main">
            <a:off x="2724150" y="5562600"/>
            <a:ext cx="67437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275" b="1">
                <a:solidFill>
                  <a:srgbClr val="FFFFFF"/>
                </a:solidFill>
                <a:latin typeface="CiscoSansTT Medium"/>
                <a:ea typeface="CiscoSansTT Medium"/>
                <a:cs typeface="CiscoSansTT Medium"/>
              </a:defRPr>
            </a:pPr>
            <a:r>
              <a:rPr sz="1275" b="1">
                <a:solidFill>
                  <a:srgbClr val="FFFFFF"/>
                </a:solidFill>
                <a:latin typeface="CiscoSansTT Medium"/>
                <a:ea typeface="CiscoSansTT Medium"/>
                <a:cs typeface="CiscoSansTT Medium"/>
              </a:rPr>
              <a:t>ONE REQUEST · TWO TELEMETRY VIEWS · ONE OPERATOR MODEL</a:t>
            </a:r>
          </a:p>
        </p:txBody>
      </p:sp>
      <p:sp>
        <p:nvSpPr>
          <p:cNvPr id="22" name="">
            <a:extLst xmlns:a="http://schemas.openxmlformats.org/drawingml/2006/main">
              <a:ext uri="{FF2B5EF4-FFF2-40B4-BE49-F238E27FC236}">
                <a16:creationId xmlns:a16="http://schemas.microsoft.com/office/drawing/2014/main" id="{F2410DE7-62AD-405F-867D-87290CCEF6A7}"/>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A65D56C-4C1B-45E5-BEA1-03C8866212B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438193867"/>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FDA3ED-95EC-4A0D-9FCE-16122C5E9912}"/>
              </a:ext>
            </a:extLst>
          </p:cNvPr>
          <p:cNvSpPr>
            <a:spLocks xmlns:a="http://schemas.openxmlformats.org/drawingml/2006/main" noGrp="1"/>
          </p:cNvSpPr>
          <p:nvPr/>
        </p:nvSpPr>
        <p:spPr>
          <a:xfrm xmlns:a="http://schemas.openxmlformats.org/drawingml/2006/main">
            <a:off x="6096000" y="1466850"/>
            <a:ext cx="19050" cy="36957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OpenTelemetry eBPF Instrumentation (OBI)</a:t>
            </a:r>
          </a:p>
        </p:txBody>
      </p:sp>
      <p:sp>
        <p:nvSpPr>
          <p:cNvPr id="3" name="">
            <a:extLst xmlns:a="http://schemas.openxmlformats.org/drawingml/2006/main">
              <a:ext uri="{FF2B5EF4-FFF2-40B4-BE49-F238E27FC236}">
                <a16:creationId xmlns:a16="http://schemas.microsoft.com/office/drawing/2014/main" id="{5AFF7D12-6ECF-4276-80D9-6F814907A008}"/>
              </a:ext>
            </a:extLst>
          </p:cNvPr>
          <p:cNvSpPr>
            <a:spLocks xmlns:a="http://schemas.openxmlformats.org/drawingml/2006/main" noGrp="1"/>
          </p:cNvSpPr>
          <p:nvPr/>
        </p:nvSpPr>
        <p:spPr>
          <a:xfrm xmlns:a="http://schemas.openxmlformats.org/drawingml/2006/main">
            <a:off x="723900" y="152400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What it is</a:t>
            </a:r>
          </a:p>
        </p:txBody>
      </p:sp>
      <p:sp>
        <p:nvSpPr>
          <p:cNvPr id="4" name="">
            <a:extLst xmlns:a="http://schemas.openxmlformats.org/drawingml/2006/main">
              <a:ext uri="{FF2B5EF4-FFF2-40B4-BE49-F238E27FC236}">
                <a16:creationId xmlns:a16="http://schemas.microsoft.com/office/drawing/2014/main" id="{46FB8965-F160-4E3D-8BE7-E57B69EA80D6}"/>
              </a:ext>
            </a:extLst>
          </p:cNvPr>
          <p:cNvSpPr>
            <a:spLocks xmlns:a="http://schemas.openxmlformats.org/drawingml/2006/main" noGrp="1"/>
          </p:cNvSpPr>
          <p:nvPr/>
        </p:nvSpPr>
        <p:spPr>
          <a:xfrm xmlns:a="http://schemas.openxmlformats.org/drawingml/2006/main">
            <a:off x="723900" y="2133600"/>
            <a:ext cx="4619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Agent for application telemetry</a:t>
            </a:r>
          </a:p>
        </p:txBody>
      </p:sp>
      <p:sp>
        <p:nvSpPr>
          <p:cNvPr id="5" name="">
            <a:extLst xmlns:a="http://schemas.openxmlformats.org/drawingml/2006/main">
              <a:ext uri="{FF2B5EF4-FFF2-40B4-BE49-F238E27FC236}">
                <a16:creationId xmlns:a16="http://schemas.microsoft.com/office/drawing/2014/main" id="{29251D8D-B9F0-4C66-BFC3-7128D479000C}"/>
              </a:ext>
            </a:extLst>
          </p:cNvPr>
          <p:cNvSpPr>
            <a:spLocks xmlns:a="http://schemas.openxmlformats.org/drawingml/2006/main" noGrp="1"/>
          </p:cNvSpPr>
          <p:nvPr/>
        </p:nvSpPr>
        <p:spPr>
          <a:xfrm xmlns:a="http://schemas.openxmlformats.org/drawingml/2006/main">
            <a:off x="723900" y="27622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Uses eBPF on worker nodes</a:t>
            </a:r>
          </a:p>
        </p:txBody>
      </p:sp>
      <p:sp>
        <p:nvSpPr>
          <p:cNvPr id="6" name="">
            <a:extLst xmlns:a="http://schemas.openxmlformats.org/drawingml/2006/main">
              <a:ext uri="{FF2B5EF4-FFF2-40B4-BE49-F238E27FC236}">
                <a16:creationId xmlns:a16="http://schemas.microsoft.com/office/drawing/2014/main" id="{C56BF428-33AE-4A4D-A033-BA529044666F}"/>
              </a:ext>
            </a:extLst>
          </p:cNvPr>
          <p:cNvSpPr>
            <a:spLocks xmlns:a="http://schemas.openxmlformats.org/drawingml/2006/main" noGrp="1"/>
          </p:cNvSpPr>
          <p:nvPr/>
        </p:nvSpPr>
        <p:spPr>
          <a:xfrm xmlns:a="http://schemas.openxmlformats.org/drawingml/2006/main">
            <a:off x="723900" y="33528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Observes supported requests</a:t>
            </a:r>
          </a:p>
        </p:txBody>
      </p:sp>
      <p:sp>
        <p:nvSpPr>
          <p:cNvPr id="7" name="">
            <a:extLst xmlns:a="http://schemas.openxmlformats.org/drawingml/2006/main">
              <a:ext uri="{FF2B5EF4-FFF2-40B4-BE49-F238E27FC236}">
                <a16:creationId xmlns:a16="http://schemas.microsoft.com/office/drawing/2014/main" id="{88F31A24-7B4B-4EA1-97AB-CA1F9BB93819}"/>
              </a:ext>
            </a:extLst>
          </p:cNvPr>
          <p:cNvSpPr>
            <a:spLocks xmlns:a="http://schemas.openxmlformats.org/drawingml/2006/main" noGrp="1"/>
          </p:cNvSpPr>
          <p:nvPr/>
        </p:nvSpPr>
        <p:spPr>
          <a:xfrm xmlns:a="http://schemas.openxmlformats.org/drawingml/2006/main">
            <a:off x="723900" y="41433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No application code changes</a:t>
            </a:r>
          </a:p>
        </p:txBody>
      </p:sp>
      <p:sp>
        <p:nvSpPr>
          <p:cNvPr id="8" name="">
            <a:extLst xmlns:a="http://schemas.openxmlformats.org/drawingml/2006/main">
              <a:ext uri="{FF2B5EF4-FFF2-40B4-BE49-F238E27FC236}">
                <a16:creationId xmlns:a16="http://schemas.microsoft.com/office/drawing/2014/main" id="{738FCE8D-946B-4CE8-B707-81664E240627}"/>
              </a:ext>
            </a:extLst>
          </p:cNvPr>
          <p:cNvSpPr>
            <a:spLocks xmlns:a="http://schemas.openxmlformats.org/drawingml/2006/main" noGrp="1"/>
          </p:cNvSpPr>
          <p:nvPr/>
        </p:nvSpPr>
        <p:spPr>
          <a:xfrm xmlns:a="http://schemas.openxmlformats.org/drawingml/2006/main">
            <a:off x="6724650" y="15240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What it produces</a:t>
            </a:r>
          </a:p>
        </p:txBody>
      </p:sp>
      <p:sp>
        <p:nvSpPr>
          <p:cNvPr id="9" name="">
            <a:extLst xmlns:a="http://schemas.openxmlformats.org/drawingml/2006/main">
              <a:ext uri="{FF2B5EF4-FFF2-40B4-BE49-F238E27FC236}">
                <a16:creationId xmlns:a16="http://schemas.microsoft.com/office/drawing/2014/main" id="{3425763A-237B-4BDB-99B4-06424102A018}"/>
              </a:ext>
            </a:extLst>
          </p:cNvPr>
          <p:cNvSpPr>
            <a:spLocks xmlns:a="http://schemas.openxmlformats.org/drawingml/2006/main" noGrp="1"/>
          </p:cNvSpPr>
          <p:nvPr/>
        </p:nvSpPr>
        <p:spPr>
          <a:xfrm xmlns:a="http://schemas.openxmlformats.org/drawingml/2006/main">
            <a:off x="6724650" y="21336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traces and RED metrics</a:t>
            </a:r>
          </a:p>
        </p:txBody>
      </p:sp>
      <p:sp>
        <p:nvSpPr>
          <p:cNvPr id="10" name="">
            <a:extLst xmlns:a="http://schemas.openxmlformats.org/drawingml/2006/main">
              <a:ext uri="{FF2B5EF4-FFF2-40B4-BE49-F238E27FC236}">
                <a16:creationId xmlns:a16="http://schemas.microsoft.com/office/drawing/2014/main" id="{FF114EB4-706A-4CBB-9A81-8539929A4102}"/>
              </a:ext>
            </a:extLst>
          </p:cNvPr>
          <p:cNvSpPr>
            <a:spLocks xmlns:a="http://schemas.openxmlformats.org/drawingml/2006/main" noGrp="1"/>
          </p:cNvSpPr>
          <p:nvPr/>
        </p:nvSpPr>
        <p:spPr>
          <a:xfrm xmlns:a="http://schemas.openxmlformats.org/drawingml/2006/main">
            <a:off x="6724650" y="27622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Client and server spans</a:t>
            </a:r>
          </a:p>
        </p:txBody>
      </p:sp>
      <p:sp>
        <p:nvSpPr>
          <p:cNvPr id="11" name="">
            <a:extLst xmlns:a="http://schemas.openxmlformats.org/drawingml/2006/main">
              <a:ext uri="{FF2B5EF4-FFF2-40B4-BE49-F238E27FC236}">
                <a16:creationId xmlns:a16="http://schemas.microsoft.com/office/drawing/2014/main" id="{198F2D09-E983-4F35-8B9B-503CC7F6AD6A}"/>
              </a:ext>
            </a:extLst>
          </p:cNvPr>
          <p:cNvSpPr>
            <a:spLocks xmlns:a="http://schemas.openxmlformats.org/drawingml/2006/main" noGrp="1"/>
          </p:cNvSpPr>
          <p:nvPr/>
        </p:nvSpPr>
        <p:spPr>
          <a:xfrm xmlns:a="http://schemas.openxmlformats.org/drawingml/2006/main">
            <a:off x="6724650" y="33528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status, and latency</a:t>
            </a:r>
          </a:p>
        </p:txBody>
      </p:sp>
      <p:sp>
        <p:nvSpPr>
          <p:cNvPr id="12" name="">
            <a:extLst xmlns:a="http://schemas.openxmlformats.org/drawingml/2006/main">
              <a:ext uri="{FF2B5EF4-FFF2-40B4-BE49-F238E27FC236}">
                <a16:creationId xmlns:a16="http://schemas.microsoft.com/office/drawing/2014/main" id="{025468DF-4C94-4BBF-AA5C-A1251E4A9E74}"/>
              </a:ext>
            </a:extLst>
          </p:cNvPr>
          <p:cNvSpPr>
            <a:spLocks xmlns:a="http://schemas.openxmlformats.org/drawingml/2006/main" noGrp="1"/>
          </p:cNvSpPr>
          <p:nvPr/>
        </p:nvSpPr>
        <p:spPr>
          <a:xfrm xmlns:a="http://schemas.openxmlformats.org/drawingml/2006/main">
            <a:off x="6724650" y="4143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Where did the request slow down?</a:t>
            </a:r>
          </a:p>
        </p:txBody>
      </p:sp>
      <p:sp>
        <p:nvSpPr>
          <p:cNvPr id="13" name="">
            <a:extLst xmlns:a="http://schemas.openxmlformats.org/drawingml/2006/main">
              <a:ext uri="{FF2B5EF4-FFF2-40B4-BE49-F238E27FC236}">
                <a16:creationId xmlns:a16="http://schemas.microsoft.com/office/drawing/2014/main" id="{E443BD63-0DF9-4B2B-8414-99B373C542BB}"/>
              </a:ext>
            </a:extLst>
          </p:cNvPr>
          <p:cNvSpPr>
            <a:spLocks xmlns:a="http://schemas.openxmlformats.org/drawingml/2006/main" noGrp="1"/>
          </p:cNvSpPr>
          <p:nvPr/>
        </p:nvSpPr>
        <p:spPr>
          <a:xfrm xmlns:a="http://schemas.openxmlformats.org/drawingml/2006/main">
            <a:off x="1962150" y="5181600"/>
            <a:ext cx="8267700" cy="742950"/>
          </a:xfrm>
          <a:prstGeom xmlns:a="http://schemas.openxmlformats.org/drawingml/2006/main" prst="roundRect">
            <a:avLst>
              <a:gd name="adj" fmla="val 10256"/>
            </a:avLst>
          </a:prstGeom>
          <a:solidFill xmlns:a="http://schemas.openxmlformats.org/drawingml/2006/main">
            <a:srgbClr val="0718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89C545-F081-40EF-85C4-C440B5B4FB21}"/>
              </a:ext>
            </a:extLst>
          </p:cNvPr>
          <p:cNvSpPr>
            <a:spLocks xmlns:a="http://schemas.openxmlformats.org/drawingml/2006/main" noGrp="1"/>
          </p:cNvSpPr>
          <p:nvPr/>
        </p:nvSpPr>
        <p:spPr>
          <a:xfrm xmlns:a="http://schemas.openxmlformats.org/drawingml/2006/main">
            <a:off x="2238375" y="5324475"/>
            <a:ext cx="771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RED = request rate, errors, duration</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DFDA3ED-95EC-4A0D-9FCE-16122C5E9912}"/>
              </a:ext>
            </a:extLst>
          </p:cNvPr>
          <p:cNvSpPr>
            <a:spLocks xmlns:a="http://schemas.openxmlformats.org/drawingml/2006/main" noGrp="1"/>
          </p:cNvSpPr>
          <p:nvPr/>
        </p:nvSpPr>
        <p:spPr>
          <a:xfrm xmlns:a="http://schemas.openxmlformats.org/drawingml/2006/main">
            <a:off x="6096000" y="1466850"/>
            <a:ext cx="19050" cy="3695700"/>
          </a:xfrm>
          <a:prstGeom xmlns:a="http://schemas.openxmlformats.org/drawingml/2006/main" prst="rect">
            <a:avLst/>
          </a:prstGeom>
          <a:solidFill xmlns:a="http://schemas.openxmlformats.org/drawingml/2006/main">
            <a:srgbClr val="D6D6D6"/>
          </a:solidFill>
          <a:ln xmlns:a="http://schemas.openxmlformats.org/drawingml/2006/main" w="0">
            <a:noFill/>
          </a:ln>
        </p:spPr>
      </p:sp>
      <p:sp>
        <p:nvSpPr>
          <p:cNvPr id="2" name="slide-title">
            <a:extLst xmlns:a="http://schemas.openxmlformats.org/drawingml/2006/main">
              <a:ext uri="{FF2B5EF4-FFF2-40B4-BE49-F238E27FC236}">
                <a16:creationId xmlns:a16="http://schemas.microsoft.com/office/drawing/2014/main" id="{AF91CE5A-64FB-4F8E-8356-F072CCB34E8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Signal ownership: OBI and Cilium + Hubble</a:t>
            </a:r>
          </a:p>
        </p:txBody>
      </p:sp>
      <p:sp>
        <p:nvSpPr>
          <p:cNvPr id="3" name="">
            <a:extLst xmlns:a="http://schemas.openxmlformats.org/drawingml/2006/main">
              <a:ext uri="{FF2B5EF4-FFF2-40B4-BE49-F238E27FC236}">
                <a16:creationId xmlns:a16="http://schemas.microsoft.com/office/drawing/2014/main" id="{5AFF7D12-6ECF-4276-80D9-6F814907A008}"/>
              </a:ext>
            </a:extLst>
          </p:cNvPr>
          <p:cNvSpPr>
            <a:spLocks xmlns:a="http://schemas.openxmlformats.org/drawingml/2006/main" noGrp="1"/>
          </p:cNvSpPr>
          <p:nvPr/>
        </p:nvSpPr>
        <p:spPr>
          <a:xfrm xmlns:a="http://schemas.openxmlformats.org/drawingml/2006/main">
            <a:off x="723900" y="1524000"/>
            <a:ext cx="4572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OBI</a:t>
            </a:r>
          </a:p>
        </p:txBody>
      </p:sp>
      <p:sp>
        <p:nvSpPr>
          <p:cNvPr id="4" name="">
            <a:extLst xmlns:a="http://schemas.openxmlformats.org/drawingml/2006/main">
              <a:ext uri="{FF2B5EF4-FFF2-40B4-BE49-F238E27FC236}">
                <a16:creationId xmlns:a16="http://schemas.microsoft.com/office/drawing/2014/main" id="{46FB8965-F160-4E3D-8BE7-E57B69EA80D6}"/>
              </a:ext>
            </a:extLst>
          </p:cNvPr>
          <p:cNvSpPr>
            <a:spLocks xmlns:a="http://schemas.openxmlformats.org/drawingml/2006/main" noGrp="1"/>
          </p:cNvSpPr>
          <p:nvPr/>
        </p:nvSpPr>
        <p:spPr>
          <a:xfrm xmlns:a="http://schemas.openxmlformats.org/drawingml/2006/main">
            <a:off x="723900" y="2133600"/>
            <a:ext cx="4619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Application requests</a:t>
            </a:r>
          </a:p>
        </p:txBody>
      </p:sp>
      <p:sp>
        <p:nvSpPr>
          <p:cNvPr id="5" name="">
            <a:extLst xmlns:a="http://schemas.openxmlformats.org/drawingml/2006/main">
              <a:ext uri="{FF2B5EF4-FFF2-40B4-BE49-F238E27FC236}">
                <a16:creationId xmlns:a16="http://schemas.microsoft.com/office/drawing/2014/main" id="{29251D8D-B9F0-4C66-BFC3-7128D479000C}"/>
              </a:ext>
            </a:extLst>
          </p:cNvPr>
          <p:cNvSpPr>
            <a:spLocks xmlns:a="http://schemas.openxmlformats.org/drawingml/2006/main" noGrp="1"/>
          </p:cNvSpPr>
          <p:nvPr/>
        </p:nvSpPr>
        <p:spPr>
          <a:xfrm xmlns:a="http://schemas.openxmlformats.org/drawingml/2006/main">
            <a:off x="723900" y="276225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Route, latency, and status</a:t>
            </a:r>
          </a:p>
        </p:txBody>
      </p:sp>
      <p:sp>
        <p:nvSpPr>
          <p:cNvPr id="6" name="">
            <a:extLst xmlns:a="http://schemas.openxmlformats.org/drawingml/2006/main">
              <a:ext uri="{FF2B5EF4-FFF2-40B4-BE49-F238E27FC236}">
                <a16:creationId xmlns:a16="http://schemas.microsoft.com/office/drawing/2014/main" id="{C56BF428-33AE-4A4D-A033-BA529044666F}"/>
              </a:ext>
            </a:extLst>
          </p:cNvPr>
          <p:cNvSpPr>
            <a:spLocks xmlns:a="http://schemas.openxmlformats.org/drawingml/2006/main" noGrp="1"/>
          </p:cNvSpPr>
          <p:nvPr/>
        </p:nvSpPr>
        <p:spPr>
          <a:xfrm xmlns:a="http://schemas.openxmlformats.org/drawingml/2006/main">
            <a:off x="723900" y="33528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Spans and RED metrics</a:t>
            </a:r>
          </a:p>
        </p:txBody>
      </p:sp>
      <p:sp>
        <p:nvSpPr>
          <p:cNvPr id="7" name="">
            <a:extLst xmlns:a="http://schemas.openxmlformats.org/drawingml/2006/main">
              <a:ext uri="{FF2B5EF4-FFF2-40B4-BE49-F238E27FC236}">
                <a16:creationId xmlns:a16="http://schemas.microsoft.com/office/drawing/2014/main" id="{88F31A24-7B4B-4EA1-97AB-CA1F9BB93819}"/>
              </a:ext>
            </a:extLst>
          </p:cNvPr>
          <p:cNvSpPr>
            <a:spLocks xmlns:a="http://schemas.openxmlformats.org/drawingml/2006/main" noGrp="1"/>
          </p:cNvSpPr>
          <p:nvPr/>
        </p:nvSpPr>
        <p:spPr>
          <a:xfrm xmlns:a="http://schemas.openxmlformats.org/drawingml/2006/main">
            <a:off x="723900" y="414337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request was slow?</a:t>
            </a:r>
          </a:p>
        </p:txBody>
      </p:sp>
      <p:sp>
        <p:nvSpPr>
          <p:cNvPr id="8" name="">
            <a:extLst xmlns:a="http://schemas.openxmlformats.org/drawingml/2006/main">
              <a:ext uri="{FF2B5EF4-FFF2-40B4-BE49-F238E27FC236}">
                <a16:creationId xmlns:a16="http://schemas.microsoft.com/office/drawing/2014/main" id="{738FCE8D-946B-4CE8-B707-81664E240627}"/>
              </a:ext>
            </a:extLst>
          </p:cNvPr>
          <p:cNvSpPr>
            <a:spLocks xmlns:a="http://schemas.openxmlformats.org/drawingml/2006/main" noGrp="1"/>
          </p:cNvSpPr>
          <p:nvPr/>
        </p:nvSpPr>
        <p:spPr>
          <a:xfrm xmlns:a="http://schemas.openxmlformats.org/drawingml/2006/main">
            <a:off x="6724650" y="1524000"/>
            <a:ext cx="4762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Cilium + Hubble</a:t>
            </a:r>
          </a:p>
        </p:txBody>
      </p:sp>
      <p:sp>
        <p:nvSpPr>
          <p:cNvPr id="9" name="">
            <a:extLst xmlns:a="http://schemas.openxmlformats.org/drawingml/2006/main">
              <a:ext uri="{FF2B5EF4-FFF2-40B4-BE49-F238E27FC236}">
                <a16:creationId xmlns:a16="http://schemas.microsoft.com/office/drawing/2014/main" id="{3425763A-237B-4BDB-99B4-06424102A018}"/>
              </a:ext>
            </a:extLst>
          </p:cNvPr>
          <p:cNvSpPr>
            <a:spLocks xmlns:a="http://schemas.openxmlformats.org/drawingml/2006/main" noGrp="1"/>
          </p:cNvSpPr>
          <p:nvPr/>
        </p:nvSpPr>
        <p:spPr>
          <a:xfrm xmlns:a="http://schemas.openxmlformats.org/drawingml/2006/main">
            <a:off x="6724650" y="2133600"/>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Network flows and policy</a:t>
            </a:r>
          </a:p>
        </p:txBody>
      </p:sp>
      <p:sp>
        <p:nvSpPr>
          <p:cNvPr id="10" name="">
            <a:extLst xmlns:a="http://schemas.openxmlformats.org/drawingml/2006/main">
              <a:ext uri="{FF2B5EF4-FFF2-40B4-BE49-F238E27FC236}">
                <a16:creationId xmlns:a16="http://schemas.microsoft.com/office/drawing/2014/main" id="{FF114EB4-706A-4CBB-9A81-8539929A4102}"/>
              </a:ext>
            </a:extLst>
          </p:cNvPr>
          <p:cNvSpPr>
            <a:spLocks xmlns:a="http://schemas.openxmlformats.org/drawingml/2006/main" noGrp="1"/>
          </p:cNvSpPr>
          <p:nvPr/>
        </p:nvSpPr>
        <p:spPr>
          <a:xfrm xmlns:a="http://schemas.openxmlformats.org/drawingml/2006/main">
            <a:off x="6724650" y="27622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Workload identities and ports</a:t>
            </a:r>
          </a:p>
        </p:txBody>
      </p:sp>
      <p:sp>
        <p:nvSpPr>
          <p:cNvPr id="11" name="">
            <a:extLst xmlns:a="http://schemas.openxmlformats.org/drawingml/2006/main">
              <a:ext uri="{FF2B5EF4-FFF2-40B4-BE49-F238E27FC236}">
                <a16:creationId xmlns:a16="http://schemas.microsoft.com/office/drawing/2014/main" id="{198F2D09-E983-4F35-8B9B-503CC7F6AD6A}"/>
              </a:ext>
            </a:extLst>
          </p:cNvPr>
          <p:cNvSpPr>
            <a:spLocks xmlns:a="http://schemas.openxmlformats.org/drawingml/2006/main" noGrp="1"/>
          </p:cNvSpPr>
          <p:nvPr/>
        </p:nvSpPr>
        <p:spPr>
          <a:xfrm xmlns:a="http://schemas.openxmlformats.org/drawingml/2006/main">
            <a:off x="6724650" y="33528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Verdicts and drop reasons</a:t>
            </a:r>
          </a:p>
        </p:txBody>
      </p:sp>
      <p:sp>
        <p:nvSpPr>
          <p:cNvPr id="12" name="">
            <a:extLst xmlns:a="http://schemas.openxmlformats.org/drawingml/2006/main">
              <a:ext uri="{FF2B5EF4-FFF2-40B4-BE49-F238E27FC236}">
                <a16:creationId xmlns:a16="http://schemas.microsoft.com/office/drawing/2014/main" id="{025468DF-4C94-4BBF-AA5C-A1251E4A9E74}"/>
              </a:ext>
            </a:extLst>
          </p:cNvPr>
          <p:cNvSpPr>
            <a:spLocks xmlns:a="http://schemas.openxmlformats.org/drawingml/2006/main" noGrp="1"/>
          </p:cNvSpPr>
          <p:nvPr/>
        </p:nvSpPr>
        <p:spPr>
          <a:xfrm xmlns:a="http://schemas.openxmlformats.org/drawingml/2006/main">
            <a:off x="6724650" y="41433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686B6B"/>
                </a:solidFill>
                <a:latin typeface="CiscoSansTT"/>
                <a:ea typeface="CiscoSansTT"/>
                <a:cs typeface="CiscoSansTT"/>
              </a:defRPr>
            </a:pPr>
            <a:r>
              <a:rPr sz="1800" b="0">
                <a:solidFill>
                  <a:srgbClr val="686B6B"/>
                </a:solidFill>
                <a:latin typeface="CiscoSansTT"/>
                <a:ea typeface="CiscoSansTT"/>
                <a:cs typeface="CiscoSansTT"/>
              </a:rPr>
              <a:t>Which connection was denied?</a:t>
            </a:r>
          </a:p>
        </p:txBody>
      </p:sp>
      <p:sp>
        <p:nvSpPr>
          <p:cNvPr id="13" name="">
            <a:extLst xmlns:a="http://schemas.openxmlformats.org/drawingml/2006/main">
              <a:ext uri="{FF2B5EF4-FFF2-40B4-BE49-F238E27FC236}">
                <a16:creationId xmlns:a16="http://schemas.microsoft.com/office/drawing/2014/main" id="{E443BD63-0DF9-4B2B-8414-99B373C542BB}"/>
              </a:ext>
            </a:extLst>
          </p:cNvPr>
          <p:cNvSpPr>
            <a:spLocks xmlns:a="http://schemas.openxmlformats.org/drawingml/2006/main" noGrp="1"/>
          </p:cNvSpPr>
          <p:nvPr/>
        </p:nvSpPr>
        <p:spPr>
          <a:xfrm xmlns:a="http://schemas.openxmlformats.org/drawingml/2006/main">
            <a:off x="1962150" y="5181600"/>
            <a:ext cx="8267700" cy="742950"/>
          </a:xfrm>
          <a:prstGeom xmlns:a="http://schemas.openxmlformats.org/drawingml/2006/main" prst="roundRect">
            <a:avLst>
              <a:gd name="adj" fmla="val 10256"/>
            </a:avLst>
          </a:prstGeom>
          <a:solidFill xmlns:a="http://schemas.openxmlformats.org/drawingml/2006/main">
            <a:srgbClr val="07182A"/>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389C545-F081-40EF-85C4-C440B5B4FB21}"/>
              </a:ext>
            </a:extLst>
          </p:cNvPr>
          <p:cNvSpPr>
            <a:spLocks xmlns:a="http://schemas.openxmlformats.org/drawingml/2006/main" noGrp="1"/>
          </p:cNvSpPr>
          <p:nvPr/>
        </p:nvSpPr>
        <p:spPr>
          <a:xfrm xmlns:a="http://schemas.openxmlformats.org/drawingml/2006/main">
            <a:off x="2238375" y="5324475"/>
            <a:ext cx="7715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buNone/>
              <a:defRPr sz="2025" b="1">
                <a:solidFill>
                  <a:srgbClr val="FFFFFF"/>
                </a:solidFill>
                <a:latin typeface="CiscoSansTT Medium"/>
                <a:ea typeface="CiscoSansTT Medium"/>
                <a:cs typeface="CiscoSansTT Medium"/>
              </a:defRPr>
            </a:pPr>
            <a:r>
              <a:rPr sz="2025" b="1">
                <a:solidFill>
                  <a:srgbClr val="FFFFFF"/>
                </a:solidFill>
                <a:latin typeface="CiscoSansTT Medium"/>
                <a:ea typeface="CiscoSansTT Medium"/>
                <a:cs typeface="CiscoSansTT Medium"/>
              </a:rPr>
              <a:t>Correlate by time, workload, direction, and port</a:t>
            </a:r>
          </a:p>
        </p:txBody>
      </p:sp>
      <p:sp>
        <p:nvSpPr>
          <p:cNvPr id="15" name="">
            <a:extLst xmlns:a="http://schemas.openxmlformats.org/drawingml/2006/main">
              <a:ext uri="{FF2B5EF4-FFF2-40B4-BE49-F238E27FC236}">
                <a16:creationId xmlns:a16="http://schemas.microsoft.com/office/drawing/2014/main" id="{A8D5C6D2-82FF-4317-A141-ECBC8D49B59B}"/>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A2396CF-EA53-4DF6-BF9F-D013733D3D64}"/>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45833"/>
          </a:bodyPr>
          <a:lstStyle xmlns:a="http://schemas.openxmlformats.org/drawingml/2006/main"/>
          <a:p xmlns:a="http://schemas.openxmlformats.org/drawingml/2006/main">
            <a:pPr algn="r">
              <a:buNone/>
              <a:defRPr sz="600" b="0">
                <a:solidFill>
                  <a:srgbClr val="686B6B"/>
                </a:solidFill>
                <a:latin typeface="CiscoSansTT"/>
                <a:ea typeface="CiscoSansTT"/>
                <a:cs typeface="CiscoSansTT"/>
              </a:defRPr>
            </a:pPr>
            <a:r>
              <a:rPr sz="600" b="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65446708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The coexistence problem</a:t>
            </a:r>
          </a:p>
        </p:txBody>
      </p:sp>
    </p:spTree>
    <p:extLst>
      <p:ext uri="{BB962C8B-B14F-4D97-AF65-F5344CB8AC3E}">
        <p14:creationId xmlns:p14="http://schemas.microsoft.com/office/powerpoint/2010/main" val="50251324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87FACB85-A5FC-4526-9914-22C8BFC4174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Running OBI and Cilium together sounds simple</a:t>
            </a:r>
          </a:p>
        </p:txBody>
      </p:sp>
      <p:sp>
        <p:nvSpPr>
          <p:cNvPr id="2" name="Rectangle 1">
            <a:extLst xmlns:a="http://schemas.openxmlformats.org/drawingml/2006/main">
              <a:ext uri="{FF2B5EF4-FFF2-40B4-BE49-F238E27FC236}">
                <a16:creationId xmlns:a16="http://schemas.microsoft.com/office/drawing/2014/main" id="{0D4FB395-04EA-4F05-B998-73DEAB7278C9}"/>
              </a:ext>
            </a:extLst>
          </p:cNvPr>
          <p:cNvSpPr>
            <a:spLocks xmlns:a="http://schemas.openxmlformats.org/drawingml/2006/main" noGrp="1"/>
          </p:cNvSpPr>
          <p:nvPr/>
        </p:nvSpPr>
        <p:spPr>
          <a:xfrm xmlns:a="http://schemas.openxmlformats.org/drawingml/2006/main">
            <a:off x="857250" y="1619250"/>
            <a:ext cx="6858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600" b="1">
                <a:solidFill>
                  <a:srgbClr val="142735"/>
                </a:solidFill>
                <a:latin typeface="CiscoSansTT Medium"/>
                <a:ea typeface="CiscoSansTT Medium"/>
                <a:cs typeface="CiscoSansTT Medium"/>
              </a:defRPr>
            </a:pPr>
            <a:r>
              <a:rPr sz="3600" b="1">
                <a:solidFill>
                  <a:srgbClr val="142735"/>
                </a:solidFill>
                <a:latin typeface="CiscoSansTT Medium"/>
                <a:ea typeface="CiscoSansTT Medium"/>
                <a:cs typeface="CiscoSansTT Medium"/>
              </a:rPr>
              <a:t>“What changes when both eBPF agents share a node?”</a:t>
            </a:r>
          </a:p>
        </p:txBody>
      </p:sp>
      <p:sp>
        <p:nvSpPr>
          <p:cNvPr id="3" name="Rectangle 2">
            <a:extLst xmlns:a="http://schemas.openxmlformats.org/drawingml/2006/main">
              <a:ext uri="{FF2B5EF4-FFF2-40B4-BE49-F238E27FC236}">
                <a16:creationId xmlns:a16="http://schemas.microsoft.com/office/drawing/2014/main" id="{4CA45C76-858D-4FB1-BC9A-88344B725C25}"/>
              </a:ext>
            </a:extLst>
          </p:cNvPr>
          <p:cNvSpPr>
            <a:spLocks xmlns:a="http://schemas.openxmlformats.org/drawingml/2006/main" noGrp="1"/>
          </p:cNvSpPr>
          <p:nvPr/>
        </p:nvSpPr>
        <p:spPr>
          <a:xfrm xmlns:a="http://schemas.openxmlformats.org/drawingml/2006/main">
            <a:off x="857250" y="3562350"/>
            <a:ext cx="5143500" cy="66675"/>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D9331B5F-1C05-4F9F-937F-DC8971A7084D}"/>
              </a:ext>
            </a:extLst>
          </p:cNvPr>
          <p:cNvSpPr>
            <a:spLocks xmlns:a="http://schemas.openxmlformats.org/drawingml/2006/main" noGrp="1"/>
          </p:cNvSpPr>
          <p:nvPr/>
        </p:nvSpPr>
        <p:spPr>
          <a:xfrm xmlns:a="http://schemas.openxmlformats.org/drawingml/2006/main">
            <a:off x="857250" y="39814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Three things to verify in production</a:t>
            </a:r>
          </a:p>
        </p:txBody>
      </p:sp>
      <p:sp>
        <p:nvSpPr>
          <p:cNvPr id="5" name="Rectangle 4">
            <a:extLst xmlns:a="http://schemas.openxmlformats.org/drawingml/2006/main">
              <a:ext uri="{FF2B5EF4-FFF2-40B4-BE49-F238E27FC236}">
                <a16:creationId xmlns:a16="http://schemas.microsoft.com/office/drawing/2014/main" id="{8FD0081F-2CF2-498C-9C0D-ABF15D76B43F}"/>
              </a:ext>
            </a:extLst>
          </p:cNvPr>
          <p:cNvSpPr>
            <a:spLocks xmlns:a="http://schemas.openxmlformats.org/drawingml/2006/main" noGrp="1"/>
          </p:cNvSpPr>
          <p:nvPr/>
        </p:nvSpPr>
        <p:spPr>
          <a:xfrm xmlns:a="http://schemas.openxmlformats.org/drawingml/2006/main">
            <a:off x="857250" y="45529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193343C7-0B86-4584-8C9B-AF0CD3E3054C}"/>
              </a:ext>
            </a:extLst>
          </p:cNvPr>
          <p:cNvSpPr>
            <a:spLocks xmlns:a="http://schemas.openxmlformats.org/drawingml/2006/main" noGrp="1"/>
          </p:cNvSpPr>
          <p:nvPr/>
        </p:nvSpPr>
        <p:spPr>
          <a:xfrm xmlns:a="http://schemas.openxmlformats.org/drawingml/2006/main">
            <a:off x="1123950" y="44577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packets still take the same path?</a:t>
            </a:r>
          </a:p>
        </p:txBody>
      </p:sp>
      <p:sp>
        <p:nvSpPr>
          <p:cNvPr id="7" name="Rectangle 6">
            <a:extLst xmlns:a="http://schemas.openxmlformats.org/drawingml/2006/main">
              <a:ext uri="{FF2B5EF4-FFF2-40B4-BE49-F238E27FC236}">
                <a16:creationId xmlns:a16="http://schemas.microsoft.com/office/drawing/2014/main" id="{AC7E250E-BD9D-4B56-AA0C-A2590841586E}"/>
              </a:ext>
            </a:extLst>
          </p:cNvPr>
          <p:cNvSpPr>
            <a:spLocks xmlns:a="http://schemas.openxmlformats.org/drawingml/2006/main" noGrp="1"/>
          </p:cNvSpPr>
          <p:nvPr/>
        </p:nvSpPr>
        <p:spPr>
          <a:xfrm xmlns:a="http://schemas.openxmlformats.org/drawingml/2006/main">
            <a:off x="857250" y="50863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2472821D-AB02-44A9-A09F-3F5D5F453EC1}"/>
              </a:ext>
            </a:extLst>
          </p:cNvPr>
          <p:cNvSpPr>
            <a:spLocks xmlns:a="http://schemas.openxmlformats.org/drawingml/2006/main" noGrp="1"/>
          </p:cNvSpPr>
          <p:nvPr/>
        </p:nvSpPr>
        <p:spPr>
          <a:xfrm xmlns:a="http://schemas.openxmlformats.org/drawingml/2006/main">
            <a:off x="1123950" y="49911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Will both systems see the evidence they need?</a:t>
            </a:r>
          </a:p>
        </p:txBody>
      </p:sp>
      <p:sp>
        <p:nvSpPr>
          <p:cNvPr id="9" name="Rectangle 8">
            <a:extLst xmlns:a="http://schemas.openxmlformats.org/drawingml/2006/main">
              <a:ext uri="{FF2B5EF4-FFF2-40B4-BE49-F238E27FC236}">
                <a16:creationId xmlns:a16="http://schemas.microsoft.com/office/drawing/2014/main" id="{E47F07B9-AACE-4FE6-91DA-F972465D815D}"/>
              </a:ext>
            </a:extLst>
          </p:cNvPr>
          <p:cNvSpPr>
            <a:spLocks xmlns:a="http://schemas.openxmlformats.org/drawingml/2006/main" noGrp="1"/>
          </p:cNvSpPr>
          <p:nvPr/>
        </p:nvSpPr>
        <p:spPr>
          <a:xfrm xmlns:a="http://schemas.openxmlformats.org/drawingml/2006/main">
            <a:off x="857250" y="5619750"/>
            <a:ext cx="95250" cy="95250"/>
          </a:xfrm>
          <a:prstGeom xmlns:a="http://schemas.openxmlformats.org/drawingml/2006/main" prst="rect">
            <a:avLst/>
          </a:prstGeom>
          <a:solidFill xmlns:a="http://schemas.openxmlformats.org/drawingml/2006/main">
            <a:srgbClr val="0860FE"/>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D4797F6A-E334-4571-BB65-222E0D11C67C}"/>
              </a:ext>
            </a:extLst>
          </p:cNvPr>
          <p:cNvSpPr>
            <a:spLocks xmlns:a="http://schemas.openxmlformats.org/drawingml/2006/main" noGrp="1"/>
          </p:cNvSpPr>
          <p:nvPr/>
        </p:nvSpPr>
        <p:spPr>
          <a:xfrm xmlns:a="http://schemas.openxmlformats.org/drawingml/2006/main">
            <a:off x="1123950" y="5524500"/>
            <a:ext cx="69723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75" b="0">
                <a:solidFill>
                  <a:srgbClr val="07182A"/>
                </a:solidFill>
                <a:latin typeface="CiscoSansTT"/>
                <a:ea typeface="CiscoSansTT"/>
                <a:cs typeface="CiscoSansTT"/>
              </a:defRPr>
            </a:pPr>
            <a:r>
              <a:rPr sz="1875" b="0">
                <a:solidFill>
                  <a:srgbClr val="07182A"/>
                </a:solidFill>
                <a:latin typeface="CiscoSansTT"/>
                <a:ea typeface="CiscoSansTT"/>
                <a:cs typeface="CiscoSansTT"/>
              </a:rPr>
              <a:t>What new CPU, memory, and telemetry cost appears?</a:t>
            </a:r>
          </a:p>
        </p:txBody>
      </p:sp>
      <p:sp>
        <p:nvSpPr>
          <p:cNvPr id="11" name="Rounded Rectangle 10">
            <a:extLst xmlns:a="http://schemas.openxmlformats.org/drawingml/2006/main">
              <a:ext uri="{FF2B5EF4-FFF2-40B4-BE49-F238E27FC236}">
                <a16:creationId xmlns:a16="http://schemas.microsoft.com/office/drawing/2014/main" id="{8001E2B2-1358-47DC-8E7B-93880D0F1582}"/>
              </a:ext>
            </a:extLst>
          </p:cNvPr>
          <p:cNvSpPr>
            <a:spLocks xmlns:a="http://schemas.openxmlformats.org/drawingml/2006/main" noGrp="1"/>
          </p:cNvSpPr>
          <p:nvPr/>
        </p:nvSpPr>
        <p:spPr>
          <a:xfrm xmlns:a="http://schemas.openxmlformats.org/drawingml/2006/main">
            <a:off x="8572500" y="1981200"/>
            <a:ext cx="2571750" cy="1095375"/>
          </a:xfrm>
          <a:prstGeom xmlns:a="http://schemas.openxmlformats.org/drawingml/2006/main" prst="roundRect">
            <a:avLst>
              <a:gd name="adj" fmla="val 6957"/>
            </a:avLst>
          </a:prstGeom>
          <a:solidFill xmlns:a="http://schemas.openxmlformats.org/drawingml/2006/main">
            <a:srgbClr val="EAF7FC"/>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Cilium</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networking + policy</a:t>
            </a:r>
          </a:p>
        </p:txBody>
      </p:sp>
      <p:sp>
        <p:nvSpPr>
          <p:cNvPr id="12" name="Rounded Rectangle 11">
            <a:extLst xmlns:a="http://schemas.openxmlformats.org/drawingml/2006/main">
              <a:ext uri="{FF2B5EF4-FFF2-40B4-BE49-F238E27FC236}">
                <a16:creationId xmlns:a16="http://schemas.microsoft.com/office/drawing/2014/main" id="{86D6710D-EC8A-4D0D-B35E-2CDA393F1CE0}"/>
              </a:ext>
            </a:extLst>
          </p:cNvPr>
          <p:cNvSpPr>
            <a:spLocks xmlns:a="http://schemas.openxmlformats.org/drawingml/2006/main" noGrp="1"/>
          </p:cNvSpPr>
          <p:nvPr/>
        </p:nvSpPr>
        <p:spPr>
          <a:xfrm xmlns:a="http://schemas.openxmlformats.org/drawingml/2006/main">
            <a:off x="8572500" y="3676650"/>
            <a:ext cx="2571750" cy="1095375"/>
          </a:xfrm>
          <a:prstGeom xmlns:a="http://schemas.openxmlformats.org/drawingml/2006/main" prst="roundRect">
            <a:avLst>
              <a:gd name="adj" fmla="val 695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OBI</a:t>
            </a:r>
          </a:p>
          <a:p xmlns:a="http://schemas.openxmlformats.org/drawingml/2006/main">
            <a:pPr algn="ctr">
              <a:buNone/>
              <a:defRPr sz="1875" b="1">
                <a:solidFill>
                  <a:srgbClr val="07182A"/>
                </a:solidFill>
                <a:latin typeface="CiscoSansTT Medium"/>
                <a:ea typeface="CiscoSansTT Medium"/>
                <a:cs typeface="CiscoSansTT Medium"/>
              </a:defRPr>
            </a:pPr>
            <a:r>
              <a:rPr sz="1875" b="1">
                <a:solidFill>
                  <a:srgbClr val="07182A"/>
                </a:solidFill>
                <a:latin typeface="CiscoSansTT Medium"/>
                <a:ea typeface="CiscoSansTT Medium"/>
                <a:cs typeface="CiscoSansTT Medium"/>
              </a:rPr>
              <a:t>application telemetry</a:t>
            </a:r>
          </a:p>
        </p:txBody>
      </p:sp>
      <p:sp>
        <p:nvSpPr>
          <p:cNvPr id="14" name="">
            <a:extLst xmlns:a="http://schemas.openxmlformats.org/drawingml/2006/main">
              <a:ext uri="{FF2B5EF4-FFF2-40B4-BE49-F238E27FC236}">
                <a16:creationId xmlns:a16="http://schemas.microsoft.com/office/drawing/2014/main" id="{EBB07FB0-36F4-48B1-8714-832800EE3B62}"/>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612FC7A-1A2B-4638-9E69-C1CD77A5A173}"/>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16132073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6" name="slide-title">
            <a:extLst xmlns:a="http://schemas.openxmlformats.org/drawingml/2006/main">
              <a:ext uri="{FF2B5EF4-FFF2-40B4-BE49-F238E27FC236}">
                <a16:creationId xmlns:a16="http://schemas.microsoft.com/office/drawing/2014/main" id="{F30FCB05-D8E9-4E9A-A589-036B48EA73A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and Cilium share the </a:t>
            </a:r>
            <a:r>
              <a:rPr sz="3000" b="1">
                <a:solidFill>
                  <a:srgbClr val="07182A"/>
                </a:solidFill>
                <a:latin typeface="CiscoSansTT Medium"/>
                <a:ea typeface="CiscoSansTT Medium"/>
                <a:cs typeface="CiscoSansTT Medium"/>
              </a:rPr>
              <a:t>veth</a:t>
            </a:r>
            <a:r>
              <a:rPr sz="3000" b="1">
                <a:solidFill>
                  <a:srgbClr val="07182A"/>
                </a:solidFill>
                <a:latin typeface="CiscoSansTT Medium"/>
                <a:ea typeface="CiscoSansTT Medium"/>
                <a:cs typeface="CiscoSansTT Medium"/>
              </a:rPr>
              <a:t> TC hooks</a:t>
            </a:r>
          </a:p>
        </p:txBody>
      </p:sp>
      <p:sp>
        <p:nvSpPr>
          <p:cNvPr id="2" name="slide-subtitle">
            <a:extLst xmlns:a="http://schemas.openxmlformats.org/drawingml/2006/main">
              <a:ext uri="{FF2B5EF4-FFF2-40B4-BE49-F238E27FC236}">
                <a16:creationId xmlns:a16="http://schemas.microsoft.com/office/drawing/2014/main" id="{9D6C336A-55D5-4177-AF1B-389608688355}"/>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Most hooks stay separate. OBI's TCP context propagation creates the overlap.</a:t>
            </a:r>
          </a:p>
        </p:txBody>
      </p:sp>
      <p:sp>
        <p:nvSpPr>
          <p:cNvPr id="3" name="Rounded Rectangle 2">
            <a:extLst xmlns:a="http://schemas.openxmlformats.org/drawingml/2006/main">
              <a:ext uri="{FF2B5EF4-FFF2-40B4-BE49-F238E27FC236}">
                <a16:creationId xmlns:a16="http://schemas.microsoft.com/office/drawing/2014/main" id="{2C6A31FC-F26E-42CD-9AE6-3C77F3A50EB6}"/>
              </a:ext>
            </a:extLst>
          </p:cNvPr>
          <p:cNvSpPr>
            <a:spLocks xmlns:a="http://schemas.openxmlformats.org/drawingml/2006/main" noGrp="1"/>
          </p:cNvSpPr>
          <p:nvPr/>
        </p:nvSpPr>
        <p:spPr>
          <a:xfrm xmlns:a="http://schemas.openxmlformats.org/drawingml/2006/main">
            <a:off x="666750" y="1562100"/>
            <a:ext cx="4762500" cy="781050"/>
          </a:xfrm>
          <a:prstGeom xmlns:a="http://schemas.openxmlformats.org/drawingml/2006/main" prst="roundRect">
            <a:avLst>
              <a:gd name="adj" fmla="val 9756"/>
            </a:avLst>
          </a:prstGeom>
          <a:solidFill xmlns:a="http://schemas.openxmlformats.org/drawingml/2006/main">
            <a:srgbClr val="F9F0F6"/>
          </a:solidFill>
          <a:ln xmlns:a="http://schemas.openxmlformats.org/drawingml/2006/main" w="14288">
            <a:solidFill>
              <a:srgbClr val="FF007F"/>
            </a:solid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A4F80D9-21A7-4BB0-8B6C-ADE46F071600}"/>
              </a:ext>
            </a:extLst>
          </p:cNvPr>
          <p:cNvSpPr>
            <a:spLocks xmlns:a="http://schemas.openxmlformats.org/drawingml/2006/main" noGrp="1"/>
          </p:cNvSpPr>
          <p:nvPr/>
        </p:nvSpPr>
        <p:spPr>
          <a:xfrm xmlns:a="http://schemas.openxmlformats.org/drawingml/2006/main">
            <a:off x="895350" y="16954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273" lnSpcReduction="20000"/>
          </a:bodyPr>
          <a:lstStyle xmlns:a="http://schemas.openxmlformats.org/drawingml/2006/main"/>
          <a:p xmlns:a="http://schemas.openxmlformats.org/drawingml/2006/main">
            <a:pPr algn="l">
              <a:buNone/>
              <a:defRPr sz="1650" b="1">
                <a:solidFill>
                  <a:srgbClr val="FF007F"/>
                </a:solidFill>
                <a:latin typeface="CiscoSansTT Medium"/>
                <a:ea typeface="CiscoSansTT Medium"/>
                <a:cs typeface="CiscoSansTT Medium"/>
              </a:defRPr>
            </a:pPr>
            <a:r>
              <a:rPr sz="1650" b="1">
                <a:solidFill>
                  <a:srgbClr val="FF007F"/>
                </a:solidFill>
                <a:latin typeface="CiscoSansTT Medium"/>
                <a:ea typeface="CiscoSansTT Medium"/>
                <a:cs typeface="CiscoSansTT Medium"/>
              </a:rPr>
              <a:t>OBI application hooks</a:t>
            </a:r>
          </a:p>
        </p:txBody>
      </p:sp>
      <p:sp>
        <p:nvSpPr>
          <p:cNvPr id="5" name="Rectangle 4">
            <a:extLst xmlns:a="http://schemas.openxmlformats.org/drawingml/2006/main">
              <a:ext uri="{FF2B5EF4-FFF2-40B4-BE49-F238E27FC236}">
                <a16:creationId xmlns:a16="http://schemas.microsoft.com/office/drawing/2014/main" id="{3095A0B0-00E3-4075-B666-952E0C2DC6C9}"/>
              </a:ext>
            </a:extLst>
          </p:cNvPr>
          <p:cNvSpPr>
            <a:spLocks xmlns:a="http://schemas.openxmlformats.org/drawingml/2006/main" noGrp="1"/>
          </p:cNvSpPr>
          <p:nvPr/>
        </p:nvSpPr>
        <p:spPr>
          <a:xfrm xmlns:a="http://schemas.openxmlformats.org/drawingml/2006/main">
            <a:off x="895350" y="2000250"/>
            <a:ext cx="4000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930"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uprobes, kprobes, socket filters</a:t>
            </a:r>
          </a:p>
        </p:txBody>
      </p:sp>
      <p:sp>
        <p:nvSpPr>
          <p:cNvPr id="6" name="Rounded Rectangle 5">
            <a:extLst xmlns:a="http://schemas.openxmlformats.org/drawingml/2006/main">
              <a:ext uri="{FF2B5EF4-FFF2-40B4-BE49-F238E27FC236}">
                <a16:creationId xmlns:a16="http://schemas.microsoft.com/office/drawing/2014/main" id="{8894B500-4C60-4EB7-A55D-B07E8DDA0609}"/>
              </a:ext>
            </a:extLst>
          </p:cNvPr>
          <p:cNvSpPr>
            <a:spLocks xmlns:a="http://schemas.openxmlformats.org/drawingml/2006/main" noGrp="1"/>
          </p:cNvSpPr>
          <p:nvPr/>
        </p:nvSpPr>
        <p:spPr>
          <a:xfrm xmlns:a="http://schemas.openxmlformats.org/drawingml/2006/main">
            <a:off x="6762750" y="1562100"/>
            <a:ext cx="4762500" cy="781050"/>
          </a:xfrm>
          <a:prstGeom xmlns:a="http://schemas.openxmlformats.org/drawingml/2006/main" prst="roundRect">
            <a:avLst>
              <a:gd name="adj" fmla="val 9756"/>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20A765CC-FD83-44B5-A7D3-BA0C7F84DAAD}"/>
              </a:ext>
            </a:extLst>
          </p:cNvPr>
          <p:cNvSpPr>
            <a:spLocks xmlns:a="http://schemas.openxmlformats.org/drawingml/2006/main" noGrp="1"/>
          </p:cNvSpPr>
          <p:nvPr/>
        </p:nvSpPr>
        <p:spPr>
          <a:xfrm xmlns:a="http://schemas.openxmlformats.org/drawingml/2006/main">
            <a:off x="6991350" y="1695450"/>
            <a:ext cx="228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273" lnSpcReduction="20000"/>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Cilium datapath hooks</a:t>
            </a:r>
          </a:p>
        </p:txBody>
      </p:sp>
      <p:sp>
        <p:nvSpPr>
          <p:cNvPr id="8" name="Rectangle 7">
            <a:extLst xmlns:a="http://schemas.openxmlformats.org/drawingml/2006/main">
              <a:ext uri="{FF2B5EF4-FFF2-40B4-BE49-F238E27FC236}">
                <a16:creationId xmlns:a16="http://schemas.microsoft.com/office/drawing/2014/main" id="{6C28BB69-CC38-4098-95A7-E508628C9EA9}"/>
              </a:ext>
            </a:extLst>
          </p:cNvPr>
          <p:cNvSpPr>
            <a:spLocks xmlns:a="http://schemas.openxmlformats.org/drawingml/2006/main" noGrp="1"/>
          </p:cNvSpPr>
          <p:nvPr/>
        </p:nvSpPr>
        <p:spPr>
          <a:xfrm xmlns:a="http://schemas.openxmlformats.org/drawingml/2006/main">
            <a:off x="6991350" y="2000250"/>
            <a:ext cx="3905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6930" lnSpcReduction="20000"/>
          </a:bodyPr>
          <a:lstStyle xmlns:a="http://schemas.openxmlformats.org/drawingml/2006/main"/>
          <a:p xmlns:a="http://schemas.openxmlformats.org/drawingml/2006/main">
            <a:pPr algn="l">
              <a:buNone/>
              <a:defRPr sz="1425" b="0">
                <a:solidFill>
                  <a:srgbClr val="142735"/>
                </a:solidFill>
                <a:latin typeface="CiscoSansTT"/>
                <a:ea typeface="CiscoSansTT"/>
                <a:cs typeface="CiscoSansTT"/>
              </a:defRPr>
            </a:pPr>
            <a:r>
              <a:rPr sz="1425" b="0">
                <a:solidFill>
                  <a:srgbClr val="142735"/>
                </a:solidFill>
                <a:latin typeface="CiscoSansTT"/>
                <a:ea typeface="CiscoSansTT"/>
                <a:cs typeface="CiscoSansTT"/>
              </a:rPr>
              <a:t>XDP, cgroup, socket hooks</a:t>
            </a:r>
          </a:p>
        </p:txBody>
      </p:sp>
      <p:sp>
        <p:nvSpPr>
          <p:cNvPr id="9" name="Rounded Rectangle 8">
            <a:extLst xmlns:a="http://schemas.openxmlformats.org/drawingml/2006/main">
              <a:ext uri="{FF2B5EF4-FFF2-40B4-BE49-F238E27FC236}">
                <a16:creationId xmlns:a16="http://schemas.microsoft.com/office/drawing/2014/main" id="{696BD036-81BB-46F4-A7AB-4D4FBF7CFB83}"/>
              </a:ext>
            </a:extLst>
          </p:cNvPr>
          <p:cNvSpPr>
            <a:spLocks xmlns:a="http://schemas.openxmlformats.org/drawingml/2006/main" noGrp="1"/>
          </p:cNvSpPr>
          <p:nvPr/>
        </p:nvSpPr>
        <p:spPr>
          <a:xfrm xmlns:a="http://schemas.openxmlformats.org/drawingml/2006/main">
            <a:off x="666750" y="2870200"/>
            <a:ext cx="22860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Application process</a:t>
            </a:r>
          </a:p>
        </p:txBody>
      </p:sp>
      <p:sp>
        <p:nvSpPr>
          <p:cNvPr id="10" name="Rounded Rectangle 9">
            <a:extLst xmlns:a="http://schemas.openxmlformats.org/drawingml/2006/main">
              <a:ext uri="{FF2B5EF4-FFF2-40B4-BE49-F238E27FC236}">
                <a16:creationId xmlns:a16="http://schemas.microsoft.com/office/drawing/2014/main" id="{A91280D8-EB21-46FE-8E56-DC7EFF804CF9}"/>
              </a:ext>
            </a:extLst>
          </p:cNvPr>
          <p:cNvSpPr>
            <a:spLocks xmlns:a="http://schemas.openxmlformats.org/drawingml/2006/main" noGrp="1"/>
          </p:cNvSpPr>
          <p:nvPr/>
        </p:nvSpPr>
        <p:spPr>
          <a:xfrm xmlns:a="http://schemas.openxmlformats.org/drawingml/2006/main">
            <a:off x="4953000" y="2857500"/>
            <a:ext cx="2286000" cy="723900"/>
          </a:xfrm>
          <a:prstGeom xmlns:a="http://schemas.openxmlformats.org/drawingml/2006/main" prst="roundRect">
            <a:avLst>
              <a:gd name="adj" fmla="val 10526"/>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Host-side veth</a:t>
            </a:r>
          </a:p>
        </p:txBody>
      </p:sp>
      <p:sp>
        <p:nvSpPr>
          <p:cNvPr id="11" name="Rounded Rectangle 10">
            <a:extLst xmlns:a="http://schemas.openxmlformats.org/drawingml/2006/main">
              <a:ext uri="{FF2B5EF4-FFF2-40B4-BE49-F238E27FC236}">
                <a16:creationId xmlns:a16="http://schemas.microsoft.com/office/drawing/2014/main" id="{CDF2353C-694D-4CB4-9EA5-DA115205C4B4}"/>
              </a:ext>
            </a:extLst>
          </p:cNvPr>
          <p:cNvSpPr>
            <a:spLocks xmlns:a="http://schemas.openxmlformats.org/drawingml/2006/main" noGrp="1"/>
          </p:cNvSpPr>
          <p:nvPr/>
        </p:nvSpPr>
        <p:spPr>
          <a:xfrm xmlns:a="http://schemas.openxmlformats.org/drawingml/2006/main">
            <a:off x="9239250" y="2857500"/>
            <a:ext cx="2095500" cy="723900"/>
          </a:xfrm>
          <a:prstGeom xmlns:a="http://schemas.openxmlformats.org/drawingml/2006/main" prst="roundRect">
            <a:avLst>
              <a:gd name="adj" fmla="val 10526"/>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650" b="1">
                <a:solidFill>
                  <a:srgbClr val="07182A"/>
                </a:solidFill>
                <a:latin typeface="CiscoSansTT Medium"/>
                <a:ea typeface="CiscoSansTT Medium"/>
                <a:cs typeface="CiscoSansTT Medium"/>
              </a:defRPr>
            </a:pPr>
            <a:r>
              <a:rPr sz="1650" b="1">
                <a:solidFill>
                  <a:srgbClr val="07182A"/>
                </a:solidFill>
                <a:latin typeface="CiscoSansTT Medium"/>
                <a:ea typeface="CiscoSansTT Medium"/>
                <a:cs typeface="CiscoSansTT Medium"/>
              </a:rPr>
              <a:t>Network</a:t>
            </a:r>
          </a:p>
        </p:txBody>
      </p:sp>
      <p:cxnSp>
        <p:nvCxnSpPr>
          <p:cNvPr id="229" name="Elbow Connector 36"/>
          <p:cNvCxnSpPr>
            <a:stCxn xmlns:a="http://schemas.openxmlformats.org/drawingml/2006/main" id="9" idx="3"/>
            <a:endCxn xmlns:a="http://schemas.openxmlformats.org/drawingml/2006/main" id="10" idx="1"/>
          </p:cNvCxnSpPr>
          <p:nvPr/>
        </p:nvCxnSpPr>
        <p:spPr>
          <a:xfrm xmlns:a="http://schemas.openxmlformats.org/drawingml/2006/main" flipV="1">
            <a:off x="2952750" y="3219450"/>
            <a:ext cx="2000250" cy="12700"/>
          </a:xfrm>
          <a:prstGeom xmlns:a="http://schemas.openxmlformats.org/drawingml/2006/main" prst="bentConnector3">
            <a:avLst>
              <a:gd name="adj1" fmla="val 50000"/>
            </a:avLst>
          </a:prstGeom>
          <a:ln xmlns:a="http://schemas.openxmlformats.org/drawingml/2006/main" w="23813">
            <a:solidFill>
              <a:srgbClr val="686B6B"/>
            </a:solidFill>
            <a:prstDash val="solid"/>
            <a:tailEnd type="arrow" w="med" len="med"/>
          </a:ln>
        </p:spPr>
      </p:cxnSp>
      <p:cxnSp>
        <p:nvCxnSpPr>
          <p:cNvPr id="230" name="Straight Arrow Connector 37"/>
          <p:cNvCxnSpPr>
            <a:stCxn xmlns:a="http://schemas.openxmlformats.org/drawingml/2006/main" id="10" idx="3"/>
            <a:endCxn xmlns:a="http://schemas.openxmlformats.org/drawingml/2006/main" id="11" idx="1"/>
          </p:cNvCxnSpPr>
          <p:nvPr/>
        </p:nvCxnSpPr>
        <p:spPr>
          <a:xfrm xmlns:a="http://schemas.openxmlformats.org/drawingml/2006/main">
            <a:off x="7239000" y="3219450"/>
            <a:ext cx="200025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sp>
        <p:nvSpPr>
          <p:cNvPr id="14" name="Rounded Rectangle 13">
            <a:extLst xmlns:a="http://schemas.openxmlformats.org/drawingml/2006/main">
              <a:ext uri="{FF2B5EF4-FFF2-40B4-BE49-F238E27FC236}">
                <a16:creationId xmlns:a16="http://schemas.microsoft.com/office/drawing/2014/main" id="{87530A25-FA22-4956-8BEA-4DCA6ABD07D0}"/>
              </a:ext>
            </a:extLst>
          </p:cNvPr>
          <p:cNvSpPr>
            <a:spLocks xmlns:a="http://schemas.openxmlformats.org/drawingml/2006/main" noGrp="1"/>
          </p:cNvSpPr>
          <p:nvPr/>
        </p:nvSpPr>
        <p:spPr>
          <a:xfrm xmlns:a="http://schemas.openxmlformats.org/drawingml/2006/main">
            <a:off x="2381250" y="4000500"/>
            <a:ext cx="7429500" cy="1619250"/>
          </a:xfrm>
          <a:prstGeom xmlns:a="http://schemas.openxmlformats.org/drawingml/2006/main" prst="roundRect">
            <a:avLst>
              <a:gd name="adj" fmla="val 4706"/>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6781C774-D4AF-488E-B34F-6E2E2AA5302D}"/>
              </a:ext>
            </a:extLst>
          </p:cNvPr>
          <p:cNvSpPr>
            <a:spLocks xmlns:a="http://schemas.openxmlformats.org/drawingml/2006/main" noGrp="1"/>
          </p:cNvSpPr>
          <p:nvPr/>
        </p:nvSpPr>
        <p:spPr>
          <a:xfrm xmlns:a="http://schemas.openxmlformats.org/drawingml/2006/main">
            <a:off x="2724150" y="4171950"/>
            <a:ext cx="6743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8833" lnSpcReduction="20000"/>
          </a:bodyPr>
          <a:lstStyle xmlns:a="http://schemas.openxmlformats.org/drawingml/2006/main"/>
          <a:p xmlns:a="http://schemas.openxmlformats.org/drawingml/2006/main">
            <a:pPr algn="ctr">
              <a:buNone/>
              <a:defRPr sz="1875" b="1">
                <a:solidFill>
                  <a:srgbClr val="FFFFFF"/>
                </a:solidFill>
                <a:latin typeface="CiscoSansTT Medium"/>
                <a:ea typeface="CiscoSansTT Medium"/>
                <a:cs typeface="CiscoSansTT Medium"/>
              </a:defRPr>
            </a:pPr>
            <a:r>
              <a:rPr sz="1875" b="1">
                <a:solidFill>
                  <a:srgbClr val="FFFFFF"/>
                </a:solidFill>
                <a:latin typeface="CiscoSansTT Medium"/>
                <a:ea typeface="CiscoSansTT Medium"/>
                <a:cs typeface="CiscoSansTT Medium"/>
              </a:rPr>
              <a:t>Shared BPF_PROG_TYPE_SCHED_CLS attach points</a:t>
            </a:r>
          </a:p>
        </p:txBody>
      </p:sp>
      <p:sp>
        <p:nvSpPr>
          <p:cNvPr id="16" name="Rounded Rectangle 15">
            <a:extLst xmlns:a="http://schemas.openxmlformats.org/drawingml/2006/main">
              <a:ext uri="{FF2B5EF4-FFF2-40B4-BE49-F238E27FC236}">
                <a16:creationId xmlns:a16="http://schemas.microsoft.com/office/drawing/2014/main" id="{8FFC60E2-24BF-46E6-8463-DF1287D49085}"/>
              </a:ext>
            </a:extLst>
          </p:cNvPr>
          <p:cNvSpPr>
            <a:spLocks xmlns:a="http://schemas.openxmlformats.org/drawingml/2006/main" noGrp="1"/>
          </p:cNvSpPr>
          <p:nvPr/>
        </p:nvSpPr>
        <p:spPr>
          <a:xfrm xmlns:a="http://schemas.openxmlformats.org/drawingml/2006/main">
            <a:off x="2724150" y="462915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ingress</a:t>
            </a:r>
          </a:p>
        </p:txBody>
      </p:sp>
      <p:sp>
        <p:nvSpPr>
          <p:cNvPr id="17" name="Rounded Rectangle 16">
            <a:extLst xmlns:a="http://schemas.openxmlformats.org/drawingml/2006/main">
              <a:ext uri="{FF2B5EF4-FFF2-40B4-BE49-F238E27FC236}">
                <a16:creationId xmlns:a16="http://schemas.microsoft.com/office/drawing/2014/main" id="{40962869-3F21-45D8-B5A8-6F906157B194}"/>
              </a:ext>
            </a:extLst>
          </p:cNvPr>
          <p:cNvSpPr>
            <a:spLocks xmlns:a="http://schemas.openxmlformats.org/drawingml/2006/main" noGrp="1"/>
          </p:cNvSpPr>
          <p:nvPr/>
        </p:nvSpPr>
        <p:spPr>
          <a:xfrm xmlns:a="http://schemas.openxmlformats.org/drawingml/2006/main">
            <a:off x="4400550" y="462915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18" name="Rectangle 17">
            <a:extLst xmlns:a="http://schemas.openxmlformats.org/drawingml/2006/main">
              <a:ext uri="{FF2B5EF4-FFF2-40B4-BE49-F238E27FC236}">
                <a16:creationId xmlns:a16="http://schemas.microsoft.com/office/drawing/2014/main" id="{6AD94758-A1ED-4586-AB0C-2F2F07415612}"/>
              </a:ext>
            </a:extLst>
          </p:cNvPr>
          <p:cNvSpPr>
            <a:spLocks xmlns:a="http://schemas.openxmlformats.org/drawingml/2006/main" noGrp="1"/>
          </p:cNvSpPr>
          <p:nvPr/>
        </p:nvSpPr>
        <p:spPr>
          <a:xfrm xmlns:a="http://schemas.openxmlformats.org/drawingml/2006/main">
            <a:off x="6648450" y="467677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19" name="Rounded Rectangle 18">
            <a:extLst xmlns:a="http://schemas.openxmlformats.org/drawingml/2006/main">
              <a:ext uri="{FF2B5EF4-FFF2-40B4-BE49-F238E27FC236}">
                <a16:creationId xmlns:a16="http://schemas.microsoft.com/office/drawing/2014/main" id="{A5377F8E-C8A7-4E79-92B3-3E9549EC1889}"/>
              </a:ext>
            </a:extLst>
          </p:cNvPr>
          <p:cNvSpPr>
            <a:spLocks xmlns:a="http://schemas.openxmlformats.org/drawingml/2006/main" noGrp="1"/>
          </p:cNvSpPr>
          <p:nvPr/>
        </p:nvSpPr>
        <p:spPr>
          <a:xfrm xmlns:a="http://schemas.openxmlformats.org/drawingml/2006/main">
            <a:off x="7124700" y="462915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sp>
        <p:nvSpPr>
          <p:cNvPr id="20" name="Rounded Rectangle 19">
            <a:extLst xmlns:a="http://schemas.openxmlformats.org/drawingml/2006/main">
              <a:ext uri="{FF2B5EF4-FFF2-40B4-BE49-F238E27FC236}">
                <a16:creationId xmlns:a16="http://schemas.microsoft.com/office/drawing/2014/main" id="{991B3726-39BE-47A6-8FF9-D40A56F03B4F}"/>
              </a:ext>
            </a:extLst>
          </p:cNvPr>
          <p:cNvSpPr>
            <a:spLocks xmlns:a="http://schemas.openxmlformats.org/drawingml/2006/main" noGrp="1"/>
          </p:cNvSpPr>
          <p:nvPr/>
        </p:nvSpPr>
        <p:spPr>
          <a:xfrm xmlns:a="http://schemas.openxmlformats.org/drawingml/2006/main">
            <a:off x="2724150" y="5105400"/>
            <a:ext cx="1428750"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7182A"/>
                </a:solidFill>
                <a:latin typeface="CiscoSansTT Medium"/>
                <a:ea typeface="CiscoSansTT Medium"/>
                <a:cs typeface="CiscoSansTT Medium"/>
              </a:defRPr>
            </a:pPr>
            <a:r>
              <a:rPr sz="1350" b="1">
                <a:solidFill>
                  <a:srgbClr val="07182A"/>
                </a:solidFill>
                <a:latin typeface="CiscoSansTT Medium"/>
                <a:ea typeface="CiscoSansTT Medium"/>
                <a:cs typeface="CiscoSansTT Medium"/>
              </a:rPr>
              <a:t>TC egress</a:t>
            </a:r>
          </a:p>
        </p:txBody>
      </p:sp>
      <p:sp>
        <p:nvSpPr>
          <p:cNvPr id="21" name="Rounded Rectangle 20">
            <a:extLst xmlns:a="http://schemas.openxmlformats.org/drawingml/2006/main">
              <a:ext uri="{FF2B5EF4-FFF2-40B4-BE49-F238E27FC236}">
                <a16:creationId xmlns:a16="http://schemas.microsoft.com/office/drawing/2014/main" id="{E819752B-899A-4C7E-BF89-47C6539C8406}"/>
              </a:ext>
            </a:extLst>
          </p:cNvPr>
          <p:cNvSpPr>
            <a:spLocks xmlns:a="http://schemas.openxmlformats.org/drawingml/2006/main" noGrp="1"/>
          </p:cNvSpPr>
          <p:nvPr/>
        </p:nvSpPr>
        <p:spPr>
          <a:xfrm xmlns:a="http://schemas.openxmlformats.org/drawingml/2006/main">
            <a:off x="4400550" y="5105400"/>
            <a:ext cx="20955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OBI propagation</a:t>
            </a:r>
          </a:p>
        </p:txBody>
      </p:sp>
      <p:sp>
        <p:nvSpPr>
          <p:cNvPr id="22" name="Rectangle 21">
            <a:extLst xmlns:a="http://schemas.openxmlformats.org/drawingml/2006/main">
              <a:ext uri="{FF2B5EF4-FFF2-40B4-BE49-F238E27FC236}">
                <a16:creationId xmlns:a16="http://schemas.microsoft.com/office/drawing/2014/main" id="{53F2990E-ED0E-4915-9483-1143960BA0A9}"/>
              </a:ext>
            </a:extLst>
          </p:cNvPr>
          <p:cNvSpPr>
            <a:spLocks xmlns:a="http://schemas.openxmlformats.org/drawingml/2006/main" noGrp="1"/>
          </p:cNvSpPr>
          <p:nvPr/>
        </p:nvSpPr>
        <p:spPr>
          <a:xfrm xmlns:a="http://schemas.openxmlformats.org/drawingml/2006/main">
            <a:off x="6648450" y="5153025"/>
            <a:ext cx="323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4167" lnSpcReduction="20000"/>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a:t>
            </a:r>
          </a:p>
        </p:txBody>
      </p:sp>
      <p:sp>
        <p:nvSpPr>
          <p:cNvPr id="23" name="Rounded Rectangle 22">
            <a:extLst xmlns:a="http://schemas.openxmlformats.org/drawingml/2006/main">
              <a:ext uri="{FF2B5EF4-FFF2-40B4-BE49-F238E27FC236}">
                <a16:creationId xmlns:a16="http://schemas.microsoft.com/office/drawing/2014/main" id="{A5FFF6D5-7BCC-4B0B-9620-BB834FEE02EF}"/>
              </a:ext>
            </a:extLst>
          </p:cNvPr>
          <p:cNvSpPr>
            <a:spLocks xmlns:a="http://schemas.openxmlformats.org/drawingml/2006/main" noGrp="1"/>
          </p:cNvSpPr>
          <p:nvPr/>
        </p:nvSpPr>
        <p:spPr>
          <a:xfrm xmlns:a="http://schemas.openxmlformats.org/drawingml/2006/main">
            <a:off x="7124700" y="5105400"/>
            <a:ext cx="23431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Cilium datapath</a:t>
            </a:r>
          </a:p>
        </p:txBody>
      </p:sp>
      <p:cxnSp>
        <p:nvCxnSpPr>
          <p:cNvPr id="241" name="Straight Arrow Connector 48"/>
          <p:cNvCxnSpPr>
            <a:stCxn xmlns:a="http://schemas.openxmlformats.org/drawingml/2006/main" id="10" idx="2"/>
            <a:endCxn xmlns:a="http://schemas.openxmlformats.org/drawingml/2006/main" id="14" idx="0"/>
          </p:cNvCxnSpPr>
          <p:nvPr/>
        </p:nvCxnSpPr>
        <p:spPr>
          <a:xfrm xmlns:a="http://schemas.openxmlformats.org/drawingml/2006/main">
            <a:off x="6096000" y="3581400"/>
            <a:ext cx="0" cy="419100"/>
          </a:xfrm>
          <a:prstGeom xmlns:a="http://schemas.openxmlformats.org/drawingml/2006/main" prst="straightConnector1">
            <a:avLst/>
          </a:prstGeom>
          <a:ln xmlns:a="http://schemas.openxmlformats.org/drawingml/2006/main" w="23813">
            <a:solidFill>
              <a:srgbClr val="07182A"/>
            </a:solidFill>
            <a:prstDash val="solid"/>
          </a:ln>
        </p:spPr>
      </p:cxnSp>
      <p:sp>
        <p:nvSpPr>
          <p:cNvPr id="25" name="Rectangle 24">
            <a:extLst xmlns:a="http://schemas.openxmlformats.org/drawingml/2006/main">
              <a:ext uri="{FF2B5EF4-FFF2-40B4-BE49-F238E27FC236}">
                <a16:creationId xmlns:a16="http://schemas.microsoft.com/office/drawing/2014/main" id="{690A0E5E-ABFD-43B5-ACA6-CE5E7DF4A46A}"/>
              </a:ext>
            </a:extLst>
          </p:cNvPr>
          <p:cNvSpPr>
            <a:spLocks xmlns:a="http://schemas.openxmlformats.org/drawingml/2006/main" noGrp="1"/>
          </p:cNvSpPr>
          <p:nvPr/>
        </p:nvSpPr>
        <p:spPr>
          <a:xfrm xmlns:a="http://schemas.openxmlformats.org/drawingml/2006/main">
            <a:off x="1657350" y="5867400"/>
            <a:ext cx="8877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With </a:t>
            </a:r>
            <a:r>
              <a:rPr sz="1500" b="0">
                <a:solidFill>
                  <a:srgbClr val="686B6B"/>
                </a:solidFill>
                <a:latin typeface="CiscoSansTT"/>
                <a:ea typeface="CiscoSansTT"/>
                <a:cs typeface="CiscoSansTT"/>
              </a:rPr>
              <a:t>context_propagation</a:t>
            </a:r>
            <a:r>
              <a:rPr sz="1500" b="0">
                <a:solidFill>
                  <a:srgbClr val="686B6B"/>
                </a:solidFill>
                <a:latin typeface="CiscoSansTT"/>
                <a:ea typeface="CiscoSansTT"/>
                <a:cs typeface="CiscoSansTT"/>
              </a:rPr>
              <a:t> set to headers, OBI does not attach the TCP propagation TC programs.</a:t>
            </a:r>
          </a:p>
        </p:txBody>
      </p:sp>
    </p:spTree>
    <p:extLst>
      <p:ext uri="{BB962C8B-B14F-4D97-AF65-F5344CB8AC3E}">
        <p14:creationId xmlns:p14="http://schemas.microsoft.com/office/powerpoint/2010/main" val="76814743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2" name="slide-title">
            <a:extLst xmlns:a="http://schemas.openxmlformats.org/drawingml/2006/main">
              <a:ext uri="{FF2B5EF4-FFF2-40B4-BE49-F238E27FC236}">
                <a16:creationId xmlns:a16="http://schemas.microsoft.com/office/drawing/2014/main" id="{70BAF0F9-037D-41AB-85AC-1083C528FF7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Pod egress reaches host-veth ingress</a:t>
            </a:r>
          </a:p>
        </p:txBody>
      </p:sp>
      <p:sp>
        <p:nvSpPr>
          <p:cNvPr id="2" name="slide-subtitle">
            <a:extLst xmlns:a="http://schemas.openxmlformats.org/drawingml/2006/main">
              <a:ext uri="{FF2B5EF4-FFF2-40B4-BE49-F238E27FC236}">
                <a16:creationId xmlns:a16="http://schemas.microsoft.com/office/drawing/2014/main" id="{571CE056-3DA1-4E95-A65F-4275F9DAE6F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TC direction is named from the host-side veth, not the pod.</a:t>
            </a:r>
          </a:p>
        </p:txBody>
      </p:sp>
      <p:sp>
        <p:nvSpPr>
          <p:cNvPr id="3" name="Rectangle 2">
            <a:extLst xmlns:a="http://schemas.openxmlformats.org/drawingml/2006/main">
              <a:ext uri="{FF2B5EF4-FFF2-40B4-BE49-F238E27FC236}">
                <a16:creationId xmlns:a16="http://schemas.microsoft.com/office/drawing/2014/main" id="{4AF58112-FE33-4BEA-BAA3-BB4B0B55C1F8}"/>
              </a:ext>
            </a:extLst>
          </p:cNvPr>
          <p:cNvSpPr>
            <a:spLocks xmlns:a="http://schemas.openxmlformats.org/drawingml/2006/main" noGrp="1"/>
          </p:cNvSpPr>
          <p:nvPr/>
        </p:nvSpPr>
        <p:spPr>
          <a:xfrm xmlns:a="http://schemas.openxmlformats.org/drawingml/2006/main">
            <a:off x="6096000" y="1600200"/>
            <a:ext cx="19050" cy="361950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BF5FB36-6363-43EB-9C1F-71B46BBB89A9}"/>
              </a:ext>
            </a:extLst>
          </p:cNvPr>
          <p:cNvSpPr>
            <a:spLocks xmlns:a="http://schemas.openxmlformats.org/drawingml/2006/main" noGrp="1"/>
          </p:cNvSpPr>
          <p:nvPr/>
        </p:nvSpPr>
        <p:spPr>
          <a:xfrm xmlns:a="http://schemas.openxmlformats.org/drawingml/2006/main">
            <a:off x="857250" y="16954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ctr">
              <a:buNone/>
              <a:defRPr sz="2100" b="1">
                <a:solidFill>
                  <a:srgbClr val="FF007F"/>
                </a:solidFill>
                <a:latin typeface="CiscoSansTT Medium"/>
                <a:ea typeface="CiscoSansTT Medium"/>
                <a:cs typeface="CiscoSansTT Medium"/>
              </a:defRPr>
            </a:pPr>
            <a:r>
              <a:rPr sz="2100" b="1">
                <a:solidFill>
                  <a:srgbClr val="FF007F"/>
                </a:solidFill>
                <a:latin typeface="CiscoSansTT Medium"/>
                <a:ea typeface="CiscoSansTT Medium"/>
                <a:cs typeface="CiscoSansTT Medium"/>
              </a:rPr>
              <a:t>Packet leaves the pod</a:t>
            </a:r>
          </a:p>
        </p:txBody>
      </p:sp>
      <p:sp>
        <p:nvSpPr>
          <p:cNvPr id="5" name="Rectangle 4">
            <a:extLst xmlns:a="http://schemas.openxmlformats.org/drawingml/2006/main">
              <a:ext uri="{FF2B5EF4-FFF2-40B4-BE49-F238E27FC236}">
                <a16:creationId xmlns:a16="http://schemas.microsoft.com/office/drawing/2014/main" id="{42C39126-742C-4B52-9122-CDE34576AD96}"/>
              </a:ext>
            </a:extLst>
          </p:cNvPr>
          <p:cNvSpPr>
            <a:spLocks xmlns:a="http://schemas.openxmlformats.org/drawingml/2006/main" noGrp="1"/>
          </p:cNvSpPr>
          <p:nvPr/>
        </p:nvSpPr>
        <p:spPr>
          <a:xfrm xmlns:a="http://schemas.openxmlformats.org/drawingml/2006/main">
            <a:off x="90487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pod namespace</a:t>
            </a:r>
          </a:p>
        </p:txBody>
      </p:sp>
      <p:sp>
        <p:nvSpPr>
          <p:cNvPr id="6" name="Rectangle 5">
            <a:extLst xmlns:a="http://schemas.openxmlformats.org/drawingml/2006/main">
              <a:ext uri="{FF2B5EF4-FFF2-40B4-BE49-F238E27FC236}">
                <a16:creationId xmlns:a16="http://schemas.microsoft.com/office/drawing/2014/main" id="{83DA4114-4556-4260-824F-9EC2078BE0BB}"/>
              </a:ext>
            </a:extLst>
          </p:cNvPr>
          <p:cNvSpPr>
            <a:spLocks xmlns:a="http://schemas.openxmlformats.org/drawingml/2006/main" noGrp="1"/>
          </p:cNvSpPr>
          <p:nvPr/>
        </p:nvSpPr>
        <p:spPr>
          <a:xfrm xmlns:a="http://schemas.openxmlformats.org/drawingml/2006/main">
            <a:off x="385762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host namespace</a:t>
            </a:r>
          </a:p>
        </p:txBody>
      </p:sp>
      <p:sp>
        <p:nvSpPr>
          <p:cNvPr id="7" name="Rounded Rectangle 6">
            <a:extLst xmlns:a="http://schemas.openxmlformats.org/drawingml/2006/main">
              <a:ext uri="{FF2B5EF4-FFF2-40B4-BE49-F238E27FC236}">
                <a16:creationId xmlns:a16="http://schemas.microsoft.com/office/drawing/2014/main" id="{95D00208-1F10-408F-868C-C7D85C9E0C7F}"/>
              </a:ext>
            </a:extLst>
          </p:cNvPr>
          <p:cNvSpPr>
            <a:spLocks xmlns:a="http://schemas.openxmlformats.org/drawingml/2006/main" noGrp="1"/>
          </p:cNvSpPr>
          <p:nvPr/>
        </p:nvSpPr>
        <p:spPr>
          <a:xfrm xmlns:a="http://schemas.openxmlformats.org/drawingml/2006/main">
            <a:off x="952500" y="2667000"/>
            <a:ext cx="1714500" cy="952500"/>
          </a:xfrm>
          <a:prstGeom xmlns:a="http://schemas.openxmlformats.org/drawingml/2006/main" prst="roundRect">
            <a:avLst>
              <a:gd name="adj" fmla="val 8000"/>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Pod</a:t>
            </a:r>
          </a:p>
        </p:txBody>
      </p:sp>
      <p:sp>
        <p:nvSpPr>
          <p:cNvPr id="8" name="Rounded Rectangle 7">
            <a:extLst xmlns:a="http://schemas.openxmlformats.org/drawingml/2006/main">
              <a:ext uri="{FF2B5EF4-FFF2-40B4-BE49-F238E27FC236}">
                <a16:creationId xmlns:a16="http://schemas.microsoft.com/office/drawing/2014/main" id="{5C454A13-5BD3-478C-B64E-79ECCE0756A5}"/>
              </a:ext>
            </a:extLst>
          </p:cNvPr>
          <p:cNvSpPr>
            <a:spLocks xmlns:a="http://schemas.openxmlformats.org/drawingml/2006/main" noGrp="1"/>
          </p:cNvSpPr>
          <p:nvPr/>
        </p:nvSpPr>
        <p:spPr>
          <a:xfrm xmlns:a="http://schemas.openxmlformats.org/drawingml/2006/main">
            <a:off x="3905250" y="2667000"/>
            <a:ext cx="18097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Host-side veth</a:t>
            </a:r>
          </a:p>
        </p:txBody>
      </p:sp>
      <p:cxnSp>
        <p:nvCxnSpPr>
          <p:cNvPr id="168" name="Straight Arrow Connector 29"/>
          <p:cNvCxnSpPr>
            <a:stCxn xmlns:a="http://schemas.openxmlformats.org/drawingml/2006/main" id="7" idx="3"/>
            <a:endCxn xmlns:a="http://schemas.openxmlformats.org/drawingml/2006/main" id="8" idx="1"/>
          </p:cNvCxnSpPr>
          <p:nvPr/>
        </p:nvCxnSpPr>
        <p:spPr>
          <a:xfrm xmlns:a="http://schemas.openxmlformats.org/drawingml/2006/main">
            <a:off x="2667000" y="3143250"/>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sp>
        <p:nvSpPr>
          <p:cNvPr id="10" name="Rounded Rectangle 9">
            <a:extLst xmlns:a="http://schemas.openxmlformats.org/drawingml/2006/main">
              <a:ext uri="{FF2B5EF4-FFF2-40B4-BE49-F238E27FC236}">
                <a16:creationId xmlns:a16="http://schemas.microsoft.com/office/drawing/2014/main" id="{5D321748-E2EB-44A3-AD5E-80EFC8F906F3}"/>
              </a:ext>
            </a:extLst>
          </p:cNvPr>
          <p:cNvSpPr>
            <a:spLocks xmlns:a="http://schemas.openxmlformats.org/drawingml/2006/main" noGrp="1"/>
          </p:cNvSpPr>
          <p:nvPr/>
        </p:nvSpPr>
        <p:spPr>
          <a:xfrm xmlns:a="http://schemas.openxmlformats.org/drawingml/2006/main">
            <a:off x="876300" y="4019550"/>
            <a:ext cx="1905000" cy="381000"/>
          </a:xfrm>
          <a:prstGeom xmlns:a="http://schemas.openxmlformats.org/drawingml/2006/main" prst="roundRect">
            <a:avLst>
              <a:gd name="adj" fmla="val 20000"/>
            </a:avLst>
          </a:prstGeom>
          <a:solidFill xmlns:a="http://schemas.openxmlformats.org/drawingml/2006/main">
            <a:srgbClr val="F4EAF4"/>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007F"/>
                </a:solidFill>
                <a:latin typeface="CiscoSansTT Medium"/>
                <a:ea typeface="CiscoSansTT Medium"/>
                <a:cs typeface="CiscoSansTT Medium"/>
              </a:defRPr>
            </a:pPr>
            <a:r>
              <a:rPr sz="1350" b="1">
                <a:solidFill>
                  <a:srgbClr val="FF007F"/>
                </a:solidFill>
                <a:latin typeface="CiscoSansTT Medium"/>
                <a:ea typeface="CiscoSansTT Medium"/>
                <a:cs typeface="CiscoSansTT Medium"/>
              </a:rPr>
              <a:t>Pod view: egress</a:t>
            </a:r>
          </a:p>
        </p:txBody>
      </p:sp>
      <p:sp>
        <p:nvSpPr>
          <p:cNvPr id="11" name="Rounded Rectangle 10">
            <a:extLst xmlns:a="http://schemas.openxmlformats.org/drawingml/2006/main">
              <a:ext uri="{FF2B5EF4-FFF2-40B4-BE49-F238E27FC236}">
                <a16:creationId xmlns:a16="http://schemas.microsoft.com/office/drawing/2014/main" id="{7B37275F-0FE7-413B-83A5-8FED32C76A11}"/>
              </a:ext>
            </a:extLst>
          </p:cNvPr>
          <p:cNvSpPr>
            <a:spLocks xmlns:a="http://schemas.openxmlformats.org/drawingml/2006/main" noGrp="1"/>
          </p:cNvSpPr>
          <p:nvPr/>
        </p:nvSpPr>
        <p:spPr>
          <a:xfrm xmlns:a="http://schemas.openxmlformats.org/drawingml/2006/main">
            <a:off x="3810000" y="4019550"/>
            <a:ext cx="20002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TC hook: ingress</a:t>
            </a:r>
          </a:p>
        </p:txBody>
      </p:sp>
      <p:sp>
        <p:nvSpPr>
          <p:cNvPr id="12" name="Rectangle 11">
            <a:extLst xmlns:a="http://schemas.openxmlformats.org/drawingml/2006/main">
              <a:ext uri="{FF2B5EF4-FFF2-40B4-BE49-F238E27FC236}">
                <a16:creationId xmlns:a16="http://schemas.microsoft.com/office/drawing/2014/main" id="{8096DBFE-796B-4FF8-A69A-AB6485315FAC}"/>
              </a:ext>
            </a:extLst>
          </p:cNvPr>
          <p:cNvSpPr>
            <a:spLocks xmlns:a="http://schemas.openxmlformats.org/drawingml/2006/main" noGrp="1"/>
          </p:cNvSpPr>
          <p:nvPr/>
        </p:nvSpPr>
        <p:spPr>
          <a:xfrm xmlns:a="http://schemas.openxmlformats.org/drawingml/2006/main">
            <a:off x="6572250" y="1695450"/>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ctr">
              <a:buNone/>
              <a:defRPr sz="2100" b="1">
                <a:solidFill>
                  <a:srgbClr val="0860FE"/>
                </a:solidFill>
                <a:latin typeface="CiscoSansTT Medium"/>
                <a:ea typeface="CiscoSansTT Medium"/>
                <a:cs typeface="CiscoSansTT Medium"/>
              </a:defRPr>
            </a:pPr>
            <a:r>
              <a:rPr sz="2100" b="1">
                <a:solidFill>
                  <a:srgbClr val="0860FE"/>
                </a:solidFill>
                <a:latin typeface="CiscoSansTT Medium"/>
                <a:ea typeface="CiscoSansTT Medium"/>
                <a:cs typeface="CiscoSansTT Medium"/>
              </a:rPr>
              <a:t>Packet enters the pod</a:t>
            </a:r>
          </a:p>
        </p:txBody>
      </p:sp>
      <p:sp>
        <p:nvSpPr>
          <p:cNvPr id="13" name="Rectangle 12">
            <a:extLst xmlns:a="http://schemas.openxmlformats.org/drawingml/2006/main">
              <a:ext uri="{FF2B5EF4-FFF2-40B4-BE49-F238E27FC236}">
                <a16:creationId xmlns:a16="http://schemas.microsoft.com/office/drawing/2014/main" id="{D9683D79-C86C-43C6-AB63-6ACD91B93207}"/>
              </a:ext>
            </a:extLst>
          </p:cNvPr>
          <p:cNvSpPr>
            <a:spLocks xmlns:a="http://schemas.openxmlformats.org/drawingml/2006/main" noGrp="1"/>
          </p:cNvSpPr>
          <p:nvPr/>
        </p:nvSpPr>
        <p:spPr>
          <a:xfrm xmlns:a="http://schemas.openxmlformats.org/drawingml/2006/main">
            <a:off x="652462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host namespace</a:t>
            </a:r>
          </a:p>
        </p:txBody>
      </p:sp>
      <p:sp>
        <p:nvSpPr>
          <p:cNvPr id="14" name="Rectangle 13">
            <a:extLst xmlns:a="http://schemas.openxmlformats.org/drawingml/2006/main">
              <a:ext uri="{FF2B5EF4-FFF2-40B4-BE49-F238E27FC236}">
                <a16:creationId xmlns:a16="http://schemas.microsoft.com/office/drawing/2014/main" id="{93830244-8C08-486C-9225-C47F8E8051B6}"/>
              </a:ext>
            </a:extLst>
          </p:cNvPr>
          <p:cNvSpPr>
            <a:spLocks xmlns:a="http://schemas.openxmlformats.org/drawingml/2006/main" noGrp="1"/>
          </p:cNvSpPr>
          <p:nvPr/>
        </p:nvSpPr>
        <p:spPr>
          <a:xfrm xmlns:a="http://schemas.openxmlformats.org/drawingml/2006/main">
            <a:off x="9477375" y="2286000"/>
            <a:ext cx="1809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185"/>
          </a:bodyPr>
          <a:lstStyle xmlns:a="http://schemas.openxmlformats.org/drawingml/2006/main"/>
          <a:p xmlns:a="http://schemas.openxmlformats.org/drawingml/2006/main">
            <a:pPr algn="ctr">
              <a:buNone/>
              <a:defRPr sz="1350" b="0">
                <a:solidFill>
                  <a:srgbClr val="686B6B"/>
                </a:solidFill>
                <a:latin typeface="CiscoSansTT"/>
                <a:ea typeface="CiscoSansTT"/>
                <a:cs typeface="CiscoSansTT"/>
              </a:defRPr>
            </a:pPr>
            <a:r>
              <a:rPr sz="1350" b="0">
                <a:solidFill>
                  <a:srgbClr val="686B6B"/>
                </a:solidFill>
                <a:latin typeface="CiscoSansTT"/>
                <a:ea typeface="CiscoSansTT"/>
                <a:cs typeface="CiscoSansTT"/>
              </a:rPr>
              <a:t>pod namespace</a:t>
            </a:r>
          </a:p>
        </p:txBody>
      </p:sp>
      <p:sp>
        <p:nvSpPr>
          <p:cNvPr id="15" name="Rounded Rectangle 14">
            <a:extLst xmlns:a="http://schemas.openxmlformats.org/drawingml/2006/main">
              <a:ext uri="{FF2B5EF4-FFF2-40B4-BE49-F238E27FC236}">
                <a16:creationId xmlns:a16="http://schemas.microsoft.com/office/drawing/2014/main" id="{33A9CD60-4993-45BD-BFD0-415B35409C83}"/>
              </a:ext>
            </a:extLst>
          </p:cNvPr>
          <p:cNvSpPr>
            <a:spLocks xmlns:a="http://schemas.openxmlformats.org/drawingml/2006/main" noGrp="1"/>
          </p:cNvSpPr>
          <p:nvPr/>
        </p:nvSpPr>
        <p:spPr>
          <a:xfrm xmlns:a="http://schemas.openxmlformats.org/drawingml/2006/main">
            <a:off x="6477000" y="2667000"/>
            <a:ext cx="1809750" cy="9525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725" b="1">
                <a:solidFill>
                  <a:srgbClr val="07182A"/>
                </a:solidFill>
                <a:latin typeface="CiscoSansTT Medium"/>
                <a:ea typeface="CiscoSansTT Medium"/>
                <a:cs typeface="CiscoSansTT Medium"/>
              </a:defRPr>
            </a:pPr>
            <a:r>
              <a:rPr sz="1725" b="1">
                <a:solidFill>
                  <a:srgbClr val="07182A"/>
                </a:solidFill>
                <a:latin typeface="CiscoSansTT Medium"/>
                <a:ea typeface="CiscoSansTT Medium"/>
                <a:cs typeface="CiscoSansTT Medium"/>
              </a:rPr>
              <a:t>Host-side veth</a:t>
            </a:r>
          </a:p>
        </p:txBody>
      </p:sp>
      <p:sp>
        <p:nvSpPr>
          <p:cNvPr id="16" name="Rounded Rectangle 15">
            <a:extLst xmlns:a="http://schemas.openxmlformats.org/drawingml/2006/main">
              <a:ext uri="{FF2B5EF4-FFF2-40B4-BE49-F238E27FC236}">
                <a16:creationId xmlns:a16="http://schemas.microsoft.com/office/drawing/2014/main" id="{A9273AD4-080A-4E01-A676-D74BB02736AD}"/>
              </a:ext>
            </a:extLst>
          </p:cNvPr>
          <p:cNvSpPr>
            <a:spLocks xmlns:a="http://schemas.openxmlformats.org/drawingml/2006/main" noGrp="1"/>
          </p:cNvSpPr>
          <p:nvPr/>
        </p:nvSpPr>
        <p:spPr>
          <a:xfrm xmlns:a="http://schemas.openxmlformats.org/drawingml/2006/main">
            <a:off x="9525000" y="2667000"/>
            <a:ext cx="1714500" cy="952500"/>
          </a:xfrm>
          <a:prstGeom xmlns:a="http://schemas.openxmlformats.org/drawingml/2006/main" prst="roundRect">
            <a:avLst>
              <a:gd name="adj" fmla="val 8000"/>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Pod</a:t>
            </a:r>
          </a:p>
        </p:txBody>
      </p:sp>
      <p:cxnSp>
        <p:nvCxnSpPr>
          <p:cNvPr id="176" name="Straight Arrow Connector 37"/>
          <p:cNvCxnSpPr>
            <a:stCxn xmlns:a="http://schemas.openxmlformats.org/drawingml/2006/main" id="15" idx="3"/>
            <a:endCxn xmlns:a="http://schemas.openxmlformats.org/drawingml/2006/main" id="16" idx="1"/>
          </p:cNvCxnSpPr>
          <p:nvPr/>
        </p:nvCxnSpPr>
        <p:spPr>
          <a:xfrm xmlns:a="http://schemas.openxmlformats.org/drawingml/2006/main">
            <a:off x="8286750" y="3143250"/>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18" name="Rounded Rectangle 17">
            <a:extLst xmlns:a="http://schemas.openxmlformats.org/drawingml/2006/main">
              <a:ext uri="{FF2B5EF4-FFF2-40B4-BE49-F238E27FC236}">
                <a16:creationId xmlns:a16="http://schemas.microsoft.com/office/drawing/2014/main" id="{AF7C2818-A684-4537-9A38-8C7008831635}"/>
              </a:ext>
            </a:extLst>
          </p:cNvPr>
          <p:cNvSpPr>
            <a:spLocks xmlns:a="http://schemas.openxmlformats.org/drawingml/2006/main" noGrp="1"/>
          </p:cNvSpPr>
          <p:nvPr/>
        </p:nvSpPr>
        <p:spPr>
          <a:xfrm xmlns:a="http://schemas.openxmlformats.org/drawingml/2006/main">
            <a:off x="6381750" y="4019550"/>
            <a:ext cx="20002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FFFFFF"/>
                </a:solidFill>
                <a:latin typeface="CiscoSansTT Medium"/>
                <a:ea typeface="CiscoSansTT Medium"/>
                <a:cs typeface="CiscoSansTT Medium"/>
              </a:defRPr>
            </a:pPr>
            <a:r>
              <a:rPr sz="1350" b="1">
                <a:solidFill>
                  <a:srgbClr val="FFFFFF"/>
                </a:solidFill>
                <a:latin typeface="CiscoSansTT Medium"/>
                <a:ea typeface="CiscoSansTT Medium"/>
                <a:cs typeface="CiscoSansTT Medium"/>
              </a:rPr>
              <a:t>TC hook: egress</a:t>
            </a:r>
          </a:p>
        </p:txBody>
      </p:sp>
      <p:sp>
        <p:nvSpPr>
          <p:cNvPr id="19" name="Rounded Rectangle 18">
            <a:extLst xmlns:a="http://schemas.openxmlformats.org/drawingml/2006/main">
              <a:ext uri="{FF2B5EF4-FFF2-40B4-BE49-F238E27FC236}">
                <a16:creationId xmlns:a16="http://schemas.microsoft.com/office/drawing/2014/main" id="{018EEE5D-5D38-42B8-8A97-C55A6F5982B0}"/>
              </a:ext>
            </a:extLst>
          </p:cNvPr>
          <p:cNvSpPr>
            <a:spLocks xmlns:a="http://schemas.openxmlformats.org/drawingml/2006/main" noGrp="1"/>
          </p:cNvSpPr>
          <p:nvPr/>
        </p:nvSpPr>
        <p:spPr>
          <a:xfrm xmlns:a="http://schemas.openxmlformats.org/drawingml/2006/main">
            <a:off x="9429750" y="4019550"/>
            <a:ext cx="1905000" cy="381000"/>
          </a:xfrm>
          <a:prstGeom xmlns:a="http://schemas.openxmlformats.org/drawingml/2006/main" prst="roundRect">
            <a:avLst>
              <a:gd name="adj" fmla="val 20000"/>
            </a:avLst>
          </a:prstGeom>
          <a:solidFill xmlns:a="http://schemas.openxmlformats.org/drawingml/2006/main">
            <a:srgbClr val="EAF7FC"/>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350" b="1">
                <a:solidFill>
                  <a:srgbClr val="0860FE"/>
                </a:solidFill>
                <a:latin typeface="CiscoSansTT Medium"/>
                <a:ea typeface="CiscoSansTT Medium"/>
                <a:cs typeface="CiscoSansTT Medium"/>
              </a:defRPr>
            </a:pPr>
            <a:r>
              <a:rPr sz="1350" b="1">
                <a:solidFill>
                  <a:srgbClr val="0860FE"/>
                </a:solidFill>
                <a:latin typeface="CiscoSansTT Medium"/>
                <a:ea typeface="CiscoSansTT Medium"/>
                <a:cs typeface="CiscoSansTT Medium"/>
              </a:rPr>
              <a:t>Pod view: ingress</a:t>
            </a:r>
          </a:p>
        </p:txBody>
      </p:sp>
      <p:sp>
        <p:nvSpPr>
          <p:cNvPr id="20" name="Rounded Rectangle 19">
            <a:extLst xmlns:a="http://schemas.openxmlformats.org/drawingml/2006/main">
              <a:ext uri="{FF2B5EF4-FFF2-40B4-BE49-F238E27FC236}">
                <a16:creationId xmlns:a16="http://schemas.microsoft.com/office/drawing/2014/main" id="{69548B9D-0B0C-4CDF-81E6-8C22DD73925A}"/>
              </a:ext>
            </a:extLst>
          </p:cNvPr>
          <p:cNvSpPr>
            <a:spLocks xmlns:a="http://schemas.openxmlformats.org/drawingml/2006/main" noGrp="1"/>
          </p:cNvSpPr>
          <p:nvPr/>
        </p:nvSpPr>
        <p:spPr>
          <a:xfrm xmlns:a="http://schemas.openxmlformats.org/drawingml/2006/main">
            <a:off x="1381125" y="5010150"/>
            <a:ext cx="9429750" cy="800100"/>
          </a:xfrm>
          <a:prstGeom xmlns:a="http://schemas.openxmlformats.org/drawingml/2006/main" prst="roundRect">
            <a:avLst>
              <a:gd name="adj" fmla="val 9524"/>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1" name="Rectangle 20">
            <a:extLst xmlns:a="http://schemas.openxmlformats.org/drawingml/2006/main">
              <a:ext uri="{FF2B5EF4-FFF2-40B4-BE49-F238E27FC236}">
                <a16:creationId xmlns:a16="http://schemas.microsoft.com/office/drawing/2014/main" id="{9379AF94-2A99-4A77-A84B-360ADCBD3E33}"/>
              </a:ext>
            </a:extLst>
          </p:cNvPr>
          <p:cNvSpPr>
            <a:spLocks xmlns:a="http://schemas.openxmlformats.org/drawingml/2006/main" noGrp="1"/>
          </p:cNvSpPr>
          <p:nvPr/>
        </p:nvSpPr>
        <p:spPr>
          <a:xfrm xmlns:a="http://schemas.openxmlformats.org/drawingml/2006/main">
            <a:off x="1714500" y="5210175"/>
            <a:ext cx="876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lnSpcReduction="10000"/>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Why it matters: inspect the right TC hook before checking program order.</a:t>
            </a:r>
          </a:p>
        </p:txBody>
      </p:sp>
      <p:sp>
        <p:nvSpPr>
          <p:cNvPr id="73" name="">
            <a:extLst xmlns:a="http://schemas.openxmlformats.org/drawingml/2006/main">
              <a:ext uri="{FF2B5EF4-FFF2-40B4-BE49-F238E27FC236}">
                <a16:creationId xmlns:a16="http://schemas.microsoft.com/office/drawing/2014/main" id="{513470B5-E5C7-466C-9B65-88638B8D288A}"/>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4" name="">
            <a:extLst xmlns:a="http://schemas.openxmlformats.org/drawingml/2006/main">
              <a:ext uri="{FF2B5EF4-FFF2-40B4-BE49-F238E27FC236}">
                <a16:creationId xmlns:a16="http://schemas.microsoft.com/office/drawing/2014/main" id="{F5B0E418-C6C3-4BB6-9410-A2BBF9CD04C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35143755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9" name="slide-title">
            <a:extLst xmlns:a="http://schemas.openxmlformats.org/drawingml/2006/main">
              <a:ext uri="{FF2B5EF4-FFF2-40B4-BE49-F238E27FC236}">
                <a16:creationId xmlns:a16="http://schemas.microsoft.com/office/drawing/2014/main" id="{F77D8302-E9B9-45A8-8DDD-64A76D176D1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 is an ordered chain, not an exclusive lock</a:t>
            </a:r>
          </a:p>
        </p:txBody>
      </p:sp>
      <p:sp>
        <p:nvSpPr>
          <p:cNvPr id="2" name="Rounded Rectangle 1">
            <a:extLst xmlns:a="http://schemas.openxmlformats.org/drawingml/2006/main">
              <a:ext uri="{FF2B5EF4-FFF2-40B4-BE49-F238E27FC236}">
                <a16:creationId xmlns:a16="http://schemas.microsoft.com/office/drawing/2014/main" id="{89E643B8-484C-47AA-9109-FE670EBCDCA3}"/>
              </a:ext>
            </a:extLst>
          </p:cNvPr>
          <p:cNvSpPr>
            <a:spLocks xmlns:a="http://schemas.openxmlformats.org/drawingml/2006/main" noGrp="1"/>
          </p:cNvSpPr>
          <p:nvPr/>
        </p:nvSpPr>
        <p:spPr>
          <a:xfrm xmlns:a="http://schemas.openxmlformats.org/drawingml/2006/main">
            <a:off x="857250" y="2286000"/>
            <a:ext cx="26670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1</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observe + propagate</a:t>
            </a:r>
          </a:p>
        </p:txBody>
      </p:sp>
      <p:sp>
        <p:nvSpPr>
          <p:cNvPr id="3" name="Rounded Rectangle 2">
            <a:extLst xmlns:a="http://schemas.openxmlformats.org/drawingml/2006/main">
              <a:ext uri="{FF2B5EF4-FFF2-40B4-BE49-F238E27FC236}">
                <a16:creationId xmlns:a16="http://schemas.microsoft.com/office/drawing/2014/main" id="{DB9EED84-A760-4E45-9239-12010D6F4F51}"/>
              </a:ext>
            </a:extLst>
          </p:cNvPr>
          <p:cNvSpPr>
            <a:spLocks xmlns:a="http://schemas.openxmlformats.org/drawingml/2006/main" noGrp="1"/>
          </p:cNvSpPr>
          <p:nvPr/>
        </p:nvSpPr>
        <p:spPr>
          <a:xfrm xmlns:a="http://schemas.openxmlformats.org/drawingml/2006/main">
            <a:off x="4762500" y="2286000"/>
            <a:ext cx="26670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2</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route + enforce</a:t>
            </a:r>
          </a:p>
        </p:txBody>
      </p:sp>
      <p:sp>
        <p:nvSpPr>
          <p:cNvPr id="4" name="Rounded Rectangle 3">
            <a:extLst xmlns:a="http://schemas.openxmlformats.org/drawingml/2006/main">
              <a:ext uri="{FF2B5EF4-FFF2-40B4-BE49-F238E27FC236}">
                <a16:creationId xmlns:a16="http://schemas.microsoft.com/office/drawing/2014/main" id="{D3FFBFE2-6F79-4ED3-B669-7768049C0EA0}"/>
              </a:ext>
            </a:extLst>
          </p:cNvPr>
          <p:cNvSpPr>
            <a:spLocks xmlns:a="http://schemas.openxmlformats.org/drawingml/2006/main" noGrp="1"/>
          </p:cNvSpPr>
          <p:nvPr/>
        </p:nvSpPr>
        <p:spPr>
          <a:xfrm xmlns:a="http://schemas.openxmlformats.org/drawingml/2006/main">
            <a:off x="8667750" y="2286000"/>
            <a:ext cx="2667000" cy="1428750"/>
          </a:xfrm>
          <a:prstGeom xmlns:a="http://schemas.openxmlformats.org/drawingml/2006/main" prst="roundRect">
            <a:avLst>
              <a:gd name="adj" fmla="val 5333"/>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3</a:t>
            </a:r>
          </a:p>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forward or stop</a:t>
            </a:r>
          </a:p>
        </p:txBody>
      </p:sp>
      <p:cxnSp>
        <p:nvCxnSpPr>
          <p:cNvPr id="61" name="Straight Arrow Connector 12"/>
          <p:cNvCxnSpPr>
            <a:stCxn xmlns:a="http://schemas.openxmlformats.org/drawingml/2006/main" id="2" idx="3"/>
            <a:endCxn xmlns:a="http://schemas.openxmlformats.org/drawingml/2006/main" id="3" idx="1"/>
          </p:cNvCxnSpPr>
          <p:nvPr/>
        </p:nvCxnSpPr>
        <p:spPr>
          <a:xfrm xmlns:a="http://schemas.openxmlformats.org/drawingml/2006/main">
            <a:off x="3524250" y="3000375"/>
            <a:ext cx="1238250" cy="0"/>
          </a:xfrm>
          <a:prstGeom xmlns:a="http://schemas.openxmlformats.org/drawingml/2006/main" prst="straightConnector1">
            <a:avLst/>
          </a:prstGeom>
          <a:ln xmlns:a="http://schemas.openxmlformats.org/drawingml/2006/main" w="38100">
            <a:solidFill>
              <a:srgbClr val="FF007F"/>
            </a:solidFill>
            <a:prstDash val="solid"/>
            <a:tailEnd type="arrow" w="med" len="med"/>
          </a:ln>
        </p:spPr>
      </p:cxnSp>
      <p:cxnSp>
        <p:nvCxnSpPr>
          <p:cNvPr id="62"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7429500" y="3000375"/>
            <a:ext cx="1238250" cy="0"/>
          </a:xfrm>
          <a:prstGeom xmlns:a="http://schemas.openxmlformats.org/drawingml/2006/main" prst="straightConnector1">
            <a:avLst/>
          </a:prstGeom>
          <a:ln xmlns:a="http://schemas.openxmlformats.org/drawingml/2006/main" w="38100">
            <a:solidFill>
              <a:srgbClr val="0860FE"/>
            </a:solidFill>
            <a:prstDash val="solid"/>
            <a:tailEnd type="arrow" w="med" len="med"/>
          </a:ln>
        </p:spPr>
      </p:cxnSp>
      <p:sp>
        <p:nvSpPr>
          <p:cNvPr id="7" name="Rectangle 6">
            <a:extLst xmlns:a="http://schemas.openxmlformats.org/drawingml/2006/main">
              <a:ext uri="{FF2B5EF4-FFF2-40B4-BE49-F238E27FC236}">
                <a16:creationId xmlns:a16="http://schemas.microsoft.com/office/drawing/2014/main" id="{5849D950-B4D4-4CE5-85CA-9490FD1D80FC}"/>
              </a:ext>
            </a:extLst>
          </p:cNvPr>
          <p:cNvSpPr>
            <a:spLocks xmlns:a="http://schemas.openxmlformats.org/drawingml/2006/main" noGrp="1"/>
          </p:cNvSpPr>
          <p:nvPr/>
        </p:nvSpPr>
        <p:spPr>
          <a:xfrm xmlns:a="http://schemas.openxmlformats.org/drawingml/2006/main">
            <a:off x="1428750" y="4476750"/>
            <a:ext cx="9334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0905"/>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 should see the request before Cilium can redirect, translate, or drop it.</a:t>
            </a:r>
          </a:p>
        </p:txBody>
      </p:sp>
      <p:sp>
        <p:nvSpPr>
          <p:cNvPr id="8" name="Rounded Rectangle 7">
            <a:extLst xmlns:a="http://schemas.openxmlformats.org/drawingml/2006/main">
              <a:ext uri="{FF2B5EF4-FFF2-40B4-BE49-F238E27FC236}">
                <a16:creationId xmlns:a16="http://schemas.microsoft.com/office/drawing/2014/main" id="{E0211182-A93E-4D75-B6E0-FD340F786B7E}"/>
              </a:ext>
            </a:extLst>
          </p:cNvPr>
          <p:cNvSpPr>
            <a:spLocks xmlns:a="http://schemas.openxmlformats.org/drawingml/2006/main" noGrp="1"/>
          </p:cNvSpPr>
          <p:nvPr/>
        </p:nvSpPr>
        <p:spPr>
          <a:xfrm xmlns:a="http://schemas.openxmlformats.org/drawingml/2006/main">
            <a:off x="4191000" y="5410200"/>
            <a:ext cx="3810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FFFFFF"/>
                </a:solidFill>
                <a:latin typeface="CiscoSansTT Medium"/>
                <a:ea typeface="CiscoSansTT Medium"/>
                <a:cs typeface="CiscoSansTT Medium"/>
              </a:defRPr>
            </a:pPr>
            <a:r>
              <a:rPr sz="1575" b="1">
                <a:solidFill>
                  <a:srgbClr val="FFFFFF"/>
                </a:solidFill>
                <a:latin typeface="CiscoSansTT Medium"/>
                <a:ea typeface="CiscoSansTT Medium"/>
                <a:cs typeface="CiscoSansTT Medium"/>
              </a:rPr>
              <a:t>ORDER IS CORRECTNESS</a:t>
            </a:r>
          </a:p>
        </p:txBody>
      </p:sp>
    </p:spTree>
    <p:extLst>
      <p:ext uri="{BB962C8B-B14F-4D97-AF65-F5344CB8AC3E}">
        <p14:creationId xmlns:p14="http://schemas.microsoft.com/office/powerpoint/2010/main" val="109276977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Attachment order</a:t>
            </a:r>
          </a:p>
        </p:txBody>
      </p:sp>
    </p:spTree>
    <p:extLst>
      <p:ext uri="{BB962C8B-B14F-4D97-AF65-F5344CB8AC3E}">
        <p14:creationId xmlns:p14="http://schemas.microsoft.com/office/powerpoint/2010/main" val="138039681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B8A3B1EA-297C-45CD-AE4B-023352055ED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TCX gives each agent a stable position</a:t>
            </a:r>
          </a:p>
        </p:txBody>
      </p:sp>
      <p:sp>
        <p:nvSpPr>
          <p:cNvPr id="2" name="slide-subtitle">
            <a:extLst xmlns:a="http://schemas.openxmlformats.org/drawingml/2006/main">
              <a:ext uri="{FF2B5EF4-FFF2-40B4-BE49-F238E27FC236}">
                <a16:creationId xmlns:a16="http://schemas.microsoft.com/office/drawing/2014/main" id="{8179063A-DDEB-4CBB-997A-D5FC68A8A3FF}"/>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Preferred when the running kernel and both agents confirm support.</a:t>
            </a:r>
          </a:p>
        </p:txBody>
      </p:sp>
      <p:sp>
        <p:nvSpPr>
          <p:cNvPr id="3" name="Rounded Rectangle 2">
            <a:extLst xmlns:a="http://schemas.openxmlformats.org/drawingml/2006/main">
              <a:ext uri="{FF2B5EF4-FFF2-40B4-BE49-F238E27FC236}">
                <a16:creationId xmlns:a16="http://schemas.microsoft.com/office/drawing/2014/main" id="{02145BF7-101A-4CDA-A92E-4AF9A6F59DBF}"/>
              </a:ext>
            </a:extLst>
          </p:cNvPr>
          <p:cNvSpPr>
            <a:spLocks xmlns:a="http://schemas.openxmlformats.org/drawingml/2006/main" noGrp="1"/>
          </p:cNvSpPr>
          <p:nvPr/>
        </p:nvSpPr>
        <p:spPr>
          <a:xfrm xmlns:a="http://schemas.openxmlformats.org/drawingml/2006/main">
            <a:off x="819150" y="2266950"/>
            <a:ext cx="114300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HEAD</a:t>
            </a:r>
          </a:p>
        </p:txBody>
      </p:sp>
      <p:sp>
        <p:nvSpPr>
          <p:cNvPr id="4" name="Rounded Rectangle 3">
            <a:extLst xmlns:a="http://schemas.openxmlformats.org/drawingml/2006/main">
              <a:ext uri="{FF2B5EF4-FFF2-40B4-BE49-F238E27FC236}">
                <a16:creationId xmlns:a16="http://schemas.microsoft.com/office/drawing/2014/main" id="{9607A6B3-920E-4336-8F50-FE14D1F316A7}"/>
              </a:ext>
            </a:extLst>
          </p:cNvPr>
          <p:cNvSpPr>
            <a:spLocks xmlns:a="http://schemas.openxmlformats.org/drawingml/2006/main" noGrp="1"/>
          </p:cNvSpPr>
          <p:nvPr/>
        </p:nvSpPr>
        <p:spPr>
          <a:xfrm xmlns:a="http://schemas.openxmlformats.org/drawingml/2006/main">
            <a:off x="2381250" y="1952625"/>
            <a:ext cx="2571750" cy="1381125"/>
          </a:xfrm>
          <a:prstGeom xmlns:a="http://schemas.openxmlformats.org/drawingml/2006/main" prst="roundRect">
            <a:avLst>
              <a:gd name="adj" fmla="val 5517"/>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OBI</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link.Head()</a:t>
            </a:r>
          </a:p>
        </p:txBody>
      </p:sp>
      <p:sp>
        <p:nvSpPr>
          <p:cNvPr id="5" name="Rounded Rectangle 4">
            <a:extLst xmlns:a="http://schemas.openxmlformats.org/drawingml/2006/main">
              <a:ext uri="{FF2B5EF4-FFF2-40B4-BE49-F238E27FC236}">
                <a16:creationId xmlns:a16="http://schemas.microsoft.com/office/drawing/2014/main" id="{CD71B99A-9619-4677-B426-4010E78FE632}"/>
              </a:ext>
            </a:extLst>
          </p:cNvPr>
          <p:cNvSpPr>
            <a:spLocks xmlns:a="http://schemas.openxmlformats.org/drawingml/2006/main" noGrp="1"/>
          </p:cNvSpPr>
          <p:nvPr/>
        </p:nvSpPr>
        <p:spPr>
          <a:xfrm xmlns:a="http://schemas.openxmlformats.org/drawingml/2006/main">
            <a:off x="7239000" y="1952625"/>
            <a:ext cx="2571750" cy="1381125"/>
          </a:xfrm>
          <a:prstGeom xmlns:a="http://schemas.openxmlformats.org/drawingml/2006/main" prst="roundRect">
            <a:avLst>
              <a:gd name="adj" fmla="val 5517"/>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Cilium</a:t>
            </a:r>
          </a:p>
          <a:p xmlns:a="http://schemas.openxmlformats.org/drawingml/2006/main">
            <a:pPr algn="ctr">
              <a:buNone/>
              <a:defRPr sz="2100" b="1">
                <a:solidFill>
                  <a:srgbClr val="07182A"/>
                </a:solidFill>
                <a:latin typeface="CiscoSansTT Medium"/>
                <a:ea typeface="CiscoSansTT Medium"/>
                <a:cs typeface="CiscoSansTT Medium"/>
              </a:defRPr>
            </a:pPr>
            <a:r>
              <a:rPr sz="2100" b="1">
                <a:solidFill>
                  <a:srgbClr val="07182A"/>
                </a:solidFill>
                <a:latin typeface="CiscoSansTT Medium"/>
                <a:ea typeface="CiscoSansTT Medium"/>
                <a:cs typeface="CiscoSansTT Medium"/>
              </a:rPr>
              <a:t>link.Tail()</a:t>
            </a:r>
          </a:p>
        </p:txBody>
      </p:sp>
      <p:sp>
        <p:nvSpPr>
          <p:cNvPr id="6" name="Rounded Rectangle 5">
            <a:extLst xmlns:a="http://schemas.openxmlformats.org/drawingml/2006/main">
              <a:ext uri="{FF2B5EF4-FFF2-40B4-BE49-F238E27FC236}">
                <a16:creationId xmlns:a16="http://schemas.microsoft.com/office/drawing/2014/main" id="{A25EFA0D-21C9-45F7-A6DB-22113BE509FF}"/>
              </a:ext>
            </a:extLst>
          </p:cNvPr>
          <p:cNvSpPr>
            <a:spLocks xmlns:a="http://schemas.openxmlformats.org/drawingml/2006/main" noGrp="1"/>
          </p:cNvSpPr>
          <p:nvPr/>
        </p:nvSpPr>
        <p:spPr>
          <a:xfrm xmlns:a="http://schemas.openxmlformats.org/drawingml/2006/main">
            <a:off x="10239375" y="2266950"/>
            <a:ext cx="114300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TAIL</a:t>
            </a:r>
          </a:p>
        </p:txBody>
      </p:sp>
      <p:cxnSp>
        <p:nvCxnSpPr>
          <p:cNvPr id="77" name="Straight Arrow Connector 20"/>
          <p:cNvCxnSpPr>
            <a:stCxn xmlns:a="http://schemas.openxmlformats.org/drawingml/2006/main" id="4" idx="3"/>
            <a:endCxn xmlns:a="http://schemas.openxmlformats.org/drawingml/2006/main" id="5" idx="1"/>
          </p:cNvCxnSpPr>
          <p:nvPr/>
        </p:nvCxnSpPr>
        <p:spPr>
          <a:xfrm xmlns:a="http://schemas.openxmlformats.org/drawingml/2006/main">
            <a:off x="4953000" y="2643188"/>
            <a:ext cx="2286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8" name="Rectangle 7">
            <a:extLst xmlns:a="http://schemas.openxmlformats.org/drawingml/2006/main">
              <a:ext uri="{FF2B5EF4-FFF2-40B4-BE49-F238E27FC236}">
                <a16:creationId xmlns:a16="http://schemas.microsoft.com/office/drawing/2014/main" id="{81723338-AEC6-46A8-A6E9-DB0E8AC17B5D}"/>
              </a:ext>
            </a:extLst>
          </p:cNvPr>
          <p:cNvSpPr>
            <a:spLocks xmlns:a="http://schemas.openxmlformats.org/drawingml/2006/main" noGrp="1"/>
          </p:cNvSpPr>
          <p:nvPr/>
        </p:nvSpPr>
        <p:spPr>
          <a:xfrm xmlns:a="http://schemas.openxmlformats.org/drawingml/2006/main">
            <a:off x="2381250" y="3848100"/>
            <a:ext cx="7429500" cy="19050"/>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0D7691E9-DC2A-4F17-918F-76C126E8BF88}"/>
              </a:ext>
            </a:extLst>
          </p:cNvPr>
          <p:cNvSpPr>
            <a:spLocks xmlns:a="http://schemas.openxmlformats.org/drawingml/2006/main" noGrp="1"/>
          </p:cNvSpPr>
          <p:nvPr/>
        </p:nvSpPr>
        <p:spPr>
          <a:xfrm xmlns:a="http://schemas.openxmlformats.org/drawingml/2006/main">
            <a:off x="1905000" y="428625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267C6E7-9B37-4D0C-896A-F682D66023B1}"/>
              </a:ext>
            </a:extLst>
          </p:cNvPr>
          <p:cNvSpPr>
            <a:spLocks xmlns:a="http://schemas.openxmlformats.org/drawingml/2006/main" noGrp="1"/>
          </p:cNvSpPr>
          <p:nvPr/>
        </p:nvSpPr>
        <p:spPr>
          <a:xfrm xmlns:a="http://schemas.openxmlformats.org/drawingml/2006/main">
            <a:off x="2171700" y="41910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Ordered multi-attachment without explicit qdisc filter management</a:t>
            </a:r>
          </a:p>
        </p:txBody>
      </p:sp>
      <p:sp>
        <p:nvSpPr>
          <p:cNvPr id="11" name="Rectangle 10">
            <a:extLst xmlns:a="http://schemas.openxmlformats.org/drawingml/2006/main">
              <a:ext uri="{FF2B5EF4-FFF2-40B4-BE49-F238E27FC236}">
                <a16:creationId xmlns:a16="http://schemas.microsoft.com/office/drawing/2014/main" id="{C33D4382-6522-4B0D-84F2-1F90F244A5B8}"/>
              </a:ext>
            </a:extLst>
          </p:cNvPr>
          <p:cNvSpPr>
            <a:spLocks xmlns:a="http://schemas.openxmlformats.org/drawingml/2006/main" noGrp="1"/>
          </p:cNvSpPr>
          <p:nvPr/>
        </p:nvSpPr>
        <p:spPr>
          <a:xfrm xmlns:a="http://schemas.openxmlformats.org/drawingml/2006/main">
            <a:off x="1905000" y="4838700"/>
            <a:ext cx="95250" cy="95250"/>
          </a:xfrm>
          <a:prstGeom xmlns:a="http://schemas.openxmlformats.org/drawingml/2006/main" prst="rect">
            <a:avLst/>
          </a:prstGeom>
          <a:solidFill xmlns:a="http://schemas.openxmlformats.org/drawingml/2006/main">
            <a:srgbClr val="02C8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34AFD7D3-DBBC-467B-AF67-D1E09884FC95}"/>
              </a:ext>
            </a:extLst>
          </p:cNvPr>
          <p:cNvSpPr>
            <a:spLocks xmlns:a="http://schemas.openxmlformats.org/drawingml/2006/main" noGrp="1"/>
          </p:cNvSpPr>
          <p:nvPr/>
        </p:nvSpPr>
        <p:spPr>
          <a:xfrm xmlns:a="http://schemas.openxmlformats.org/drawingml/2006/main">
            <a:off x="2171700" y="474345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Runtime probing matters more than the kernel version string</a:t>
            </a:r>
          </a:p>
        </p:txBody>
      </p:sp>
      <p:sp>
        <p:nvSpPr>
          <p:cNvPr id="13" name="Rectangle 12">
            <a:extLst xmlns:a="http://schemas.openxmlformats.org/drawingml/2006/main">
              <a:ext uri="{FF2B5EF4-FFF2-40B4-BE49-F238E27FC236}">
                <a16:creationId xmlns:a16="http://schemas.microsoft.com/office/drawing/2014/main" id="{ED5168D3-A4AE-4C03-BD57-4769C0F69AAF}"/>
              </a:ext>
            </a:extLst>
          </p:cNvPr>
          <p:cNvSpPr>
            <a:spLocks xmlns:a="http://schemas.openxmlformats.org/drawingml/2006/main" noGrp="1"/>
          </p:cNvSpPr>
          <p:nvPr/>
        </p:nvSpPr>
        <p:spPr>
          <a:xfrm xmlns:a="http://schemas.openxmlformats.org/drawingml/2006/main">
            <a:off x="1905000" y="5391150"/>
            <a:ext cx="95250" cy="95250"/>
          </a:xfrm>
          <a:prstGeom xmlns:a="http://schemas.openxmlformats.org/drawingml/2006/main" prst="rect">
            <a:avLst/>
          </a:prstGeom>
          <a:solidFill xmlns:a="http://schemas.openxmlformats.org/drawingml/2006/main">
            <a:srgbClr val="FF9000"/>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418E2667-0F13-4934-813C-7529483B1954}"/>
              </a:ext>
            </a:extLst>
          </p:cNvPr>
          <p:cNvSpPr>
            <a:spLocks xmlns:a="http://schemas.openxmlformats.org/drawingml/2006/main" noGrp="1"/>
          </p:cNvSpPr>
          <p:nvPr/>
        </p:nvSpPr>
        <p:spPr>
          <a:xfrm xmlns:a="http://schemas.openxmlformats.org/drawingml/2006/main">
            <a:off x="2171700" y="5295900"/>
            <a:ext cx="8305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0">
                <a:solidFill>
                  <a:srgbClr val="07182A"/>
                </a:solidFill>
                <a:latin typeface="CiscoSansTT"/>
                <a:ea typeface="CiscoSansTT"/>
                <a:cs typeface="CiscoSansTT"/>
              </a:defRPr>
            </a:pPr>
            <a:r>
              <a:rPr sz="1800" b="0">
                <a:solidFill>
                  <a:srgbClr val="07182A"/>
                </a:solidFill>
                <a:latin typeface="CiscoSansTT"/>
                <a:ea typeface="CiscoSansTT"/>
                <a:cs typeface="CiscoSansTT"/>
              </a:rPr>
              <a:t>A supported attach API does not prove arbitrary programs are compatible</a:t>
            </a:r>
          </a:p>
        </p:txBody>
      </p:sp>
    </p:spTree>
    <p:extLst>
      <p:ext uri="{BB962C8B-B14F-4D97-AF65-F5344CB8AC3E}">
        <p14:creationId xmlns:p14="http://schemas.microsoft.com/office/powerpoint/2010/main" val="726721648"/>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7997A2C8-CA2D-4412-9BCD-C55128D0BA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Legacy TC needs a priority contract</a:t>
            </a:r>
          </a:p>
        </p:txBody>
      </p:sp>
      <p:sp>
        <p:nvSpPr>
          <p:cNvPr id="2" name="slide-subtitle">
            <a:extLst xmlns:a="http://schemas.openxmlformats.org/drawingml/2006/main">
              <a:ext uri="{FF2B5EF4-FFF2-40B4-BE49-F238E27FC236}">
                <a16:creationId xmlns:a16="http://schemas.microsoft.com/office/drawing/2014/main" id="{12E78F13-D05E-4B31-8F53-5C07894486A3}"/>
              </a:ext>
            </a:extLst>
          </p:cNvPr>
          <p:cNvSpPr>
            <a:spLocks xmlns:a="http://schemas.openxmlformats.org/drawingml/2006/main" noGrp="1"/>
          </p:cNvSpPr>
          <p:nvPr/>
        </p:nvSpPr>
        <p:spPr>
          <a:xfrm xmlns:a="http://schemas.openxmlformats.org/drawingml/2006/main">
            <a:off x="552450" y="10287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Lower numeric priority runs first.</a:t>
            </a:r>
          </a:p>
        </p:txBody>
      </p:sp>
      <p:sp>
        <p:nvSpPr>
          <p:cNvPr id="3" name="Rounded Rectangle 2">
            <a:extLst xmlns:a="http://schemas.openxmlformats.org/drawingml/2006/main">
              <a:ext uri="{FF2B5EF4-FFF2-40B4-BE49-F238E27FC236}">
                <a16:creationId xmlns:a16="http://schemas.microsoft.com/office/drawing/2014/main" id="{F4340365-7A62-46A0-B861-397C798F1ECA}"/>
              </a:ext>
            </a:extLst>
          </p:cNvPr>
          <p:cNvSpPr>
            <a:spLocks xmlns:a="http://schemas.openxmlformats.org/drawingml/2006/main" noGrp="1"/>
          </p:cNvSpPr>
          <p:nvPr/>
        </p:nvSpPr>
        <p:spPr>
          <a:xfrm xmlns:a="http://schemas.openxmlformats.org/drawingml/2006/main">
            <a:off x="1714500" y="2095500"/>
            <a:ext cx="2857500" cy="1428750"/>
          </a:xfrm>
          <a:prstGeom xmlns:a="http://schemas.openxmlformats.org/drawingml/2006/main" prst="roundRect">
            <a:avLst>
              <a:gd name="adj" fmla="val 5333"/>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1</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OBI</a:t>
            </a:r>
          </a:p>
        </p:txBody>
      </p:sp>
      <p:sp>
        <p:nvSpPr>
          <p:cNvPr id="4" name="Rounded Rectangle 3">
            <a:extLst xmlns:a="http://schemas.openxmlformats.org/drawingml/2006/main">
              <a:ext uri="{FF2B5EF4-FFF2-40B4-BE49-F238E27FC236}">
                <a16:creationId xmlns:a16="http://schemas.microsoft.com/office/drawing/2014/main" id="{C1DD56C0-7A7F-457E-A82A-D0E7175F4478}"/>
              </a:ext>
            </a:extLst>
          </p:cNvPr>
          <p:cNvSpPr>
            <a:spLocks xmlns:a="http://schemas.openxmlformats.org/drawingml/2006/main" noGrp="1"/>
          </p:cNvSpPr>
          <p:nvPr/>
        </p:nvSpPr>
        <p:spPr>
          <a:xfrm xmlns:a="http://schemas.openxmlformats.org/drawingml/2006/main">
            <a:off x="7620000" y="2095500"/>
            <a:ext cx="2857500" cy="1428750"/>
          </a:xfrm>
          <a:prstGeom xmlns:a="http://schemas.openxmlformats.org/drawingml/2006/main" prst="roundRect">
            <a:avLst>
              <a:gd name="adj" fmla="val 5333"/>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priority 2+</a:t>
            </a:r>
          </a:p>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Cilium</a:t>
            </a:r>
          </a:p>
        </p:txBody>
      </p:sp>
      <p:cxnSp>
        <p:nvCxnSpPr>
          <p:cNvPr id="56" name="Straight Arrow Connector 13"/>
          <p:cNvCxnSpPr>
            <a:stCxn xmlns:a="http://schemas.openxmlformats.org/drawingml/2006/main" id="3" idx="3"/>
            <a:endCxn xmlns:a="http://schemas.openxmlformats.org/drawingml/2006/main" id="4" idx="1"/>
          </p:cNvCxnSpPr>
          <p:nvPr/>
        </p:nvCxnSpPr>
        <p:spPr>
          <a:xfrm xmlns:a="http://schemas.openxmlformats.org/drawingml/2006/main">
            <a:off x="4572000" y="2809875"/>
            <a:ext cx="3048000" cy="0"/>
          </a:xfrm>
          <a:prstGeom xmlns:a="http://schemas.openxmlformats.org/drawingml/2006/main" prst="straightConnector1">
            <a:avLst/>
          </a:prstGeom>
          <a:ln xmlns:a="http://schemas.openxmlformats.org/drawingml/2006/main" w="38100">
            <a:solidFill>
              <a:srgbClr val="07182A"/>
            </a:solidFill>
            <a:prstDash val="solid"/>
            <a:tailEnd type="arrow" w="med" len="med"/>
          </a:ln>
        </p:spPr>
      </p:cxnSp>
      <p:sp>
        <p:nvSpPr>
          <p:cNvPr id="6" name="Rectangle 5">
            <a:extLst xmlns:a="http://schemas.openxmlformats.org/drawingml/2006/main">
              <a:ext uri="{FF2B5EF4-FFF2-40B4-BE49-F238E27FC236}">
                <a16:creationId xmlns:a16="http://schemas.microsoft.com/office/drawing/2014/main" id="{4C0547DB-5BC5-42F5-A58E-A3894A5C481C}"/>
              </a:ext>
            </a:extLst>
          </p:cNvPr>
          <p:cNvSpPr>
            <a:spLocks xmlns:a="http://schemas.openxmlformats.org/drawingml/2006/main" noGrp="1"/>
          </p:cNvSpPr>
          <p:nvPr/>
        </p:nvSpPr>
        <p:spPr>
          <a:xfrm xmlns:a="http://schemas.openxmlformats.org/drawingml/2006/main">
            <a:off x="5191125" y="2495550"/>
            <a:ext cx="180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9924" lnSpcReduction="10000"/>
          </a:bodyPr>
          <a:lstStyle xmlns:a="http://schemas.openxmlformats.org/drawingml/2006/main"/>
          <a:p xmlns:a="http://schemas.openxmlformats.org/drawingml/2006/main">
            <a:pPr algn="ctr">
              <a:buNone/>
              <a:defRPr sz="1650" b="1">
                <a:solidFill>
                  <a:srgbClr val="2DAA5F"/>
                </a:solidFill>
                <a:latin typeface="CiscoSansTT Medium"/>
                <a:ea typeface="CiscoSansTT Medium"/>
                <a:cs typeface="CiscoSansTT Medium"/>
              </a:defRPr>
            </a:pPr>
            <a:r>
              <a:rPr sz="1650" b="1">
                <a:solidFill>
                  <a:srgbClr val="2DAA5F"/>
                </a:solidFill>
                <a:latin typeface="CiscoSansTT Medium"/>
                <a:ea typeface="CiscoSansTT Medium"/>
                <a:cs typeface="CiscoSansTT Medium"/>
              </a:rPr>
              <a:t>Safe order</a:t>
            </a:r>
          </a:p>
        </p:txBody>
      </p:sp>
      <p:sp>
        <p:nvSpPr>
          <p:cNvPr id="7" name="Rounded Rectangle 6">
            <a:extLst xmlns:a="http://schemas.openxmlformats.org/drawingml/2006/main">
              <a:ext uri="{FF2B5EF4-FFF2-40B4-BE49-F238E27FC236}">
                <a16:creationId xmlns:a16="http://schemas.microsoft.com/office/drawing/2014/main" id="{B2ACBA55-06AE-437C-82A4-3A7F2047B29D}"/>
              </a:ext>
            </a:extLst>
          </p:cNvPr>
          <p:cNvSpPr>
            <a:spLocks xmlns:a="http://schemas.openxmlformats.org/drawingml/2006/main" noGrp="1"/>
          </p:cNvSpPr>
          <p:nvPr/>
        </p:nvSpPr>
        <p:spPr>
          <a:xfrm xmlns:a="http://schemas.openxmlformats.org/drawingml/2006/main">
            <a:off x="1714500" y="4191000"/>
            <a:ext cx="8763000" cy="895350"/>
          </a:xfrm>
          <a:prstGeom xmlns:a="http://schemas.openxmlformats.org/drawingml/2006/main" prst="roundRect">
            <a:avLst>
              <a:gd name="adj" fmla="val 85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9822725E-E431-4615-AF0C-451355CBF45D}"/>
              </a:ext>
            </a:extLst>
          </p:cNvPr>
          <p:cNvSpPr>
            <a:spLocks xmlns:a="http://schemas.openxmlformats.org/drawingml/2006/main" noGrp="1"/>
          </p:cNvSpPr>
          <p:nvPr/>
        </p:nvSpPr>
        <p:spPr>
          <a:xfrm xmlns:a="http://schemas.openxmlformats.org/drawingml/2006/main">
            <a:off x="2114550" y="4381500"/>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063" lnSpcReduction="10000"/>
          </a:bodyPr>
          <a:lstStyle xmlns:a="http://schemas.openxmlformats.org/drawingml/2006/main"/>
          <a:p xmlns:a="http://schemas.openxmlformats.org/drawingml/2006/main">
            <a:pPr algn="ctr">
              <a:buNone/>
              <a:defRPr sz="2175" b="1">
                <a:solidFill>
                  <a:srgbClr val="E84551"/>
                </a:solidFill>
                <a:latin typeface="CiscoSansTT Medium"/>
                <a:ea typeface="CiscoSansTT Medium"/>
                <a:cs typeface="CiscoSansTT Medium"/>
              </a:defRPr>
            </a:pPr>
            <a:r>
              <a:rPr sz="2175" b="1">
                <a:solidFill>
                  <a:srgbClr val="E84551"/>
                </a:solidFill>
                <a:latin typeface="CiscoSansTT Medium"/>
                <a:ea typeface="CiscoSansTT Medium"/>
                <a:cs typeface="CiscoSansTT Medium"/>
              </a:rPr>
              <a:t>OBI TC flow mode rejects Cilium priority 1</a:t>
            </a:r>
          </a:p>
        </p:txBody>
      </p:sp>
      <p:sp>
        <p:nvSpPr>
          <p:cNvPr id="9" name="Rectangle 8">
            <a:extLst xmlns:a="http://schemas.openxmlformats.org/drawingml/2006/main">
              <a:ext uri="{FF2B5EF4-FFF2-40B4-BE49-F238E27FC236}">
                <a16:creationId xmlns:a16="http://schemas.microsoft.com/office/drawing/2014/main" id="{B5C33083-7928-4AD1-8B86-7E12A3E3A89A}"/>
              </a:ext>
            </a:extLst>
          </p:cNvPr>
          <p:cNvSpPr>
            <a:spLocks xmlns:a="http://schemas.openxmlformats.org/drawingml/2006/main" noGrp="1"/>
          </p:cNvSpPr>
          <p:nvPr/>
        </p:nvSpPr>
        <p:spPr>
          <a:xfrm xmlns:a="http://schemas.openxmlformats.org/drawingml/2006/main">
            <a:off x="2381250" y="5467350"/>
            <a:ext cx="742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Pin versions, render config, verify the live order</a:t>
            </a:r>
          </a:p>
        </p:txBody>
      </p:sp>
      <p:sp>
        <p:nvSpPr>
          <p:cNvPr id="30" name="">
            <a:extLst xmlns:a="http://schemas.openxmlformats.org/drawingml/2006/main">
              <a:ext uri="{FF2B5EF4-FFF2-40B4-BE49-F238E27FC236}">
                <a16:creationId xmlns:a16="http://schemas.microsoft.com/office/drawing/2014/main" id="{5D41BDE8-8302-49E9-B1E5-5C3AC5F420C4}"/>
              </a:ext>
            </a:extLst>
          </p:cNvPr>
          <p:cNvSpPr>
            <a:spLocks xmlns:a="http://schemas.openxmlformats.org/drawingml/2006/main" noGrp="1"/>
          </p:cNvSpPr>
          <p:nvPr/>
        </p:nvSpPr>
        <p:spPr>
          <a:xfrm xmlns:a="http://schemas.openxmlformats.org/drawingml/2006/main">
            <a:off x="11144250" y="6629400"/>
            <a:ext cx="1047750" cy="22860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125222E2-1BD0-45FD-A671-C4C40F2B3E00}"/>
              </a:ext>
            </a:extLst>
          </p:cNvPr>
          <p:cNvSpPr>
            <a:spLocks xmlns:a="http://schemas.openxmlformats.org/drawingml/2006/main" noGrp="1"/>
          </p:cNvSpPr>
          <p:nvPr/>
        </p:nvSpPr>
        <p:spPr>
          <a:xfrm xmlns:a="http://schemas.openxmlformats.org/drawingml/2006/main">
            <a:off x="11144250" y="6696075"/>
            <a:ext cx="1009650" cy="133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Autofit/>
          </a:bodyPr>
          <a:lstStyle xmlns:a="http://schemas.openxmlformats.org/drawingml/2006/main"/>
          <a:p xmlns:a="http://schemas.openxmlformats.org/drawingml/2006/main">
            <a:pPr algn="r">
              <a:buNone/>
              <a:defRPr sz="600">
                <a:solidFill>
                  <a:srgbClr val="686B6B"/>
                </a:solidFill>
                <a:latin typeface="CiscoSansTT"/>
                <a:ea typeface="CiscoSansTT"/>
                <a:cs typeface="CiscoSansTT"/>
              </a:defRPr>
            </a:pPr>
            <a:r>
              <a:rPr sz="600">
                <a:solidFill>
                  <a:srgbClr val="686B6B"/>
                </a:solidFill>
                <a:latin typeface="CiscoSansTT"/>
                <a:ea typeface="CiscoSansTT"/>
                <a:cs typeface="CiscoSansTT"/>
              </a:rPr>
              <a:t>Cisco Confidential</a:t>
            </a:r>
          </a:p>
        </p:txBody>
      </p:sp>
    </p:spTree>
    <p:extLst>
      <p:ext uri="{BB962C8B-B14F-4D97-AF65-F5344CB8AC3E}">
        <p14:creationId xmlns:p14="http://schemas.microsoft.com/office/powerpoint/2010/main" val="1735774523"/>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Attachment demo: TC priority changes the outcome</a:t>
            </a:r>
          </a:p>
        </p:txBody>
      </p:sp>
      <p:pic>
        <p:nvPicPr>
          <p:cNvPr id="6" name="cilium-obi-demo-4-legacy-priority.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3"/>
            <p:extLst>
              <p:ext uri="{DAA4B4D4-6D71-4841-9C94-3DE7FCFB9230}">
                <p14:media xmlns:p14="http://schemas.microsoft.com/office/powerpoint/2010/main" xmlns:r="http://schemas.openxmlformats.org/officeDocument/2006/relationships" r:embed="rIdMedia13"/>
              </p:ext>
            </p:extLst>
          </p:nvPr>
        </p:nvPicPr>
        <p:blipFill>
          <a:blip xmlns:r="http://schemas.openxmlformats.org/officeDocument/2006/relationships" xmlns:a="http://schemas.openxmlformats.org/drawingml/2006/main" r:embed="R861757f96945439e"/>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Live demo: one request, two views</a:t>
            </a:r>
          </a:p>
        </p:txBody>
      </p:sp>
      <p:sp>
        <p:nvSpPr>
          <p:cNvPr id="2" name="Rectangle 1">
            <a:extLst xmlns:a="http://schemas.openxmlformats.org/drawingml/2006/main">
              <a:ext uri="{FF2B5EF4-FFF2-40B4-BE49-F238E27FC236}">
                <a16:creationId xmlns:a16="http://schemas.microsoft.com/office/drawing/2014/main" id="{05D5A808-F0EE-4B26-867B-7A6125AF667F}"/>
              </a:ext>
            </a:extLst>
          </p:cNvPr>
          <p:cNvSpPr>
            <a:spLocks xmlns:a="http://schemas.openxmlformats.org/drawingml/2006/main" noGrp="1"/>
          </p:cNvSpPr>
          <p:nvPr/>
        </p:nvSpPr>
        <p:spPr>
          <a:xfrm xmlns:a="http://schemas.openxmlformats.org/drawingml/2006/main">
            <a:off x="342900" y="41719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68886093"/>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1D9519B1-DD3C-456B-88F7-9C043015AC45}"/>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telemetry share Grafana</a:t>
            </a:r>
          </a:p>
        </p:txBody>
      </p:sp>
      <p:sp>
        <p:nvSpPr>
          <p:cNvPr id="2" name="Rounded Rectangle 1">
            <a:extLst xmlns:a="http://schemas.openxmlformats.org/drawingml/2006/main">
              <a:ext uri="{FF2B5EF4-FFF2-40B4-BE49-F238E27FC236}">
                <a16:creationId xmlns:a16="http://schemas.microsoft.com/office/drawing/2014/main" id="{41AEF761-19E2-45EB-A2DA-1702DE162D39}"/>
              </a:ext>
            </a:extLst>
          </p:cNvPr>
          <p:cNvSpPr>
            <a:spLocks xmlns:a="http://schemas.openxmlformats.org/drawingml/2006/main" noGrp="1"/>
          </p:cNvSpPr>
          <p:nvPr/>
        </p:nvSpPr>
        <p:spPr>
          <a:xfrm xmlns:a="http://schemas.openxmlformats.org/drawingml/2006/main">
            <a:off x="619125" y="1952625"/>
            <a:ext cx="1428750" cy="762000"/>
          </a:xfrm>
          <a:prstGeom xmlns:a="http://schemas.openxmlformats.org/drawingml/2006/main" prst="roundRect">
            <a:avLst>
              <a:gd name="adj" fmla="val 10000"/>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traffic</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generator</a:t>
            </a:r>
          </a:p>
        </p:txBody>
      </p:sp>
      <p:sp>
        <p:nvSpPr>
          <p:cNvPr id="3" name="Rounded Rectangle 2">
            <a:extLst xmlns:a="http://schemas.openxmlformats.org/drawingml/2006/main">
              <a:ext uri="{FF2B5EF4-FFF2-40B4-BE49-F238E27FC236}">
                <a16:creationId xmlns:a16="http://schemas.microsoft.com/office/drawing/2014/main" id="{55300D67-D187-4978-80DE-BFD52265F93E}"/>
              </a:ext>
            </a:extLst>
          </p:cNvPr>
          <p:cNvSpPr>
            <a:spLocks xmlns:a="http://schemas.openxmlformats.org/drawingml/2006/main" noGrp="1"/>
          </p:cNvSpPr>
          <p:nvPr/>
        </p:nvSpPr>
        <p:spPr>
          <a:xfrm xmlns:a="http://schemas.openxmlformats.org/drawingml/2006/main">
            <a:off x="2619375" y="1952625"/>
            <a:ext cx="171450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edge-nginx</a:t>
            </a:r>
          </a:p>
        </p:txBody>
      </p:sp>
      <p:sp>
        <p:nvSpPr>
          <p:cNvPr id="4" name="Rounded Rectangle 3">
            <a:extLst xmlns:a="http://schemas.openxmlformats.org/drawingml/2006/main">
              <a:ext uri="{FF2B5EF4-FFF2-40B4-BE49-F238E27FC236}">
                <a16:creationId xmlns:a16="http://schemas.microsoft.com/office/drawing/2014/main" id="{225AF0F6-BB69-4CFD-ADE9-9FCAAD2D1F8E}"/>
              </a:ext>
            </a:extLst>
          </p:cNvPr>
          <p:cNvSpPr>
            <a:spLocks xmlns:a="http://schemas.openxmlformats.org/drawingml/2006/main" noGrp="1"/>
          </p:cNvSpPr>
          <p:nvPr/>
        </p:nvSpPr>
        <p:spPr>
          <a:xfrm xmlns:a="http://schemas.openxmlformats.org/drawingml/2006/main">
            <a:off x="5048250"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recommendations-v2</a:t>
            </a:r>
          </a:p>
        </p:txBody>
      </p:sp>
      <p:sp>
        <p:nvSpPr>
          <p:cNvPr id="5" name="Rounded Rectangle 4">
            <a:extLst xmlns:a="http://schemas.openxmlformats.org/drawingml/2006/main">
              <a:ext uri="{FF2B5EF4-FFF2-40B4-BE49-F238E27FC236}">
                <a16:creationId xmlns:a16="http://schemas.microsoft.com/office/drawing/2014/main" id="{F83A8591-539F-4434-8F08-7B55A4EC9E85}"/>
              </a:ext>
            </a:extLst>
          </p:cNvPr>
          <p:cNvSpPr>
            <a:spLocks xmlns:a="http://schemas.openxmlformats.org/drawingml/2006/main" noGrp="1"/>
          </p:cNvSpPr>
          <p:nvPr/>
        </p:nvSpPr>
        <p:spPr>
          <a:xfrm xmlns:a="http://schemas.openxmlformats.org/drawingml/2006/main">
            <a:off x="7953375" y="1952625"/>
            <a:ext cx="2190750" cy="762000"/>
          </a:xfrm>
          <a:prstGeom xmlns:a="http://schemas.openxmlformats.org/drawingml/2006/main" prst="roundRect">
            <a:avLst>
              <a:gd name="adj" fmla="val 10000"/>
            </a:avLst>
          </a:prstGeom>
          <a:solidFill xmlns:a="http://schemas.openxmlformats.org/drawingml/2006/main">
            <a:srgbClr val="FFFFFF"/>
          </a:solidFill>
          <a:ln xmlns:a="http://schemas.openxmlformats.org/drawingml/2006/main" w="14288">
            <a:solidFill>
              <a:srgbClr val="02C8FF"/>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recommendations-v1</a:t>
            </a:r>
          </a:p>
        </p:txBody>
      </p:sp>
      <p:cxnSp>
        <p:nvCxnSpPr>
          <p:cNvPr id="177" name="Straight Arrow Connector 24"/>
          <p:cNvCxnSpPr>
            <a:stCxn xmlns:a="http://schemas.openxmlformats.org/drawingml/2006/main" id="2" idx="3"/>
            <a:endCxn xmlns:a="http://schemas.openxmlformats.org/drawingml/2006/main" id="3" idx="1"/>
          </p:cNvCxnSpPr>
          <p:nvPr/>
        </p:nvCxnSpPr>
        <p:spPr>
          <a:xfrm xmlns:a="http://schemas.openxmlformats.org/drawingml/2006/main">
            <a:off x="2047875" y="2333625"/>
            <a:ext cx="571500" cy="0"/>
          </a:xfrm>
          <a:prstGeom xmlns:a="http://schemas.openxmlformats.org/drawingml/2006/main" prst="straightConnector1">
            <a:avLst/>
          </a:prstGeom>
          <a:ln xmlns:a="http://schemas.openxmlformats.org/drawingml/2006/main" w="23813">
            <a:solidFill>
              <a:srgbClr val="686B6B"/>
            </a:solidFill>
            <a:prstDash val="solid"/>
            <a:tailEnd type="arrow" w="med" len="med"/>
          </a:ln>
        </p:spPr>
      </p:cxnSp>
      <p:cxnSp>
        <p:nvCxnSpPr>
          <p:cNvPr id="178" name="Straight Arrow Connector 25"/>
          <p:cNvCxnSpPr>
            <a:stCxn xmlns:a="http://schemas.openxmlformats.org/drawingml/2006/main" id="3" idx="3"/>
            <a:endCxn xmlns:a="http://schemas.openxmlformats.org/drawingml/2006/main" id="4" idx="1"/>
          </p:cNvCxnSpPr>
          <p:nvPr/>
        </p:nvCxnSpPr>
        <p:spPr>
          <a:xfrm xmlns:a="http://schemas.openxmlformats.org/drawingml/2006/main">
            <a:off x="4333875"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179" name="Straight Arrow Connector 26"/>
          <p:cNvCxnSpPr>
            <a:stCxn xmlns:a="http://schemas.openxmlformats.org/drawingml/2006/main" id="4" idx="3"/>
            <a:endCxn xmlns:a="http://schemas.openxmlformats.org/drawingml/2006/main" id="5" idx="1"/>
          </p:cNvCxnSpPr>
          <p:nvPr/>
        </p:nvCxnSpPr>
        <p:spPr>
          <a:xfrm xmlns:a="http://schemas.openxmlformats.org/drawingml/2006/main">
            <a:off x="7239000" y="2333625"/>
            <a:ext cx="714375"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sp>
        <p:nvSpPr>
          <p:cNvPr id="9" name="Rounded Rectangle 8">
            <a:extLst xmlns:a="http://schemas.openxmlformats.org/drawingml/2006/main">
              <a:ext uri="{FF2B5EF4-FFF2-40B4-BE49-F238E27FC236}">
                <a16:creationId xmlns:a16="http://schemas.microsoft.com/office/drawing/2014/main" id="{51E2D28F-8C9A-445C-81A1-9199E40601EF}"/>
              </a:ext>
            </a:extLst>
          </p:cNvPr>
          <p:cNvSpPr>
            <a:spLocks xmlns:a="http://schemas.openxmlformats.org/drawingml/2006/main" noGrp="1"/>
          </p:cNvSpPr>
          <p:nvPr/>
        </p:nvSpPr>
        <p:spPr>
          <a:xfrm xmlns:a="http://schemas.openxmlformats.org/drawingml/2006/main">
            <a:off x="2143125" y="1123950"/>
            <a:ext cx="790575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1">
                <a:solidFill>
                  <a:srgbClr val="FFFFFF"/>
                </a:solidFill>
                <a:latin typeface="CiscoSansTT Medium"/>
                <a:ea typeface="CiscoSansTT Medium"/>
                <a:cs typeface="CiscoSansTT Medium"/>
              </a:defRPr>
            </a:pPr>
            <a:r>
              <a:rPr sz="1425" b="1">
                <a:solidFill>
                  <a:srgbClr val="FFFFFF"/>
                </a:solidFill>
                <a:latin typeface="CiscoSansTT Medium"/>
                <a:ea typeface="CiscoSansTT Medium"/>
                <a:cs typeface="CiscoSansTT Medium"/>
              </a:rPr>
              <a:t>kind · 2 workers · Cilium v1.20.2 · Hubble</a:t>
            </a:r>
          </a:p>
        </p:txBody>
      </p:sp>
      <p:sp>
        <p:nvSpPr>
          <p:cNvPr id="10" name="Rounded Rectangle 9">
            <a:extLst xmlns:a="http://schemas.openxmlformats.org/drawingml/2006/main">
              <a:ext uri="{FF2B5EF4-FFF2-40B4-BE49-F238E27FC236}">
                <a16:creationId xmlns:a16="http://schemas.microsoft.com/office/drawing/2014/main" id="{DDD45BD2-CFCA-412C-AF13-1C69765D81BF}"/>
              </a:ext>
            </a:extLst>
          </p:cNvPr>
          <p:cNvSpPr>
            <a:spLocks xmlns:a="http://schemas.openxmlformats.org/drawingml/2006/main" noGrp="1"/>
          </p:cNvSpPr>
          <p:nvPr/>
        </p:nvSpPr>
        <p:spPr>
          <a:xfrm xmlns:a="http://schemas.openxmlformats.org/drawingml/2006/main">
            <a:off x="952500" y="3810000"/>
            <a:ext cx="2667000" cy="809625"/>
          </a:xfrm>
          <a:prstGeom xmlns:a="http://schemas.openxmlformats.org/drawingml/2006/main" prst="roundRect">
            <a:avLst>
              <a:gd name="adj" fmla="val 9412"/>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OBI DaemonSet</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spans + RED metrics</a:t>
            </a:r>
          </a:p>
        </p:txBody>
      </p:sp>
      <p:sp>
        <p:nvSpPr>
          <p:cNvPr id="11" name="Rounded Rectangle 10">
            <a:extLst xmlns:a="http://schemas.openxmlformats.org/drawingml/2006/main">
              <a:ext uri="{FF2B5EF4-FFF2-40B4-BE49-F238E27FC236}">
                <a16:creationId xmlns:a16="http://schemas.microsoft.com/office/drawing/2014/main" id="{13D03C9F-57F2-4DAC-B8D1-22531386FA1C}"/>
              </a:ext>
            </a:extLst>
          </p:cNvPr>
          <p:cNvSpPr>
            <a:spLocks xmlns:a="http://schemas.openxmlformats.org/drawingml/2006/main" noGrp="1"/>
          </p:cNvSpPr>
          <p:nvPr/>
        </p:nvSpPr>
        <p:spPr>
          <a:xfrm xmlns:a="http://schemas.openxmlformats.org/drawingml/2006/main">
            <a:off x="4762500" y="3810000"/>
            <a:ext cx="2667000" cy="809625"/>
          </a:xfrm>
          <a:prstGeom xmlns:a="http://schemas.openxmlformats.org/drawingml/2006/main" prst="roundRect">
            <a:avLst>
              <a:gd name="adj" fmla="val 9412"/>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Grafana LGTM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Tempo + Prometheus</a:t>
            </a:r>
          </a:p>
        </p:txBody>
      </p:sp>
      <p:sp>
        <p:nvSpPr>
          <p:cNvPr id="12" name="Rounded Rectangle 11">
            <a:extLst xmlns:a="http://schemas.openxmlformats.org/drawingml/2006/main">
              <a:ext uri="{FF2B5EF4-FFF2-40B4-BE49-F238E27FC236}">
                <a16:creationId xmlns:a16="http://schemas.microsoft.com/office/drawing/2014/main" id="{A8148B24-F6F9-4B50-BD64-2D08FA1A2CB3}"/>
              </a:ext>
            </a:extLst>
          </p:cNvPr>
          <p:cNvSpPr>
            <a:spLocks xmlns:a="http://schemas.openxmlformats.org/drawingml/2006/main" noGrp="1"/>
          </p:cNvSpPr>
          <p:nvPr/>
        </p:nvSpPr>
        <p:spPr>
          <a:xfrm xmlns:a="http://schemas.openxmlformats.org/drawingml/2006/main">
            <a:off x="95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Cilium + Hubble</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Prometheus metrics</a:t>
            </a:r>
          </a:p>
        </p:txBody>
      </p:sp>
      <p:sp>
        <p:nvSpPr>
          <p:cNvPr id="13" name="Rounded Rectangle 12">
            <a:extLst xmlns:a="http://schemas.openxmlformats.org/drawingml/2006/main">
              <a:ext uri="{FF2B5EF4-FFF2-40B4-BE49-F238E27FC236}">
                <a16:creationId xmlns:a16="http://schemas.microsoft.com/office/drawing/2014/main" id="{944119F6-350B-4C32-BA05-650EE07DD035}"/>
              </a:ext>
            </a:extLst>
          </p:cNvPr>
          <p:cNvSpPr>
            <a:spLocks xmlns:a="http://schemas.openxmlformats.org/drawingml/2006/main" noGrp="1"/>
          </p:cNvSpPr>
          <p:nvPr/>
        </p:nvSpPr>
        <p:spPr>
          <a:xfrm xmlns:a="http://schemas.openxmlformats.org/drawingml/2006/main">
            <a:off x="4762500" y="5048250"/>
            <a:ext cx="2667000" cy="809625"/>
          </a:xfrm>
          <a:prstGeom xmlns:a="http://schemas.openxmlformats.org/drawingml/2006/main" prst="roundRect">
            <a:avLst>
              <a:gd name="adj" fmla="val 9412"/>
            </a:avLst>
          </a:prstGeom>
          <a:solidFill xmlns:a="http://schemas.openxmlformats.org/drawingml/2006/main">
            <a:srgbClr val="FFFFFF"/>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OpenTelemetry Collector</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scrape + OTLP export</a:t>
            </a:r>
          </a:p>
        </p:txBody>
      </p:sp>
      <p:sp>
        <p:nvSpPr>
          <p:cNvPr id="14" name="Rounded Rectangle 13">
            <a:extLst xmlns:a="http://schemas.openxmlformats.org/drawingml/2006/main">
              <a:ext uri="{FF2B5EF4-FFF2-40B4-BE49-F238E27FC236}">
                <a16:creationId xmlns:a16="http://schemas.microsoft.com/office/drawing/2014/main" id="{B3ACA9B6-3BE5-418F-AC53-5C511756964E}"/>
              </a:ext>
            </a:extLst>
          </p:cNvPr>
          <p:cNvSpPr>
            <a:spLocks xmlns:a="http://schemas.openxmlformats.org/drawingml/2006/main" noGrp="1"/>
          </p:cNvSpPr>
          <p:nvPr/>
        </p:nvSpPr>
        <p:spPr>
          <a:xfrm xmlns:a="http://schemas.openxmlformats.org/drawingml/2006/main">
            <a:off x="8572500" y="5048250"/>
            <a:ext cx="2667000" cy="809625"/>
          </a:xfrm>
          <a:prstGeom xmlns:a="http://schemas.openxmlformats.org/drawingml/2006/main" prst="roundRect">
            <a:avLst>
              <a:gd name="adj" fmla="val 9412"/>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Hubble Relay + UI</a:t>
            </a:r>
          </a:p>
          <a:p xmlns:a="http://schemas.openxmlformats.org/drawingml/2006/main">
            <a:pPr algn="ctr">
              <a:buNone/>
              <a:defRPr sz="1500" b="1">
                <a:solidFill>
                  <a:srgbClr val="07182A"/>
                </a:solidFill>
                <a:latin typeface="CiscoSansTT Medium"/>
                <a:ea typeface="CiscoSansTT Medium"/>
                <a:cs typeface="CiscoSansTT Medium"/>
              </a:defRPr>
            </a:pPr>
            <a:r>
              <a:rPr sz="1500" b="1">
                <a:solidFill>
                  <a:srgbClr val="07182A"/>
                </a:solidFill>
                <a:latin typeface="CiscoSansTT Medium"/>
                <a:ea typeface="CiscoSansTT Medium"/>
                <a:cs typeface="CiscoSansTT Medium"/>
              </a:rPr>
              <a:t>flow records + verdicts</a:t>
            </a:r>
          </a:p>
        </p:txBody>
      </p:sp>
      <p:cxnSp>
        <p:nvCxnSpPr>
          <p:cNvPr id="186" name="Straight Arrow Connector 33"/>
          <p:cNvCxnSpPr>
            <a:stCxn xmlns:a="http://schemas.openxmlformats.org/drawingml/2006/main" id="10" idx="3"/>
            <a:endCxn xmlns:a="http://schemas.openxmlformats.org/drawingml/2006/main" id="11" idx="1"/>
          </p:cNvCxnSpPr>
          <p:nvPr/>
        </p:nvCxnSpPr>
        <p:spPr>
          <a:xfrm xmlns:a="http://schemas.openxmlformats.org/drawingml/2006/main">
            <a:off x="3619500" y="4214813"/>
            <a:ext cx="1143000" cy="0"/>
          </a:xfrm>
          <a:prstGeom xmlns:a="http://schemas.openxmlformats.org/drawingml/2006/main" prst="straightConnector1">
            <a:avLst/>
          </a:prstGeom>
          <a:ln xmlns:a="http://schemas.openxmlformats.org/drawingml/2006/main" w="23813">
            <a:solidFill>
              <a:srgbClr val="FF007F"/>
            </a:solidFill>
            <a:prstDash val="solid"/>
            <a:tailEnd type="arrow" w="med" len="med"/>
          </a:ln>
        </p:spPr>
      </p:cxnSp>
      <p:cxnSp>
        <p:nvCxnSpPr>
          <p:cNvPr id="187" name="Straight Arrow Connector 34"/>
          <p:cNvCxnSpPr>
            <a:stCxn xmlns:a="http://schemas.openxmlformats.org/drawingml/2006/main" id="12" idx="3"/>
            <a:endCxn xmlns:a="http://schemas.openxmlformats.org/drawingml/2006/main" id="13" idx="1"/>
          </p:cNvCxnSpPr>
          <p:nvPr/>
        </p:nvCxnSpPr>
        <p:spPr>
          <a:xfrm xmlns:a="http://schemas.openxmlformats.org/drawingml/2006/main">
            <a:off x="3619500" y="5453063"/>
            <a:ext cx="1143000" cy="0"/>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188" name="Straight Arrow Connector 35"/>
          <p:cNvCxnSpPr>
            <a:stCxn xmlns:a="http://schemas.openxmlformats.org/drawingml/2006/main" id="13" idx="0"/>
            <a:endCxn xmlns:a="http://schemas.openxmlformats.org/drawingml/2006/main" id="11" idx="2"/>
          </p:cNvCxnSpPr>
          <p:nvPr/>
        </p:nvCxnSpPr>
        <p:spPr>
          <a:xfrm xmlns:a="http://schemas.openxmlformats.org/drawingml/2006/main" flipV="1">
            <a:off x="6096000" y="4619625"/>
            <a:ext cx="0" cy="428625"/>
          </a:xfrm>
          <a:prstGeom xmlns:a="http://schemas.openxmlformats.org/drawingml/2006/main" prst="straightConnector1">
            <a:avLst/>
          </a:prstGeom>
          <a:ln xmlns:a="http://schemas.openxmlformats.org/drawingml/2006/main" w="23813">
            <a:solidFill>
              <a:srgbClr val="0860FE"/>
            </a:solidFill>
            <a:prstDash val="solid"/>
            <a:tailEnd type="arrow" w="med" len="med"/>
          </a:ln>
        </p:spPr>
      </p:cxnSp>
      <p:cxnSp>
        <p:nvCxnSpPr>
          <p:cNvPr id="189" name="Elbow Connector 36"/>
          <p:cNvCxnSpPr>
            <a:stCxn xmlns:a="http://schemas.openxmlformats.org/drawingml/2006/main" id="4" idx="2"/>
            <a:endCxn xmlns:a="http://schemas.openxmlformats.org/drawingml/2006/main" id="10" idx="0"/>
          </p:cNvCxnSpPr>
          <p:nvPr/>
        </p:nvCxnSpPr>
        <p:spPr>
          <a:xfrm xmlns:a="http://schemas.openxmlformats.org/drawingml/2006/main" flipH="1">
            <a:off x="2286000" y="2714625"/>
            <a:ext cx="3857625" cy="1095375"/>
          </a:xfrm>
          <a:prstGeom xmlns:a="http://schemas.openxmlformats.org/drawingml/2006/main" prst="bentConnector4">
            <a:avLst>
              <a:gd name="adj1" fmla="val 0"/>
              <a:gd name="adj2" fmla="val 50000"/>
            </a:avLst>
          </a:prstGeom>
          <a:ln xmlns:a="http://schemas.openxmlformats.org/drawingml/2006/main" w="23813">
            <a:solidFill>
              <a:srgbClr val="FF007F"/>
            </a:solidFill>
            <a:prstDash val="dash"/>
            <a:tailEnd type="arrow" w="med" len="med"/>
          </a:ln>
        </p:spPr>
      </p:cxnSp>
      <p:cxnSp>
        <p:nvCxnSpPr>
          <p:cNvPr id="190" name="Elbow Connector 37"/>
          <p:cNvCxnSpPr>
            <a:stCxn xmlns:a="http://schemas.openxmlformats.org/drawingml/2006/main" id="5" idx="2"/>
            <a:endCxn xmlns:a="http://schemas.openxmlformats.org/drawingml/2006/main" id="14" idx="0"/>
          </p:cNvCxnSpPr>
          <p:nvPr/>
        </p:nvCxnSpPr>
        <p:spPr>
          <a:xfrm xmlns:a="http://schemas.openxmlformats.org/drawingml/2006/main">
            <a:off x="9048750" y="2714625"/>
            <a:ext cx="857250" cy="2333625"/>
          </a:xfrm>
          <a:prstGeom xmlns:a="http://schemas.openxmlformats.org/drawingml/2006/main" prst="bentConnector4">
            <a:avLst>
              <a:gd name="adj1" fmla="val 0"/>
              <a:gd name="adj2" fmla="val 50000"/>
            </a:avLst>
          </a:prstGeom>
          <a:ln xmlns:a="http://schemas.openxmlformats.org/drawingml/2006/main" w="23813">
            <a:solidFill>
              <a:srgbClr val="0860FE"/>
            </a:solidFill>
            <a:prstDash val="dash"/>
            <a:tailEnd type="arrow" w="med" len="med"/>
          </a:ln>
        </p:spPr>
      </p:cxnSp>
    </p:spTree>
    <p:extLst>
      <p:ext uri="{BB962C8B-B14F-4D97-AF65-F5344CB8AC3E}">
        <p14:creationId xmlns:p14="http://schemas.microsoft.com/office/powerpoint/2010/main" val="300991157"/>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3A30ADA3-E6FC-41FC-B753-CDCCABFEFD8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1: prove coexistence before showing traces</a:t>
            </a:r>
          </a:p>
        </p:txBody>
      </p:sp>
      <p:pic>
        <p:nvPicPr>
          <p:cNvPr id="6" name="cilium-obi-demo-1-coexistence.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6"/>
            <p:extLst>
              <p:ext uri="{DAA4B4D4-6D71-4841-9C94-3DE7FCFB9230}">
                <p14:media xmlns:p14="http://schemas.microsoft.com/office/powerpoint/2010/main" xmlns:r="http://schemas.openxmlformats.org/officeDocument/2006/relationships" r:embed="rIdMedia16"/>
              </p:ext>
            </p:extLst>
          </p:nvPr>
        </p:nvPicPr>
        <p:blipFill>
          <a:blip xmlns:r="http://schemas.openxmlformats.org/officeDocument/2006/relationships" xmlns:a="http://schemas.openxmlformats.org/drawingml/2006/main" r:embed="R600b83acbb954f19"/>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40908267"/>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1FA760BB-E05C-48FA-A99F-779C746673E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2: compare the same successful request</a:t>
            </a:r>
          </a:p>
        </p:txBody>
      </p:sp>
      <p:pic>
        <p:nvPicPr>
          <p:cNvPr id="6" name="cilium-obi-demo-2-success.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17"/>
            <p:extLst>
              <p:ext uri="{DAA4B4D4-6D71-4841-9C94-3DE7FCFB9230}">
                <p14:media xmlns:p14="http://schemas.microsoft.com/office/powerpoint/2010/main" xmlns:r="http://schemas.openxmlformats.org/officeDocument/2006/relationships" r:embed="rIdMedia17"/>
              </p:ext>
            </p:extLst>
          </p:nvPr>
        </p:nvPicPr>
        <p:blipFill>
          <a:blip xmlns:r="http://schemas.openxmlformats.org/officeDocument/2006/relationships" xmlns:a="http://schemas.openxmlformats.org/drawingml/2006/main" r:embed="R563bb230f66640e9"/>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799601030"/>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5350C15A-FCE4-4DE8-B47E-D55C68DF89D9}"/>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Application and network metrics in one view</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7ee5b1a81c8f49f6"/>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87158392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682A6B35-0096-4A47-842C-C23DCA99A97C}"/>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OBI reconstructs the three-service request</a:t>
            </a:r>
          </a:p>
        </p:txBody>
      </p:sp>
      <p:pic>
        <p:nvPicPr>
          <p:cNvPr id="6" name="Picture 3"/>
          <p:cNvPicPr>
            <a:picLocks xmlns:a="http://schemas.openxmlformats.org/drawingml/2006/main" noChangeAspect="1"/>
          </p:cNvPicPr>
          <p:nvPr/>
        </p:nvPicPr>
        <p:blipFill>
          <a:blip xmlns:r="http://schemas.openxmlformats.org/officeDocument/2006/relationships" xmlns:a="http://schemas.openxmlformats.org/drawingml/2006/main" r:embed="Rc3f014dbce704738"/>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53945439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slide-title">
            <a:extLst xmlns:a="http://schemas.openxmlformats.org/drawingml/2006/main">
              <a:ext uri="{FF2B5EF4-FFF2-40B4-BE49-F238E27FC236}">
                <a16:creationId xmlns:a16="http://schemas.microsoft.com/office/drawing/2014/main" id="{08AB1C87-B595-4FE4-A7EF-B320D1DB7812}"/>
              </a:ext>
            </a:extLst>
          </p:cNvPr>
          <p:cNvSpPr>
            <a:spLocks xmlns:a="http://schemas.openxmlformats.org/drawingml/2006/main" noGrp="1"/>
          </p:cNvSpPr>
          <p:nvPr/>
        </p:nvSpPr>
        <p:spPr>
          <a:xfrm xmlns:a="http://schemas.openxmlformats.org/drawingml/2006/main">
            <a:off x="533400" y="361950"/>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Demo 3: make a policy denial visible twice</a:t>
            </a:r>
          </a:p>
        </p:txBody>
      </p:sp>
      <p:pic>
        <p:nvPicPr>
          <p:cNvPr id="6" name="cilium-obi-demo-3-policy-denial.mp4">
            <a:hlinkClick xmlns:a="http://schemas.openxmlformats.org/drawingml/2006/main" action="ppaction://media"/>
          </p:cNvPr>
          <p:cNvPicPr>
            <a:picLocks xmlns:a="http://schemas.openxmlformats.org/drawingml/2006/main" noChangeAspect="1"/>
          </p:cNvPicPr>
          <p:nvPr>
            <a:videoFile xmlns:a="http://schemas.openxmlformats.org/drawingml/2006/main" xmlns:r="http://schemas.openxmlformats.org/officeDocument/2006/relationships" r:link="rIdVideo20"/>
            <p:extLst>
              <p:ext uri="{DAA4B4D4-6D71-4841-9C94-3DE7FCFB9230}">
                <p14:media xmlns:p14="http://schemas.microsoft.com/office/powerpoint/2010/main" xmlns:r="http://schemas.openxmlformats.org/officeDocument/2006/relationships" r:embed="rIdMedia20"/>
              </p:ext>
            </p:extLst>
          </p:nvPr>
        </p:nvPicPr>
        <p:blipFill>
          <a:blip xmlns:r="http://schemas.openxmlformats.org/officeDocument/2006/relationships" xmlns:a="http://schemas.openxmlformats.org/drawingml/2006/main" r:embed="R194ce00e22d448c7"/>
          <a:stretch xmlns:a="http://schemas.openxmlformats.org/drawingml/2006/main"/>
        </p:blipFill>
        <p:spPr>
          <a:xfrm xmlns:a="http://schemas.openxmlformats.org/drawingml/2006/main">
            <a:off x="1524000" y="1200150"/>
            <a:ext cx="9144000" cy="5143500"/>
          </a:xfrm>
          <a:prstGeom xmlns:a="http://schemas.openxmlformats.org/drawingml/2006/main" prst="roundRect">
            <a:avLst>
              <a:gd name="adj" fmla="val 1852"/>
            </a:avLst>
          </a:prstGeom>
        </p:spPr>
      </p:pic>
    </p:spTree>
    <p:extLst>
      <p:ext uri="{BB962C8B-B14F-4D97-AF65-F5344CB8AC3E}">
        <p14:creationId xmlns:p14="http://schemas.microsoft.com/office/powerpoint/2010/main" val="1923459705"/>
      </p:ext>
    </p:extLst>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5BE4714C-E09A-4E15-A6FA-743BF91C0637}"/>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Give network telemetry one default owner</a:t>
            </a:r>
          </a:p>
        </p:txBody>
      </p:sp>
      <p:sp>
        <p:nvSpPr>
          <p:cNvPr id="2" name="Rectangle 1">
            <a:extLst xmlns:a="http://schemas.openxmlformats.org/drawingml/2006/main">
              <a:ext uri="{FF2B5EF4-FFF2-40B4-BE49-F238E27FC236}">
                <a16:creationId xmlns:a16="http://schemas.microsoft.com/office/drawing/2014/main" id="{9363F227-F6F1-4510-89E1-4DE9153BF034}"/>
              </a:ext>
            </a:extLst>
          </p:cNvPr>
          <p:cNvSpPr>
            <a:spLocks xmlns:a="http://schemas.openxmlformats.org/drawingml/2006/main" noGrp="1"/>
          </p:cNvSpPr>
          <p:nvPr/>
        </p:nvSpPr>
        <p:spPr>
          <a:xfrm xmlns:a="http://schemas.openxmlformats.org/drawingml/2006/main">
            <a:off x="685800" y="1495425"/>
            <a:ext cx="3810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686B6B"/>
                </a:solidFill>
                <a:latin typeface="CiscoSansTT Medium"/>
                <a:ea typeface="CiscoSansTT Medium"/>
                <a:cs typeface="CiscoSansTT Medium"/>
              </a:defRPr>
            </a:pPr>
            <a:r>
              <a:rPr sz="1650" b="1">
                <a:solidFill>
                  <a:srgbClr val="686B6B"/>
                </a:solidFill>
                <a:latin typeface="CiscoSansTT Medium"/>
                <a:ea typeface="CiscoSansTT Medium"/>
                <a:cs typeface="CiscoSansTT Medium"/>
              </a:rPr>
              <a:t>Default combined design</a:t>
            </a:r>
          </a:p>
        </p:txBody>
      </p:sp>
      <p:sp>
        <p:nvSpPr>
          <p:cNvPr id="3" name="Rounded Rectangle 2">
            <a:extLst xmlns:a="http://schemas.openxmlformats.org/drawingml/2006/main">
              <a:ext uri="{FF2B5EF4-FFF2-40B4-BE49-F238E27FC236}">
                <a16:creationId xmlns:a16="http://schemas.microsoft.com/office/drawing/2014/main" id="{2B1855B3-2267-4CE0-BF37-CD2590F57911}"/>
              </a:ext>
            </a:extLst>
          </p:cNvPr>
          <p:cNvSpPr>
            <a:spLocks xmlns:a="http://schemas.openxmlformats.org/drawingml/2006/main" noGrp="1"/>
          </p:cNvSpPr>
          <p:nvPr/>
        </p:nvSpPr>
        <p:spPr>
          <a:xfrm xmlns:a="http://schemas.openxmlformats.org/drawingml/2006/main">
            <a:off x="1047750" y="2190750"/>
            <a:ext cx="2857500" cy="1333500"/>
          </a:xfrm>
          <a:prstGeom xmlns:a="http://schemas.openxmlformats.org/drawingml/2006/main" prst="roundRect">
            <a:avLst>
              <a:gd name="adj" fmla="val 571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OBI</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application signals</a:t>
            </a:r>
          </a:p>
        </p:txBody>
      </p:sp>
      <p:sp>
        <p:nvSpPr>
          <p:cNvPr id="4" name="Rounded Rectangle 3">
            <a:extLst xmlns:a="http://schemas.openxmlformats.org/drawingml/2006/main">
              <a:ext uri="{FF2B5EF4-FFF2-40B4-BE49-F238E27FC236}">
                <a16:creationId xmlns:a16="http://schemas.microsoft.com/office/drawing/2014/main" id="{3129369A-D151-43B9-8BF5-BD06E4EFBB4C}"/>
              </a:ext>
            </a:extLst>
          </p:cNvPr>
          <p:cNvSpPr>
            <a:spLocks xmlns:a="http://schemas.openxmlformats.org/drawingml/2006/main" noGrp="1"/>
          </p:cNvSpPr>
          <p:nvPr/>
        </p:nvSpPr>
        <p:spPr>
          <a:xfrm xmlns:a="http://schemas.openxmlformats.org/drawingml/2006/main">
            <a:off x="4619625" y="2190750"/>
            <a:ext cx="2857500" cy="1333500"/>
          </a:xfrm>
          <a:prstGeom xmlns:a="http://schemas.openxmlformats.org/drawingml/2006/main" prst="roundRect">
            <a:avLst>
              <a:gd name="adj" fmla="val 571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Hubble</a:t>
            </a:r>
          </a:p>
          <a:p xmlns:a="http://schemas.openxmlformats.org/drawingml/2006/main">
            <a:pPr algn="ctr">
              <a:buNone/>
              <a:defRPr sz="2175" b="1">
                <a:solidFill>
                  <a:srgbClr val="07182A"/>
                </a:solidFill>
                <a:latin typeface="CiscoSansTT Medium"/>
                <a:ea typeface="CiscoSansTT Medium"/>
                <a:cs typeface="CiscoSansTT Medium"/>
              </a:defRPr>
            </a:pPr>
            <a:r>
              <a:rPr sz="2175" b="1">
                <a:solidFill>
                  <a:srgbClr val="07182A"/>
                </a:solidFill>
                <a:latin typeface="CiscoSansTT Medium"/>
                <a:ea typeface="CiscoSansTT Medium"/>
                <a:cs typeface="CiscoSansTT Medium"/>
              </a:rPr>
              <a:t>network + policy</a:t>
            </a:r>
          </a:p>
        </p:txBody>
      </p:sp>
      <p:sp>
        <p:nvSpPr>
          <p:cNvPr id="5" name="Rounded Rectangle 4">
            <a:extLst xmlns:a="http://schemas.openxmlformats.org/drawingml/2006/main">
              <a:ext uri="{FF2B5EF4-FFF2-40B4-BE49-F238E27FC236}">
                <a16:creationId xmlns:a16="http://schemas.microsoft.com/office/drawing/2014/main" id="{5D65C379-809F-4782-BAD8-69A5B47C504C}"/>
              </a:ext>
            </a:extLst>
          </p:cNvPr>
          <p:cNvSpPr>
            <a:spLocks xmlns:a="http://schemas.openxmlformats.org/drawingml/2006/main" noGrp="1"/>
          </p:cNvSpPr>
          <p:nvPr/>
        </p:nvSpPr>
        <p:spPr>
          <a:xfrm xmlns:a="http://schemas.openxmlformats.org/drawingml/2006/main">
            <a:off x="8191500" y="2190750"/>
            <a:ext cx="2857500" cy="1333500"/>
          </a:xfrm>
          <a:prstGeom xmlns:a="http://schemas.openxmlformats.org/drawingml/2006/main" prst="roundRect">
            <a:avLst>
              <a:gd name="adj" fmla="val 5714"/>
            </a:avLst>
          </a:prstGeom>
          <a:solidFill xmlns:a="http://schemas.openxmlformats.org/drawingml/2006/main">
            <a:srgbClr val="F4F6F8"/>
          </a:solidFill>
          <a:ln xmlns:a="http://schemas.openxmlformats.org/drawingml/2006/main" w="14288">
            <a:solidFill>
              <a:srgbClr val="A6A6A6"/>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OBI network metrics</a:t>
            </a:r>
          </a:p>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socket_filter only</a:t>
            </a:r>
          </a:p>
        </p:txBody>
      </p:sp>
      <p:cxnSp>
        <p:nvCxnSpPr>
          <p:cNvPr id="71" name="Straight Arrow Connector 14"/>
          <p:cNvCxnSpPr>
            <a:stCxn xmlns:a="http://schemas.openxmlformats.org/drawingml/2006/main" id="3" idx="3"/>
            <a:endCxn xmlns:a="http://schemas.openxmlformats.org/drawingml/2006/main" id="4" idx="1"/>
          </p:cNvCxnSpPr>
          <p:nvPr/>
        </p:nvCxnSpPr>
        <p:spPr>
          <a:xfrm xmlns:a="http://schemas.openxmlformats.org/drawingml/2006/main">
            <a:off x="3905250"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cxnSp>
        <p:nvCxnSpPr>
          <p:cNvPr id="72" name="Straight Arrow Connector 15"/>
          <p:cNvCxnSpPr>
            <a:stCxn xmlns:a="http://schemas.openxmlformats.org/drawingml/2006/main" id="4" idx="3"/>
            <a:endCxn xmlns:a="http://schemas.openxmlformats.org/drawingml/2006/main" id="5" idx="1"/>
          </p:cNvCxnSpPr>
          <p:nvPr/>
        </p:nvCxnSpPr>
        <p:spPr>
          <a:xfrm xmlns:a="http://schemas.openxmlformats.org/drawingml/2006/main">
            <a:off x="7477125" y="2857500"/>
            <a:ext cx="714375" cy="0"/>
          </a:xfrm>
          <a:prstGeom xmlns:a="http://schemas.openxmlformats.org/drawingml/2006/main" prst="straightConnector1">
            <a:avLst/>
          </a:prstGeom>
          <a:ln xmlns:a="http://schemas.openxmlformats.org/drawingml/2006/main" w="23813">
            <a:solidFill>
              <a:srgbClr val="686B6B"/>
            </a:solidFill>
            <a:prstDash val="dash"/>
            <a:tailEnd type="arrow" w="med" len="med"/>
          </a:ln>
        </p:spPr>
      </p:cxnSp>
      <p:sp>
        <p:nvSpPr>
          <p:cNvPr id="8" name="Rectangle 7">
            <a:extLst xmlns:a="http://schemas.openxmlformats.org/drawingml/2006/main">
              <a:ext uri="{FF2B5EF4-FFF2-40B4-BE49-F238E27FC236}">
                <a16:creationId xmlns:a16="http://schemas.microsoft.com/office/drawing/2014/main" id="{E5512B38-A93E-47F3-BF29-CF7C9D3DB81B}"/>
              </a:ext>
            </a:extLst>
          </p:cNvPr>
          <p:cNvSpPr>
            <a:spLocks xmlns:a="http://schemas.openxmlformats.org/drawingml/2006/main" noGrp="1"/>
          </p:cNvSpPr>
          <p:nvPr/>
        </p:nvSpPr>
        <p:spPr>
          <a:xfrm xmlns:a="http://schemas.openxmlformats.org/drawingml/2006/main">
            <a:off x="1143000" y="4438650"/>
            <a:ext cx="9906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2250" b="1">
                <a:solidFill>
                  <a:srgbClr val="07182A"/>
                </a:solidFill>
                <a:latin typeface="CiscoSansTT Medium"/>
                <a:ea typeface="CiscoSansTT Medium"/>
                <a:cs typeface="CiscoSansTT Medium"/>
              </a:defRPr>
            </a:pPr>
            <a:r>
              <a:rPr sz="2250" b="1">
                <a:solidFill>
                  <a:srgbClr val="07182A"/>
                </a:solidFill>
                <a:latin typeface="CiscoSansTT Medium"/>
                <a:ea typeface="CiscoSansTT Medium"/>
                <a:cs typeface="CiscoSansTT Medium"/>
              </a:rPr>
              <a:t>Enable the third stream only for a question Hubble cannot answer, or when duplication is the experiment.</a:t>
            </a:r>
          </a:p>
        </p:txBody>
      </p:sp>
      <p:sp>
        <p:nvSpPr>
          <p:cNvPr id="9" name="Rounded Rectangle 8">
            <a:extLst xmlns:a="http://schemas.openxmlformats.org/drawingml/2006/main">
              <a:ext uri="{FF2B5EF4-FFF2-40B4-BE49-F238E27FC236}">
                <a16:creationId xmlns:a16="http://schemas.microsoft.com/office/drawing/2014/main" id="{B4AD1679-F97C-4AC8-A7BB-72C9590CC5C6}"/>
              </a:ext>
            </a:extLst>
          </p:cNvPr>
          <p:cNvSpPr>
            <a:spLocks xmlns:a="http://schemas.openxmlformats.org/drawingml/2006/main" noGrp="1"/>
          </p:cNvSpPr>
          <p:nvPr/>
        </p:nvSpPr>
        <p:spPr>
          <a:xfrm xmlns:a="http://schemas.openxmlformats.org/drawingml/2006/main">
            <a:off x="3429000" y="5543550"/>
            <a:ext cx="5334000" cy="381000"/>
          </a:xfrm>
          <a:prstGeom xmlns:a="http://schemas.openxmlformats.org/drawingml/2006/main" prst="roundRect">
            <a:avLst>
              <a:gd name="adj" fmla="val 20000"/>
            </a:avLst>
          </a:prstGeom>
          <a:solidFill xmlns:a="http://schemas.openxmlformats.org/drawingml/2006/main">
            <a:srgbClr val="07182A"/>
          </a:solidFill>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500" b="1">
                <a:solidFill>
                  <a:srgbClr val="FFFFFF"/>
                </a:solidFill>
                <a:latin typeface="CiscoSansTT Medium"/>
                <a:ea typeface="CiscoSansTT Medium"/>
                <a:cs typeface="CiscoSansTT Medium"/>
              </a:defRPr>
            </a:pPr>
            <a:r>
              <a:rPr sz="1500" b="1">
                <a:solidFill>
                  <a:srgbClr val="FFFFFF"/>
                </a:solidFill>
                <a:latin typeface="CiscoSansTT Medium"/>
                <a:ea typeface="CiscoSansTT Medium"/>
                <a:cs typeface="CiscoSansTT Medium"/>
              </a:rPr>
              <a:t>AVOID DUPLICATE TC FLOW COLLECTION</a:t>
            </a:r>
          </a:p>
        </p:txBody>
      </p:sp>
    </p:spTree>
    <p:extLst>
      <p:ext uri="{BB962C8B-B14F-4D97-AF65-F5344CB8AC3E}">
        <p14:creationId xmlns:p14="http://schemas.microsoft.com/office/powerpoint/2010/main" val="178519051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Measure the combined system</a:t>
            </a:r>
          </a:p>
        </p:txBody>
      </p:sp>
    </p:spTree>
    <p:extLst>
      <p:ext uri="{BB962C8B-B14F-4D97-AF65-F5344CB8AC3E}">
        <p14:creationId xmlns:p14="http://schemas.microsoft.com/office/powerpoint/2010/main" val="142554401"/>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19" name="slide-title">
            <a:extLst xmlns:a="http://schemas.openxmlformats.org/drawingml/2006/main">
              <a:ext uri="{FF2B5EF4-FFF2-40B4-BE49-F238E27FC236}">
                <a16:creationId xmlns:a16="http://schemas.microsoft.com/office/drawing/2014/main" id="{43AEE9E5-8F08-4B77-B756-AC329ED94EA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Measured B and D within the five-condition plan</a:t>
            </a:r>
          </a:p>
        </p:txBody>
      </p:sp>
      <p:sp>
        <p:nvSpPr>
          <p:cNvPr id="2" name="Rounded Rectangle 1">
            <a:extLst xmlns:a="http://schemas.openxmlformats.org/drawingml/2006/main">
              <a:ext uri="{FF2B5EF4-FFF2-40B4-BE49-F238E27FC236}">
                <a16:creationId xmlns:a16="http://schemas.microsoft.com/office/drawing/2014/main" id="{C57F3861-4686-4855-A5F6-163934D70F39}"/>
              </a:ext>
            </a:extLst>
          </p:cNvPr>
          <p:cNvSpPr>
            <a:spLocks xmlns:a="http://schemas.openxmlformats.org/drawingml/2006/main" noGrp="1"/>
          </p:cNvSpPr>
          <p:nvPr/>
        </p:nvSpPr>
        <p:spPr>
          <a:xfrm xmlns:a="http://schemas.openxmlformats.org/drawingml/2006/main">
            <a:off x="1143000" y="1581150"/>
            <a:ext cx="704850" cy="381000"/>
          </a:xfrm>
          <a:prstGeom xmlns:a="http://schemas.openxmlformats.org/drawingml/2006/main" prst="roundRect">
            <a:avLst>
              <a:gd name="adj" fmla="val 20000"/>
            </a:avLst>
          </a:prstGeom>
          <a:solidFill xmlns:a="http://schemas.openxmlformats.org/drawingml/2006/main">
            <a:srgbClr val="686B6B"/>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A</a:t>
            </a:r>
          </a:p>
        </p:txBody>
      </p:sp>
      <p:sp>
        <p:nvSpPr>
          <p:cNvPr id="3" name="Rounded Rectangle 2">
            <a:extLst xmlns:a="http://schemas.openxmlformats.org/drawingml/2006/main">
              <a:ext uri="{FF2B5EF4-FFF2-40B4-BE49-F238E27FC236}">
                <a16:creationId xmlns:a16="http://schemas.microsoft.com/office/drawing/2014/main" id="{43DA1D42-5150-46B7-A997-2EA04A6FE5E7}"/>
              </a:ext>
            </a:extLst>
          </p:cNvPr>
          <p:cNvSpPr>
            <a:spLocks xmlns:a="http://schemas.openxmlformats.org/drawingml/2006/main" noGrp="1"/>
          </p:cNvSpPr>
          <p:nvPr/>
        </p:nvSpPr>
        <p:spPr>
          <a:xfrm xmlns:a="http://schemas.openxmlformats.org/drawingml/2006/main">
            <a:off x="552450" y="2152650"/>
            <a:ext cx="1790700" cy="1352550"/>
          </a:xfrm>
          <a:prstGeom xmlns:a="http://schemas.openxmlformats.org/drawingml/2006/main" prst="roundRect">
            <a:avLst>
              <a:gd name="adj" fmla="val 5634"/>
            </a:avLst>
          </a:prstGeom>
          <a:solidFill xmlns:a="http://schemas.openxmlformats.org/drawingml/2006/main">
            <a:srgbClr val="F4F6F8"/>
          </a:solidFill>
          <a:ln xmlns:a="http://schemas.openxmlformats.org/drawingml/2006/main" w="14288">
            <a:solidFill>
              <a:srgbClr val="686B6B"/>
            </a:solidFill>
          </a:ln>
        </p:spPr>
        <p:txBody>
          <a:bodyPr xmlns:a="http://schemas.openxmlformats.org/drawingml/2006/main" anchor="ctr">
            <a:normAutofit/>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Cilium</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baseline</a:t>
            </a:r>
          </a:p>
        </p:txBody>
      </p:sp>
      <p:sp>
        <p:nvSpPr>
          <p:cNvPr id="4" name="Rounded Rectangle 3">
            <a:extLst xmlns:a="http://schemas.openxmlformats.org/drawingml/2006/main">
              <a:ext uri="{FF2B5EF4-FFF2-40B4-BE49-F238E27FC236}">
                <a16:creationId xmlns:a16="http://schemas.microsoft.com/office/drawing/2014/main" id="{A0DAE3A5-7A9B-486F-A790-57C2532D53BF}"/>
              </a:ext>
            </a:extLst>
          </p:cNvPr>
          <p:cNvSpPr>
            <a:spLocks xmlns:a="http://schemas.openxmlformats.org/drawingml/2006/main" noGrp="1"/>
          </p:cNvSpPr>
          <p:nvPr/>
        </p:nvSpPr>
        <p:spPr>
          <a:xfrm xmlns:a="http://schemas.openxmlformats.org/drawingml/2006/main">
            <a:off x="354330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B</a:t>
            </a:r>
          </a:p>
        </p:txBody>
      </p:sp>
      <p:sp>
        <p:nvSpPr>
          <p:cNvPr id="5" name="Rounded Rectangle 4">
            <a:extLst xmlns:a="http://schemas.openxmlformats.org/drawingml/2006/main">
              <a:ext uri="{FF2B5EF4-FFF2-40B4-BE49-F238E27FC236}">
                <a16:creationId xmlns:a16="http://schemas.microsoft.com/office/drawing/2014/main" id="{A2D31BC7-2580-481F-BFF6-E5D5FE1EF90C}"/>
              </a:ext>
            </a:extLst>
          </p:cNvPr>
          <p:cNvSpPr>
            <a:spLocks xmlns:a="http://schemas.openxmlformats.org/drawingml/2006/main" noGrp="1"/>
          </p:cNvSpPr>
          <p:nvPr/>
        </p:nvSpPr>
        <p:spPr>
          <a:xfrm xmlns:a="http://schemas.openxmlformats.org/drawingml/2006/main">
            <a:off x="295275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L3/L4</a:t>
            </a:r>
          </a:p>
        </p:txBody>
      </p:sp>
      <p:sp>
        <p:nvSpPr>
          <p:cNvPr id="6" name="Rounded Rectangle 5">
            <a:extLst xmlns:a="http://schemas.openxmlformats.org/drawingml/2006/main">
              <a:ext uri="{FF2B5EF4-FFF2-40B4-BE49-F238E27FC236}">
                <a16:creationId xmlns:a16="http://schemas.microsoft.com/office/drawing/2014/main" id="{B5CC0480-58B6-481F-A0E6-4B4442B486FA}"/>
              </a:ext>
            </a:extLst>
          </p:cNvPr>
          <p:cNvSpPr>
            <a:spLocks xmlns:a="http://schemas.openxmlformats.org/drawingml/2006/main" noGrp="1"/>
          </p:cNvSpPr>
          <p:nvPr/>
        </p:nvSpPr>
        <p:spPr>
          <a:xfrm xmlns:a="http://schemas.openxmlformats.org/drawingml/2006/main">
            <a:off x="594360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C</a:t>
            </a:r>
          </a:p>
        </p:txBody>
      </p:sp>
      <p:sp>
        <p:nvSpPr>
          <p:cNvPr id="7" name="Rounded Rectangle 6">
            <a:extLst xmlns:a="http://schemas.openxmlformats.org/drawingml/2006/main">
              <a:ext uri="{FF2B5EF4-FFF2-40B4-BE49-F238E27FC236}">
                <a16:creationId xmlns:a16="http://schemas.microsoft.com/office/drawing/2014/main" id="{249A79A0-91CC-421C-BF6B-235A6CEA09E1}"/>
              </a:ext>
            </a:extLst>
          </p:cNvPr>
          <p:cNvSpPr>
            <a:spLocks xmlns:a="http://schemas.openxmlformats.org/drawingml/2006/main" noGrp="1"/>
          </p:cNvSpPr>
          <p:nvPr/>
        </p:nvSpPr>
        <p:spPr>
          <a:xfrm xmlns:a="http://schemas.openxmlformats.org/drawingml/2006/main">
            <a:off x="535305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metrics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no propagation</a:t>
            </a:r>
          </a:p>
        </p:txBody>
      </p:sp>
      <p:sp>
        <p:nvSpPr>
          <p:cNvPr id="8" name="Rounded Rectangle 7">
            <a:extLst xmlns:a="http://schemas.openxmlformats.org/drawingml/2006/main">
              <a:ext uri="{FF2B5EF4-FFF2-40B4-BE49-F238E27FC236}">
                <a16:creationId xmlns:a16="http://schemas.microsoft.com/office/drawing/2014/main" id="{6079DEF9-F700-4121-AB14-6C19F5737C35}"/>
              </a:ext>
            </a:extLst>
          </p:cNvPr>
          <p:cNvSpPr>
            <a:spLocks xmlns:a="http://schemas.openxmlformats.org/drawingml/2006/main" noGrp="1"/>
          </p:cNvSpPr>
          <p:nvPr/>
        </p:nvSpPr>
        <p:spPr>
          <a:xfrm xmlns:a="http://schemas.openxmlformats.org/drawingml/2006/main">
            <a:off x="8343900" y="1581150"/>
            <a:ext cx="704850" cy="381000"/>
          </a:xfrm>
          <a:prstGeom xmlns:a="http://schemas.openxmlformats.org/drawingml/2006/main" prst="roundRect">
            <a:avLst>
              <a:gd name="adj" fmla="val 20000"/>
            </a:avLst>
          </a:prstGeom>
          <a:solidFill xmlns:a="http://schemas.openxmlformats.org/drawingml/2006/main">
            <a:srgbClr val="FF007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D</a:t>
            </a:r>
          </a:p>
        </p:txBody>
      </p:sp>
      <p:sp>
        <p:nvSpPr>
          <p:cNvPr id="9" name="Rounded Rectangle 8">
            <a:extLst xmlns:a="http://schemas.openxmlformats.org/drawingml/2006/main">
              <a:ext uri="{FF2B5EF4-FFF2-40B4-BE49-F238E27FC236}">
                <a16:creationId xmlns:a16="http://schemas.microsoft.com/office/drawing/2014/main" id="{AC5F954D-00D8-4D33-A7F6-923DE12E6AD9}"/>
              </a:ext>
            </a:extLst>
          </p:cNvPr>
          <p:cNvSpPr>
            <a:spLocks xmlns:a="http://schemas.openxmlformats.org/drawingml/2006/main" noGrp="1"/>
          </p:cNvSpPr>
          <p:nvPr/>
        </p:nvSpPr>
        <p:spPr>
          <a:xfrm xmlns:a="http://schemas.openxmlformats.org/drawingml/2006/main">
            <a:off x="7753350" y="2152650"/>
            <a:ext cx="1790700" cy="1352550"/>
          </a:xfrm>
          <a:prstGeom xmlns:a="http://schemas.openxmlformats.org/drawingml/2006/main" prst="roundRect">
            <a:avLst>
              <a:gd name="adj" fmla="val 5634"/>
            </a:avLst>
          </a:prstGeom>
          <a:solidFill xmlns:a="http://schemas.openxmlformats.org/drawingml/2006/main">
            <a:srgbClr val="F4EAF4"/>
          </a:solidFill>
          <a:ln xmlns:a="http://schemas.openxmlformats.org/drawingml/2006/main" w="14288">
            <a:solidFill>
              <a:srgbClr val="FF007F"/>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OBI traces</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TCX propagation</a:t>
            </a:r>
          </a:p>
        </p:txBody>
      </p:sp>
      <p:sp>
        <p:nvSpPr>
          <p:cNvPr id="10" name="Rounded Rectangle 9">
            <a:extLst xmlns:a="http://schemas.openxmlformats.org/drawingml/2006/main">
              <a:ext uri="{FF2B5EF4-FFF2-40B4-BE49-F238E27FC236}">
                <a16:creationId xmlns:a16="http://schemas.microsoft.com/office/drawing/2014/main" id="{4FEFADD7-1B50-4BB3-8599-47FACAE44ED4}"/>
              </a:ext>
            </a:extLst>
          </p:cNvPr>
          <p:cNvSpPr>
            <a:spLocks xmlns:a="http://schemas.openxmlformats.org/drawingml/2006/main" noGrp="1"/>
          </p:cNvSpPr>
          <p:nvPr/>
        </p:nvSpPr>
        <p:spPr>
          <a:xfrm xmlns:a="http://schemas.openxmlformats.org/drawingml/2006/main">
            <a:off x="10744200" y="1581150"/>
            <a:ext cx="7048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E</a:t>
            </a:r>
          </a:p>
        </p:txBody>
      </p:sp>
      <p:sp>
        <p:nvSpPr>
          <p:cNvPr id="11" name="Rounded Rectangle 10">
            <a:extLst xmlns:a="http://schemas.openxmlformats.org/drawingml/2006/main">
              <a:ext uri="{FF2B5EF4-FFF2-40B4-BE49-F238E27FC236}">
                <a16:creationId xmlns:a16="http://schemas.microsoft.com/office/drawing/2014/main" id="{82E7F45A-14F9-47B8-94BC-1FD3A9870B5A}"/>
              </a:ext>
            </a:extLst>
          </p:cNvPr>
          <p:cNvSpPr>
            <a:spLocks xmlns:a="http://schemas.openxmlformats.org/drawingml/2006/main" noGrp="1"/>
          </p:cNvSpPr>
          <p:nvPr/>
        </p:nvSpPr>
        <p:spPr>
          <a:xfrm xmlns:a="http://schemas.openxmlformats.org/drawingml/2006/main">
            <a:off x="10153650" y="2152650"/>
            <a:ext cx="1790700" cy="1352550"/>
          </a:xfrm>
          <a:prstGeom xmlns:a="http://schemas.openxmlformats.org/drawingml/2006/main" prst="roundRect">
            <a:avLst>
              <a:gd name="adj" fmla="val 5634"/>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fontScale="100000"/>
          </a:bodyPr>
          <a:lstStyle xmlns:a="http://schemas.openxmlformats.org/drawingml/2006/main"/>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 Hubble L7</a:t>
            </a:r>
          </a:p>
          <a:p xmlns:a="http://schemas.openxmlformats.org/drawingml/2006/main">
            <a:pPr algn="ctr">
              <a:buNone/>
              <a:defRPr sz="1575" b="1">
                <a:solidFill>
                  <a:srgbClr val="07182A"/>
                </a:solidFill>
                <a:latin typeface="CiscoSansTT Medium"/>
                <a:ea typeface="CiscoSansTT Medium"/>
                <a:cs typeface="CiscoSansTT Medium"/>
              </a:defRPr>
            </a:pPr>
            <a:r>
              <a:rPr sz="1575" b="1">
                <a:solidFill>
                  <a:srgbClr val="07182A"/>
                </a:solidFill>
                <a:latin typeface="CiscoSansTT Medium"/>
                <a:ea typeface="CiscoSansTT Medium"/>
                <a:cs typeface="CiscoSansTT Medium"/>
              </a:rPr>
              <a:t>Envoy redirect</a:t>
            </a:r>
          </a:p>
        </p:txBody>
      </p:sp>
      <p:sp>
        <p:nvSpPr>
          <p:cNvPr id="14" name="Rectangle 13">
            <a:extLst xmlns:a="http://schemas.openxmlformats.org/drawingml/2006/main">
              <a:ext uri="{FF2B5EF4-FFF2-40B4-BE49-F238E27FC236}">
                <a16:creationId xmlns:a16="http://schemas.microsoft.com/office/drawing/2014/main" id="{D75E356C-92AC-4938-8ABE-810420048C00}"/>
              </a:ext>
            </a:extLst>
          </p:cNvPr>
          <p:cNvSpPr>
            <a:spLocks xmlns:a="http://schemas.openxmlformats.org/drawingml/2006/main" noGrp="1"/>
          </p:cNvSpPr>
          <p:nvPr/>
        </p:nvSpPr>
        <p:spPr>
          <a:xfrm xmlns:a="http://schemas.openxmlformats.org/drawingml/2006/main">
            <a:off x="952500" y="38290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950" b="1">
                <a:solidFill>
                  <a:srgbClr val="07182A"/>
                </a:solidFill>
                <a:latin typeface="CiscoSansTT Medium"/>
                <a:ea typeface="CiscoSansTT Medium"/>
                <a:cs typeface="CiscoSansTT Medium"/>
              </a:defRPr>
            </a:pPr>
            <a:r>
              <a:rPr sz="1950" b="1">
                <a:solidFill>
                  <a:srgbClr val="07182A"/>
                </a:solidFill>
                <a:latin typeface="CiscoSansTT Medium"/>
                <a:ea typeface="CiscoSansTT Medium"/>
                <a:cs typeface="CiscoSansTT Medium"/>
              </a:rPr>
              <a:t>Same cluster, route, request count, concurrency, placement, and backend</a:t>
            </a:r>
          </a:p>
        </p:txBody>
      </p:sp>
      <p:sp>
        <p:nvSpPr>
          <p:cNvPr id="15" name="Rectangle 14">
            <a:extLst xmlns:a="http://schemas.openxmlformats.org/drawingml/2006/main">
              <a:ext uri="{FF2B5EF4-FFF2-40B4-BE49-F238E27FC236}">
                <a16:creationId xmlns:a16="http://schemas.microsoft.com/office/drawing/2014/main" id="{6336E8D1-DDDF-44ED-A9FD-5705DE5F10B7}"/>
              </a:ext>
            </a:extLst>
          </p:cNvPr>
          <p:cNvSpPr>
            <a:spLocks xmlns:a="http://schemas.openxmlformats.org/drawingml/2006/main" noGrp="1"/>
          </p:cNvSpPr>
          <p:nvPr/>
        </p:nvSpPr>
        <p:spPr>
          <a:xfrm xmlns:a="http://schemas.openxmlformats.org/drawingml/2006/main">
            <a:off x="1428750" y="4343400"/>
            <a:ext cx="933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650" b="0">
                <a:solidFill>
                  <a:srgbClr val="686B6B"/>
                </a:solidFill>
                <a:latin typeface="CiscoSansTT"/>
                <a:ea typeface="CiscoSansTT"/>
                <a:cs typeface="CiscoSansTT"/>
              </a:defRPr>
            </a:pPr>
            <a:r>
              <a:rPr sz="1650" b="0">
                <a:solidFill>
                  <a:srgbClr val="686B6B"/>
                </a:solidFill>
                <a:latin typeface="CiscoSansTT"/>
                <a:ea typeface="CiscoSansTT"/>
                <a:cs typeface="CiscoSansTT"/>
              </a:rPr>
              <a:t>40-request warm-up, then five samples of 200 requests at concurrency 20</a:t>
            </a:r>
          </a:p>
        </p:txBody>
      </p:sp>
      <p:sp>
        <p:nvSpPr>
          <p:cNvPr id="16" name="Rounded Rectangle 15">
            <a:extLst xmlns:a="http://schemas.openxmlformats.org/drawingml/2006/main">
              <a:ext uri="{FF2B5EF4-FFF2-40B4-BE49-F238E27FC236}">
                <a16:creationId xmlns:a16="http://schemas.microsoft.com/office/drawing/2014/main" id="{D8B49B4A-C1DD-49E5-AE38-19A0C8EB1051}"/>
              </a:ext>
            </a:extLst>
          </p:cNvPr>
          <p:cNvSpPr>
            <a:spLocks xmlns:a="http://schemas.openxmlformats.org/drawingml/2006/main" noGrp="1"/>
          </p:cNvSpPr>
          <p:nvPr/>
        </p:nvSpPr>
        <p:spPr>
          <a:xfrm xmlns:a="http://schemas.openxmlformats.org/drawingml/2006/main">
            <a:off x="666750" y="4905375"/>
            <a:ext cx="10858500" cy="1257300"/>
          </a:xfrm>
          <a:prstGeom xmlns:a="http://schemas.openxmlformats.org/drawingml/2006/main" prst="roundRect">
            <a:avLst>
              <a:gd name="adj" fmla="val 6061"/>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7" name="Rectangle 16">
            <a:extLst xmlns:a="http://schemas.openxmlformats.org/drawingml/2006/main">
              <a:ext uri="{FF2B5EF4-FFF2-40B4-BE49-F238E27FC236}">
                <a16:creationId xmlns:a16="http://schemas.microsoft.com/office/drawing/2014/main" id="{A8A7E8AB-F55B-49C8-B134-7B21B8640298}"/>
              </a:ext>
            </a:extLst>
          </p:cNvPr>
          <p:cNvSpPr>
            <a:spLocks xmlns:a="http://schemas.openxmlformats.org/drawingml/2006/main" noGrp="1"/>
          </p:cNvSpPr>
          <p:nvPr/>
        </p:nvSpPr>
        <p:spPr>
          <a:xfrm xmlns:a="http://schemas.openxmlformats.org/drawingml/2006/main">
            <a:off x="952500" y="5067300"/>
            <a:ext cx="1028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725" b="1">
                <a:solidFill>
                  <a:srgbClr val="FFFFFF"/>
                </a:solidFill>
                <a:latin typeface="CiscoSansTT Medium"/>
                <a:ea typeface="CiscoSansTT Medium"/>
                <a:cs typeface="CiscoSansTT Medium"/>
              </a:defRPr>
            </a:pPr>
            <a:r>
              <a:rPr sz="1725" b="1">
                <a:solidFill>
                  <a:srgbClr val="FFFFFF"/>
                </a:solidFill>
                <a:latin typeface="CiscoSansTT Medium"/>
                <a:ea typeface="CiscoSansTT Medium"/>
                <a:cs typeface="CiscoSansTT Medium"/>
              </a:rPr>
              <a:t>B versus D: throughput 19.77 to 19.73 req/s (-0.2%), p95 1,018 to 1,020 ms (+2 ms)</a:t>
            </a:r>
          </a:p>
        </p:txBody>
      </p:sp>
      <p:sp>
        <p:nvSpPr>
          <p:cNvPr id="18" name="Rectangle 17">
            <a:extLst xmlns:a="http://schemas.openxmlformats.org/drawingml/2006/main">
              <a:ext uri="{FF2B5EF4-FFF2-40B4-BE49-F238E27FC236}">
                <a16:creationId xmlns:a16="http://schemas.microsoft.com/office/drawing/2014/main" id="{3FC98FC2-D668-4CEB-A429-D8A0A4A607F2}"/>
              </a:ext>
            </a:extLst>
          </p:cNvPr>
          <p:cNvSpPr>
            <a:spLocks xmlns:a="http://schemas.openxmlformats.org/drawingml/2006/main" noGrp="1"/>
          </p:cNvSpPr>
          <p:nvPr/>
        </p:nvSpPr>
        <p:spPr>
          <a:xfrm xmlns:a="http://schemas.openxmlformats.org/drawingml/2006/main">
            <a:off x="1000125" y="5505450"/>
            <a:ext cx="10191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a:bodyPr>
          <a:lstStyle xmlns:a="http://schemas.openxmlformats.org/drawingml/2006/main"/>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0 / 2,000 failures. OBI median: 0.013 cores and 253 MiB across two pods.</a:t>
            </a:r>
          </a:p>
          <a:p xmlns:a="http://schemas.openxmlformats.org/drawingml/2006/main">
            <a:pPr algn="ctr">
              <a:buNone/>
              <a:defRPr sz="1425" b="0">
                <a:solidFill>
                  <a:srgbClr val="FFFFFF"/>
                </a:solidFill>
                <a:latin typeface="CiscoSansTT"/>
                <a:ea typeface="CiscoSansTT"/>
                <a:cs typeface="CiscoSansTT"/>
              </a:defRPr>
            </a:pPr>
            <a:r>
              <a:rPr sz="1425" b="0">
                <a:solidFill>
                  <a:srgbClr val="FFFFFF"/>
                </a:solidFill>
                <a:latin typeface="CiscoSansTT"/>
                <a:ea typeface="CiscoSansTT"/>
                <a:cs typeface="CiscoSansTT"/>
              </a:rPr>
              <a:t>7,210 spans delivered. Hubble lost events: 36 baseline, 1,083 combined.</a:t>
            </a:r>
          </a:p>
        </p:txBody>
      </p:sp>
    </p:spTree>
    <p:extLst>
      <p:ext uri="{BB962C8B-B14F-4D97-AF65-F5344CB8AC3E}">
        <p14:creationId xmlns:p14="http://schemas.microsoft.com/office/powerpoint/2010/main" val="61737127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20" name="slide-title">
            <a:extLst xmlns:a="http://schemas.openxmlformats.org/drawingml/2006/main">
              <a:ext uri="{FF2B5EF4-FFF2-40B4-BE49-F238E27FC236}">
                <a16:creationId xmlns:a16="http://schemas.microsoft.com/office/drawing/2014/main" id="{2CE621AC-689C-42C7-AF0D-CE910FEEF15A}"/>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Four budgets decide whether coexistence works</a:t>
            </a:r>
          </a:p>
        </p:txBody>
      </p:sp>
      <p:sp>
        <p:nvSpPr>
          <p:cNvPr id="2" name="Rectangle 1">
            <a:extLst xmlns:a="http://schemas.openxmlformats.org/drawingml/2006/main">
              <a:ext uri="{FF2B5EF4-FFF2-40B4-BE49-F238E27FC236}">
                <a16:creationId xmlns:a16="http://schemas.microsoft.com/office/drawing/2014/main" id="{6BC11B03-7BE7-440C-9D01-D6F8181DB50D}"/>
              </a:ext>
            </a:extLst>
          </p:cNvPr>
          <p:cNvSpPr>
            <a:spLocks xmlns:a="http://schemas.openxmlformats.org/drawingml/2006/main" noGrp="1"/>
          </p:cNvSpPr>
          <p:nvPr/>
        </p:nvSpPr>
        <p:spPr>
          <a:xfrm xmlns:a="http://schemas.openxmlformats.org/drawingml/2006/main">
            <a:off x="742950" y="15049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0860FE"/>
                </a:solidFill>
                <a:latin typeface="CiscoSansTT Medium"/>
                <a:ea typeface="CiscoSansTT Medium"/>
                <a:cs typeface="CiscoSansTT Medium"/>
              </a:defRPr>
            </a:pPr>
            <a:r>
              <a:rPr sz="2550"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DDCBFEAA-5905-4F17-AEEA-5ADAAA8DAC87}"/>
              </a:ext>
            </a:extLst>
          </p:cNvPr>
          <p:cNvSpPr>
            <a:spLocks xmlns:a="http://schemas.openxmlformats.org/drawingml/2006/main" noGrp="1"/>
          </p:cNvSpPr>
          <p:nvPr/>
        </p:nvSpPr>
        <p:spPr>
          <a:xfrm xmlns:a="http://schemas.openxmlformats.org/drawingml/2006/main">
            <a:off x="1619250" y="15049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CPU</a:t>
            </a:r>
          </a:p>
        </p:txBody>
      </p:sp>
      <p:sp>
        <p:nvSpPr>
          <p:cNvPr id="4" name="Rectangle 3">
            <a:extLst xmlns:a="http://schemas.openxmlformats.org/drawingml/2006/main">
              <a:ext uri="{FF2B5EF4-FFF2-40B4-BE49-F238E27FC236}">
                <a16:creationId xmlns:a16="http://schemas.microsoft.com/office/drawing/2014/main" id="{4225EF06-7A29-4D46-B6F9-1770A01BF3B8}"/>
              </a:ext>
            </a:extLst>
          </p:cNvPr>
          <p:cNvSpPr>
            <a:spLocks xmlns:a="http://schemas.openxmlformats.org/drawingml/2006/main" noGrp="1"/>
          </p:cNvSpPr>
          <p:nvPr/>
        </p:nvSpPr>
        <p:spPr>
          <a:xfrm xmlns:a="http://schemas.openxmlformats.org/drawingml/2006/main">
            <a:off x="4286250" y="15240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node, app, Cilium, Hubble, OBI, Collector</a:t>
            </a:r>
          </a:p>
        </p:txBody>
      </p:sp>
      <p:sp>
        <p:nvSpPr>
          <p:cNvPr id="5" name="Rectangle 4">
            <a:extLst xmlns:a="http://schemas.openxmlformats.org/drawingml/2006/main">
              <a:ext uri="{FF2B5EF4-FFF2-40B4-BE49-F238E27FC236}">
                <a16:creationId xmlns:a16="http://schemas.microsoft.com/office/drawing/2014/main" id="{824E722C-C9BD-4B15-92A9-BD0218D7F638}"/>
              </a:ext>
            </a:extLst>
          </p:cNvPr>
          <p:cNvSpPr>
            <a:spLocks xmlns:a="http://schemas.openxmlformats.org/drawingml/2006/main" noGrp="1"/>
          </p:cNvSpPr>
          <p:nvPr/>
        </p:nvSpPr>
        <p:spPr>
          <a:xfrm xmlns:a="http://schemas.openxmlformats.org/drawingml/2006/main">
            <a:off x="1619250" y="21336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F0AD0635-664F-43EF-9FDD-B91796271779}"/>
              </a:ext>
            </a:extLst>
          </p:cNvPr>
          <p:cNvSpPr>
            <a:spLocks xmlns:a="http://schemas.openxmlformats.org/drawingml/2006/main" noGrp="1"/>
          </p:cNvSpPr>
          <p:nvPr/>
        </p:nvSpPr>
        <p:spPr>
          <a:xfrm xmlns:a="http://schemas.openxmlformats.org/drawingml/2006/main">
            <a:off x="742950" y="25717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007F"/>
                </a:solidFill>
                <a:latin typeface="CiscoSansTT Medium"/>
                <a:ea typeface="CiscoSansTT Medium"/>
                <a:cs typeface="CiscoSansTT Medium"/>
              </a:defRPr>
            </a:pPr>
            <a:r>
              <a:rPr sz="2550"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821AE919-C864-46A3-99EC-CB2F9C3CB7C5}"/>
              </a:ext>
            </a:extLst>
          </p:cNvPr>
          <p:cNvSpPr>
            <a:spLocks xmlns:a="http://schemas.openxmlformats.org/drawingml/2006/main" noGrp="1"/>
          </p:cNvSpPr>
          <p:nvPr/>
        </p:nvSpPr>
        <p:spPr>
          <a:xfrm xmlns:a="http://schemas.openxmlformats.org/drawingml/2006/main">
            <a:off x="1619250" y="25717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Memory</a:t>
            </a:r>
          </a:p>
        </p:txBody>
      </p:sp>
      <p:sp>
        <p:nvSpPr>
          <p:cNvPr id="8" name="Rectangle 7">
            <a:extLst xmlns:a="http://schemas.openxmlformats.org/drawingml/2006/main">
              <a:ext uri="{FF2B5EF4-FFF2-40B4-BE49-F238E27FC236}">
                <a16:creationId xmlns:a16="http://schemas.microsoft.com/office/drawing/2014/main" id="{AA5A7CAF-881E-4B9A-9212-812ECF094684}"/>
              </a:ext>
            </a:extLst>
          </p:cNvPr>
          <p:cNvSpPr>
            <a:spLocks xmlns:a="http://schemas.openxmlformats.org/drawingml/2006/main" noGrp="1"/>
          </p:cNvSpPr>
          <p:nvPr/>
        </p:nvSpPr>
        <p:spPr>
          <a:xfrm xmlns:a="http://schemas.openxmlformats.org/drawingml/2006/main">
            <a:off x="4286250" y="25908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RSS plus BPF program and map memory</a:t>
            </a:r>
          </a:p>
        </p:txBody>
      </p:sp>
      <p:sp>
        <p:nvSpPr>
          <p:cNvPr id="9" name="Rectangle 8">
            <a:extLst xmlns:a="http://schemas.openxmlformats.org/drawingml/2006/main">
              <a:ext uri="{FF2B5EF4-FFF2-40B4-BE49-F238E27FC236}">
                <a16:creationId xmlns:a16="http://schemas.microsoft.com/office/drawing/2014/main" id="{0459F131-9FA3-4773-B4CE-90991C1FEC15}"/>
              </a:ext>
            </a:extLst>
          </p:cNvPr>
          <p:cNvSpPr>
            <a:spLocks xmlns:a="http://schemas.openxmlformats.org/drawingml/2006/main" noGrp="1"/>
          </p:cNvSpPr>
          <p:nvPr/>
        </p:nvSpPr>
        <p:spPr>
          <a:xfrm xmlns:a="http://schemas.openxmlformats.org/drawingml/2006/main">
            <a:off x="1619250" y="32004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FEA221D4-7B46-40AD-9652-A2BF4CF49050}"/>
              </a:ext>
            </a:extLst>
          </p:cNvPr>
          <p:cNvSpPr>
            <a:spLocks xmlns:a="http://schemas.openxmlformats.org/drawingml/2006/main" noGrp="1"/>
          </p:cNvSpPr>
          <p:nvPr/>
        </p:nvSpPr>
        <p:spPr>
          <a:xfrm xmlns:a="http://schemas.openxmlformats.org/drawingml/2006/main">
            <a:off x="742950" y="36385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FF9000"/>
                </a:solidFill>
                <a:latin typeface="CiscoSansTT Medium"/>
                <a:ea typeface="CiscoSansTT Medium"/>
                <a:cs typeface="CiscoSansTT Medium"/>
              </a:defRPr>
            </a:pPr>
            <a:r>
              <a:rPr sz="2550"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485A77C8-B4A2-41C9-9E95-9E1328DFE742}"/>
              </a:ext>
            </a:extLst>
          </p:cNvPr>
          <p:cNvSpPr>
            <a:spLocks xmlns:a="http://schemas.openxmlformats.org/drawingml/2006/main" noGrp="1"/>
          </p:cNvSpPr>
          <p:nvPr/>
        </p:nvSpPr>
        <p:spPr>
          <a:xfrm xmlns:a="http://schemas.openxmlformats.org/drawingml/2006/main">
            <a:off x="1619250" y="36385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Loss</a:t>
            </a:r>
          </a:p>
        </p:txBody>
      </p:sp>
      <p:sp>
        <p:nvSpPr>
          <p:cNvPr id="12" name="Rectangle 11">
            <a:extLst xmlns:a="http://schemas.openxmlformats.org/drawingml/2006/main">
              <a:ext uri="{FF2B5EF4-FFF2-40B4-BE49-F238E27FC236}">
                <a16:creationId xmlns:a16="http://schemas.microsoft.com/office/drawing/2014/main" id="{7956BC91-69D7-43C9-9CFD-E1743AA19FB5}"/>
              </a:ext>
            </a:extLst>
          </p:cNvPr>
          <p:cNvSpPr>
            <a:spLocks xmlns:a="http://schemas.openxmlformats.org/drawingml/2006/main" noGrp="1"/>
          </p:cNvSpPr>
          <p:nvPr/>
        </p:nvSpPr>
        <p:spPr>
          <a:xfrm xmlns:a="http://schemas.openxmlformats.org/drawingml/2006/main">
            <a:off x="4286250" y="36576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Hubble lost events, refused and dropped telemetry</a:t>
            </a:r>
          </a:p>
        </p:txBody>
      </p:sp>
      <p:sp>
        <p:nvSpPr>
          <p:cNvPr id="13" name="Rectangle 12">
            <a:extLst xmlns:a="http://schemas.openxmlformats.org/drawingml/2006/main">
              <a:ext uri="{FF2B5EF4-FFF2-40B4-BE49-F238E27FC236}">
                <a16:creationId xmlns:a16="http://schemas.microsoft.com/office/drawing/2014/main" id="{7F2D22A6-1C48-4B19-A882-918FF2DE750E}"/>
              </a:ext>
            </a:extLst>
          </p:cNvPr>
          <p:cNvSpPr>
            <a:spLocks xmlns:a="http://schemas.openxmlformats.org/drawingml/2006/main" noGrp="1"/>
          </p:cNvSpPr>
          <p:nvPr/>
        </p:nvSpPr>
        <p:spPr>
          <a:xfrm xmlns:a="http://schemas.openxmlformats.org/drawingml/2006/main">
            <a:off x="1619250" y="42672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0A0D56B-FDB0-4971-B2B3-C265324ACDCB}"/>
              </a:ext>
            </a:extLst>
          </p:cNvPr>
          <p:cNvSpPr>
            <a:spLocks xmlns:a="http://schemas.openxmlformats.org/drawingml/2006/main" noGrp="1"/>
          </p:cNvSpPr>
          <p:nvPr/>
        </p:nvSpPr>
        <p:spPr>
          <a:xfrm xmlns:a="http://schemas.openxmlformats.org/drawingml/2006/main">
            <a:off x="742950" y="4705350"/>
            <a:ext cx="6477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550" b="1">
                <a:solidFill>
                  <a:srgbClr val="2DAA5F"/>
                </a:solidFill>
                <a:latin typeface="CiscoSansTT Medium"/>
                <a:ea typeface="CiscoSansTT Medium"/>
                <a:cs typeface="CiscoSansTT Medium"/>
              </a:defRPr>
            </a:pPr>
            <a:r>
              <a:rPr sz="2550" b="1">
                <a:solidFill>
                  <a:srgbClr val="2DAA5F"/>
                </a:solidFill>
                <a:latin typeface="CiscoSansTT Medium"/>
                <a:ea typeface="CiscoSansTT Medium"/>
                <a:cs typeface="CiscoSansTT Medium"/>
              </a:rPr>
              <a:t>04</a:t>
            </a:r>
          </a:p>
        </p:txBody>
      </p:sp>
      <p:sp>
        <p:nvSpPr>
          <p:cNvPr id="15" name="Rectangle 14">
            <a:extLst xmlns:a="http://schemas.openxmlformats.org/drawingml/2006/main">
              <a:ext uri="{FF2B5EF4-FFF2-40B4-BE49-F238E27FC236}">
                <a16:creationId xmlns:a16="http://schemas.microsoft.com/office/drawing/2014/main" id="{69592A17-1663-4A01-9986-49CA13FA2E89}"/>
              </a:ext>
            </a:extLst>
          </p:cNvPr>
          <p:cNvSpPr>
            <a:spLocks xmlns:a="http://schemas.openxmlformats.org/drawingml/2006/main" noGrp="1"/>
          </p:cNvSpPr>
          <p:nvPr/>
        </p:nvSpPr>
        <p:spPr>
          <a:xfrm xmlns:a="http://schemas.openxmlformats.org/drawingml/2006/main">
            <a:off x="1619250" y="4705350"/>
            <a:ext cx="238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849" lnSpcReduction="10000"/>
          </a:bodyPr>
          <a:lstStyle xmlns:a="http://schemas.openxmlformats.org/drawingml/2006/main"/>
          <a:p xmlns:a="http://schemas.openxmlformats.org/drawingml/2006/main">
            <a:pPr algn="l">
              <a:buNone/>
              <a:defRPr sz="2325" b="1">
                <a:solidFill>
                  <a:srgbClr val="07182A"/>
                </a:solidFill>
                <a:latin typeface="CiscoSansTT Medium"/>
                <a:ea typeface="CiscoSansTT Medium"/>
                <a:cs typeface="CiscoSansTT Medium"/>
              </a:defRPr>
            </a:pPr>
            <a:r>
              <a:rPr sz="2325" b="1">
                <a:solidFill>
                  <a:srgbClr val="07182A"/>
                </a:solidFill>
                <a:latin typeface="CiscoSansTT Medium"/>
                <a:ea typeface="CiscoSansTT Medium"/>
                <a:cs typeface="CiscoSansTT Medium"/>
              </a:rPr>
              <a:t>Volume</a:t>
            </a:r>
          </a:p>
        </p:txBody>
      </p:sp>
      <p:sp>
        <p:nvSpPr>
          <p:cNvPr id="16" name="Rectangle 15">
            <a:extLst xmlns:a="http://schemas.openxmlformats.org/drawingml/2006/main">
              <a:ext uri="{FF2B5EF4-FFF2-40B4-BE49-F238E27FC236}">
                <a16:creationId xmlns:a16="http://schemas.microsoft.com/office/drawing/2014/main" id="{EC182D77-4817-46E5-B999-4E8BF56AE275}"/>
              </a:ext>
            </a:extLst>
          </p:cNvPr>
          <p:cNvSpPr>
            <a:spLocks xmlns:a="http://schemas.openxmlformats.org/drawingml/2006/main" noGrp="1"/>
          </p:cNvSpPr>
          <p:nvPr/>
        </p:nvSpPr>
        <p:spPr>
          <a:xfrm xmlns:a="http://schemas.openxmlformats.org/drawingml/2006/main">
            <a:off x="4286250" y="4724400"/>
            <a:ext cx="676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spans, metric points, flows, active series</a:t>
            </a:r>
          </a:p>
        </p:txBody>
      </p:sp>
      <p:sp>
        <p:nvSpPr>
          <p:cNvPr id="17" name="Rectangle 16">
            <a:extLst xmlns:a="http://schemas.openxmlformats.org/drawingml/2006/main">
              <a:ext uri="{FF2B5EF4-FFF2-40B4-BE49-F238E27FC236}">
                <a16:creationId xmlns:a16="http://schemas.microsoft.com/office/drawing/2014/main" id="{B22D68FA-8D4A-4E44-A997-C6CD8B29C3E3}"/>
              </a:ext>
            </a:extLst>
          </p:cNvPr>
          <p:cNvSpPr>
            <a:spLocks xmlns:a="http://schemas.openxmlformats.org/drawingml/2006/main" noGrp="1"/>
          </p:cNvSpPr>
          <p:nvPr/>
        </p:nvSpPr>
        <p:spPr>
          <a:xfrm xmlns:a="http://schemas.openxmlformats.org/drawingml/2006/main">
            <a:off x="1619250" y="5334000"/>
            <a:ext cx="94297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8" name="Rounded Rectangle 17">
            <a:extLst xmlns:a="http://schemas.openxmlformats.org/drawingml/2006/main">
              <a:ext uri="{FF2B5EF4-FFF2-40B4-BE49-F238E27FC236}">
                <a16:creationId xmlns:a16="http://schemas.microsoft.com/office/drawing/2014/main" id="{B2A1EB50-E968-4E50-A168-D3F4D32BBD54}"/>
              </a:ext>
            </a:extLst>
          </p:cNvPr>
          <p:cNvSpPr>
            <a:spLocks xmlns:a="http://schemas.openxmlformats.org/drawingml/2006/main" noGrp="1"/>
          </p:cNvSpPr>
          <p:nvPr/>
        </p:nvSpPr>
        <p:spPr>
          <a:xfrm xmlns:a="http://schemas.openxmlformats.org/drawingml/2006/main">
            <a:off x="1619250" y="5734050"/>
            <a:ext cx="9429750" cy="457200"/>
          </a:xfrm>
          <a:prstGeom xmlns:a="http://schemas.openxmlformats.org/drawingml/2006/main" prst="roundRect">
            <a:avLst>
              <a:gd name="adj" fmla="val 16667"/>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9" name="Rectangle 18">
            <a:extLst xmlns:a="http://schemas.openxmlformats.org/drawingml/2006/main">
              <a:ext uri="{FF2B5EF4-FFF2-40B4-BE49-F238E27FC236}">
                <a16:creationId xmlns:a16="http://schemas.microsoft.com/office/drawing/2014/main" id="{585865DE-64D1-4422-A0F9-E558EA8A8F88}"/>
              </a:ext>
            </a:extLst>
          </p:cNvPr>
          <p:cNvSpPr>
            <a:spLocks xmlns:a="http://schemas.openxmlformats.org/drawingml/2006/main" noGrp="1"/>
          </p:cNvSpPr>
          <p:nvPr/>
        </p:nvSpPr>
        <p:spPr>
          <a:xfrm xmlns:a="http://schemas.openxmlformats.org/drawingml/2006/main">
            <a:off x="1905000" y="5810250"/>
            <a:ext cx="885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2348" lnSpcReduction="10000"/>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Traffic health and telemetry completeness are separate acceptance gates.</a:t>
            </a:r>
          </a:p>
        </p:txBody>
      </p:sp>
    </p:spTree>
    <p:extLst>
      <p:ext uri="{BB962C8B-B14F-4D97-AF65-F5344CB8AC3E}">
        <p14:creationId xmlns:p14="http://schemas.microsoft.com/office/powerpoint/2010/main" val="188285791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Production rollout</a:t>
            </a:r>
          </a:p>
        </p:txBody>
      </p:sp>
    </p:spTree>
    <p:extLst>
      <p:ext uri="{BB962C8B-B14F-4D97-AF65-F5344CB8AC3E}">
        <p14:creationId xmlns:p14="http://schemas.microsoft.com/office/powerpoint/2010/main" val="1590252307"/>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23" name="slide-title">
            <a:extLst xmlns:a="http://schemas.openxmlformats.org/drawingml/2006/main">
              <a:ext uri="{FF2B5EF4-FFF2-40B4-BE49-F238E27FC236}">
                <a16:creationId xmlns:a16="http://schemas.microsoft.com/office/drawing/2014/main" id="{0804FCC2-7680-4AC0-BBC5-FBB9F3E982E3}"/>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Roll out through evidence gates</a:t>
            </a:r>
          </a:p>
        </p:txBody>
      </p:sp>
      <p:sp>
        <p:nvSpPr>
          <p:cNvPr id="2" name="Rounded Rectangle 1">
            <a:extLst xmlns:a="http://schemas.openxmlformats.org/drawingml/2006/main">
              <a:ext uri="{FF2B5EF4-FFF2-40B4-BE49-F238E27FC236}">
                <a16:creationId xmlns:a16="http://schemas.microsoft.com/office/drawing/2014/main" id="{698BD03A-070E-4088-91CA-DC458B098F6D}"/>
              </a:ext>
            </a:extLst>
          </p:cNvPr>
          <p:cNvSpPr>
            <a:spLocks xmlns:a="http://schemas.openxmlformats.org/drawingml/2006/main" noGrp="1"/>
          </p:cNvSpPr>
          <p:nvPr/>
        </p:nvSpPr>
        <p:spPr>
          <a:xfrm xmlns:a="http://schemas.openxmlformats.org/drawingml/2006/main">
            <a:off x="118110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1</a:t>
            </a:r>
          </a:p>
        </p:txBody>
      </p:sp>
      <p:sp>
        <p:nvSpPr>
          <p:cNvPr id="3" name="Rounded Rectangle 2">
            <a:extLst xmlns:a="http://schemas.openxmlformats.org/drawingml/2006/main">
              <a:ext uri="{FF2B5EF4-FFF2-40B4-BE49-F238E27FC236}">
                <a16:creationId xmlns:a16="http://schemas.microsoft.com/office/drawing/2014/main" id="{FB3120F1-0ED1-469F-BDF9-CC7EF00E3199}"/>
              </a:ext>
            </a:extLst>
          </p:cNvPr>
          <p:cNvSpPr>
            <a:spLocks xmlns:a="http://schemas.openxmlformats.org/drawingml/2006/main" noGrp="1"/>
          </p:cNvSpPr>
          <p:nvPr/>
        </p:nvSpPr>
        <p:spPr>
          <a:xfrm xmlns:a="http://schemas.openxmlformats.org/drawingml/2006/main">
            <a:off x="49530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Inventory</a:t>
            </a:r>
          </a:p>
        </p:txBody>
      </p:sp>
      <p:sp>
        <p:nvSpPr>
          <p:cNvPr id="4" name="Rectangle 3">
            <a:extLst xmlns:a="http://schemas.openxmlformats.org/drawingml/2006/main">
              <a:ext uri="{FF2B5EF4-FFF2-40B4-BE49-F238E27FC236}">
                <a16:creationId xmlns:a16="http://schemas.microsoft.com/office/drawing/2014/main" id="{9F1B11C9-9418-4A97-BB8C-E47A9A7B6BFF}"/>
              </a:ext>
            </a:extLst>
          </p:cNvPr>
          <p:cNvSpPr>
            <a:spLocks xmlns:a="http://schemas.openxmlformats.org/drawingml/2006/main" noGrp="1"/>
          </p:cNvSpPr>
          <p:nvPr/>
        </p:nvSpPr>
        <p:spPr>
          <a:xfrm xmlns:a="http://schemas.openxmlformats.org/drawingml/2006/main">
            <a:off x="4953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kernel · BTF · versions · datapath</a:t>
            </a:r>
          </a:p>
        </p:txBody>
      </p:sp>
      <p:sp>
        <p:nvSpPr>
          <p:cNvPr id="5" name="Rounded Rectangle 4">
            <a:extLst xmlns:a="http://schemas.openxmlformats.org/drawingml/2006/main">
              <a:ext uri="{FF2B5EF4-FFF2-40B4-BE49-F238E27FC236}">
                <a16:creationId xmlns:a16="http://schemas.microsoft.com/office/drawing/2014/main" id="{77283EF9-0DA7-4352-AC2C-4A111427C91E}"/>
              </a:ext>
            </a:extLst>
          </p:cNvPr>
          <p:cNvSpPr>
            <a:spLocks xmlns:a="http://schemas.openxmlformats.org/drawingml/2006/main" noGrp="1"/>
          </p:cNvSpPr>
          <p:nvPr/>
        </p:nvSpPr>
        <p:spPr>
          <a:xfrm xmlns:a="http://schemas.openxmlformats.org/drawingml/2006/main">
            <a:off x="351472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2</a:t>
            </a:r>
          </a:p>
        </p:txBody>
      </p:sp>
      <p:sp>
        <p:nvSpPr>
          <p:cNvPr id="6" name="Rounded Rectangle 5">
            <a:extLst xmlns:a="http://schemas.openxmlformats.org/drawingml/2006/main">
              <a:ext uri="{FF2B5EF4-FFF2-40B4-BE49-F238E27FC236}">
                <a16:creationId xmlns:a16="http://schemas.microsoft.com/office/drawing/2014/main" id="{31AE3182-7279-498E-A7D7-EB92A540F69D}"/>
              </a:ext>
            </a:extLst>
          </p:cNvPr>
          <p:cNvSpPr>
            <a:spLocks xmlns:a="http://schemas.openxmlformats.org/drawingml/2006/main" noGrp="1"/>
          </p:cNvSpPr>
          <p:nvPr/>
        </p:nvSpPr>
        <p:spPr>
          <a:xfrm xmlns:a="http://schemas.openxmlformats.org/drawingml/2006/main">
            <a:off x="282892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Render</a:t>
            </a:r>
          </a:p>
        </p:txBody>
      </p:sp>
      <p:sp>
        <p:nvSpPr>
          <p:cNvPr id="7" name="Rectangle 6">
            <a:extLst xmlns:a="http://schemas.openxmlformats.org/drawingml/2006/main">
              <a:ext uri="{FF2B5EF4-FFF2-40B4-BE49-F238E27FC236}">
                <a16:creationId xmlns:a16="http://schemas.microsoft.com/office/drawing/2014/main" id="{35476832-7A0A-4A45-8FA2-5A422CB7CAA0}"/>
              </a:ext>
            </a:extLst>
          </p:cNvPr>
          <p:cNvSpPr>
            <a:spLocks xmlns:a="http://schemas.openxmlformats.org/drawingml/2006/main" noGrp="1"/>
          </p:cNvSpPr>
          <p:nvPr/>
        </p:nvSpPr>
        <p:spPr>
          <a:xfrm xmlns:a="http://schemas.openxmlformats.org/drawingml/2006/main">
            <a:off x="282892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capabilities · mounts · priorities</a:t>
            </a:r>
          </a:p>
        </p:txBody>
      </p:sp>
      <p:sp>
        <p:nvSpPr>
          <p:cNvPr id="8" name="Rounded Rectangle 7">
            <a:extLst xmlns:a="http://schemas.openxmlformats.org/drawingml/2006/main">
              <a:ext uri="{FF2B5EF4-FFF2-40B4-BE49-F238E27FC236}">
                <a16:creationId xmlns:a16="http://schemas.microsoft.com/office/drawing/2014/main" id="{8D81A81D-A030-4FCD-806D-F92FD6797A24}"/>
              </a:ext>
            </a:extLst>
          </p:cNvPr>
          <p:cNvSpPr>
            <a:spLocks xmlns:a="http://schemas.openxmlformats.org/drawingml/2006/main" noGrp="1"/>
          </p:cNvSpPr>
          <p:nvPr/>
        </p:nvSpPr>
        <p:spPr>
          <a:xfrm xmlns:a="http://schemas.openxmlformats.org/drawingml/2006/main">
            <a:off x="5848350"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3</a:t>
            </a:r>
          </a:p>
        </p:txBody>
      </p:sp>
      <p:sp>
        <p:nvSpPr>
          <p:cNvPr id="9" name="Rounded Rectangle 8">
            <a:extLst xmlns:a="http://schemas.openxmlformats.org/drawingml/2006/main">
              <a:ext uri="{FF2B5EF4-FFF2-40B4-BE49-F238E27FC236}">
                <a16:creationId xmlns:a16="http://schemas.microsoft.com/office/drawing/2014/main" id="{B4BF8A64-F1F8-496B-AD30-EFFA1E22F3C1}"/>
              </a:ext>
            </a:extLst>
          </p:cNvPr>
          <p:cNvSpPr>
            <a:spLocks xmlns:a="http://schemas.openxmlformats.org/drawingml/2006/main" noGrp="1"/>
          </p:cNvSpPr>
          <p:nvPr/>
        </p:nvSpPr>
        <p:spPr>
          <a:xfrm xmlns:a="http://schemas.openxmlformats.org/drawingml/2006/main">
            <a:off x="5162550"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Canary</a:t>
            </a:r>
          </a:p>
        </p:txBody>
      </p:sp>
      <p:sp>
        <p:nvSpPr>
          <p:cNvPr id="10" name="Rectangle 9">
            <a:extLst xmlns:a="http://schemas.openxmlformats.org/drawingml/2006/main">
              <a:ext uri="{FF2B5EF4-FFF2-40B4-BE49-F238E27FC236}">
                <a16:creationId xmlns:a16="http://schemas.microsoft.com/office/drawing/2014/main" id="{B7354191-4C68-4286-B0CB-A2CBCAE7A6DE}"/>
              </a:ext>
            </a:extLst>
          </p:cNvPr>
          <p:cNvSpPr>
            <a:spLocks xmlns:a="http://schemas.openxmlformats.org/drawingml/2006/main" noGrp="1"/>
          </p:cNvSpPr>
          <p:nvPr/>
        </p:nvSpPr>
        <p:spPr>
          <a:xfrm xmlns:a="http://schemas.openxmlformats.org/drawingml/2006/main">
            <a:off x="516255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small node pool · fast disable path</a:t>
            </a:r>
          </a:p>
        </p:txBody>
      </p:sp>
      <p:sp>
        <p:nvSpPr>
          <p:cNvPr id="11" name="Rounded Rectangle 10">
            <a:extLst xmlns:a="http://schemas.openxmlformats.org/drawingml/2006/main">
              <a:ext uri="{FF2B5EF4-FFF2-40B4-BE49-F238E27FC236}">
                <a16:creationId xmlns:a16="http://schemas.microsoft.com/office/drawing/2014/main" id="{A718CAF2-5121-49EA-A878-4287C411D3DF}"/>
              </a:ext>
            </a:extLst>
          </p:cNvPr>
          <p:cNvSpPr>
            <a:spLocks xmlns:a="http://schemas.openxmlformats.org/drawingml/2006/main" noGrp="1"/>
          </p:cNvSpPr>
          <p:nvPr/>
        </p:nvSpPr>
        <p:spPr>
          <a:xfrm xmlns:a="http://schemas.openxmlformats.org/drawingml/2006/main">
            <a:off x="8181975" y="1571625"/>
            <a:ext cx="590550" cy="381000"/>
          </a:xfrm>
          <a:prstGeom xmlns:a="http://schemas.openxmlformats.org/drawingml/2006/main" prst="roundRect">
            <a:avLst>
              <a:gd name="adj" fmla="val 20000"/>
            </a:avLst>
          </a:prstGeom>
          <a:solidFill xmlns:a="http://schemas.openxmlformats.org/drawingml/2006/main">
            <a:srgbClr val="0860FE"/>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4</a:t>
            </a:r>
          </a:p>
        </p:txBody>
      </p:sp>
      <p:sp>
        <p:nvSpPr>
          <p:cNvPr id="12" name="Rounded Rectangle 11">
            <a:extLst xmlns:a="http://schemas.openxmlformats.org/drawingml/2006/main">
              <a:ext uri="{FF2B5EF4-FFF2-40B4-BE49-F238E27FC236}">
                <a16:creationId xmlns:a16="http://schemas.microsoft.com/office/drawing/2014/main" id="{89DAFA5E-F22D-49BF-BDA0-446E1721FD8C}"/>
              </a:ext>
            </a:extLst>
          </p:cNvPr>
          <p:cNvSpPr>
            <a:spLocks xmlns:a="http://schemas.openxmlformats.org/drawingml/2006/main" noGrp="1"/>
          </p:cNvSpPr>
          <p:nvPr/>
        </p:nvSpPr>
        <p:spPr>
          <a:xfrm xmlns:a="http://schemas.openxmlformats.org/drawingml/2006/main">
            <a:off x="7496175" y="2238375"/>
            <a:ext cx="2000250" cy="838200"/>
          </a:xfrm>
          <a:prstGeom xmlns:a="http://schemas.openxmlformats.org/drawingml/2006/main" prst="roundRect">
            <a:avLst>
              <a:gd name="adj" fmla="val 9091"/>
            </a:avLst>
          </a:prstGeom>
          <a:solidFill xmlns:a="http://schemas.openxmlformats.org/drawingml/2006/main">
            <a:srgbClr val="EAF7FC"/>
          </a:solidFill>
          <a:ln xmlns:a="http://schemas.openxmlformats.org/drawingml/2006/main" w="14288">
            <a:solidFill>
              <a:srgbClr val="0860FE"/>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Exercise</a:t>
            </a:r>
          </a:p>
        </p:txBody>
      </p:sp>
      <p:sp>
        <p:nvSpPr>
          <p:cNvPr id="13" name="Rectangle 12">
            <a:extLst xmlns:a="http://schemas.openxmlformats.org/drawingml/2006/main">
              <a:ext uri="{FF2B5EF4-FFF2-40B4-BE49-F238E27FC236}">
                <a16:creationId xmlns:a16="http://schemas.microsoft.com/office/drawing/2014/main" id="{D82F6F63-443B-4774-81BA-BBEF0877C882}"/>
              </a:ext>
            </a:extLst>
          </p:cNvPr>
          <p:cNvSpPr>
            <a:spLocks xmlns:a="http://schemas.openxmlformats.org/drawingml/2006/main" noGrp="1"/>
          </p:cNvSpPr>
          <p:nvPr/>
        </p:nvSpPr>
        <p:spPr>
          <a:xfrm xmlns:a="http://schemas.openxmlformats.org/drawingml/2006/main">
            <a:off x="7496175"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same-node · cross-node · service · deny</a:t>
            </a:r>
          </a:p>
        </p:txBody>
      </p:sp>
      <p:sp>
        <p:nvSpPr>
          <p:cNvPr id="14" name="Rounded Rectangle 13">
            <a:extLst xmlns:a="http://schemas.openxmlformats.org/drawingml/2006/main">
              <a:ext uri="{FF2B5EF4-FFF2-40B4-BE49-F238E27FC236}">
                <a16:creationId xmlns:a16="http://schemas.microsoft.com/office/drawing/2014/main" id="{D2175F4C-7525-4FBF-BE5C-D89327EC2625}"/>
              </a:ext>
            </a:extLst>
          </p:cNvPr>
          <p:cNvSpPr>
            <a:spLocks xmlns:a="http://schemas.openxmlformats.org/drawingml/2006/main" noGrp="1"/>
          </p:cNvSpPr>
          <p:nvPr/>
        </p:nvSpPr>
        <p:spPr>
          <a:xfrm xmlns:a="http://schemas.openxmlformats.org/drawingml/2006/main">
            <a:off x="10515600" y="1571625"/>
            <a:ext cx="590550" cy="381000"/>
          </a:xfrm>
          <a:prstGeom xmlns:a="http://schemas.openxmlformats.org/drawingml/2006/main" prst="roundRect">
            <a:avLst>
              <a:gd name="adj" fmla="val 20000"/>
            </a:avLst>
          </a:prstGeom>
          <a:solidFill xmlns:a="http://schemas.openxmlformats.org/drawingml/2006/main">
            <a:srgbClr val="2DAA5F"/>
          </a:solidFill>
          <a:ln xmlns:a="http://schemas.openxmlformats.org/drawingml/2006/main" w="0">
            <a:noFill/>
          </a:ln>
        </p:spPr>
        <p:txBody>
          <a:bodyPr xmlns:a="http://schemas.openxmlformats.org/drawingml/2006/main" anchor="ctr">
            <a:normAutofit fontScale="97401"/>
          </a:bodyPr>
          <a:lstStyle xmlns:a="http://schemas.openxmlformats.org/drawingml/2006/main"/>
          <a:p xmlns:a="http://schemas.openxmlformats.org/drawingml/2006/main">
            <a:pPr algn="ctr">
              <a:buNone/>
              <a:defRPr sz="1650" b="1">
                <a:solidFill>
                  <a:srgbClr val="FFFFFF"/>
                </a:solidFill>
                <a:latin typeface="CiscoSansTT Medium"/>
                <a:ea typeface="CiscoSansTT Medium"/>
                <a:cs typeface="CiscoSansTT Medium"/>
              </a:defRPr>
            </a:pPr>
            <a:r>
              <a:rPr sz="1650" b="1">
                <a:solidFill>
                  <a:srgbClr val="FFFFFF"/>
                </a:solidFill>
                <a:latin typeface="CiscoSansTT Medium"/>
                <a:ea typeface="CiscoSansTT Medium"/>
                <a:cs typeface="CiscoSansTT Medium"/>
              </a:rPr>
              <a:t>5</a:t>
            </a:r>
          </a:p>
        </p:txBody>
      </p:sp>
      <p:sp>
        <p:nvSpPr>
          <p:cNvPr id="15" name="Rounded Rectangle 14">
            <a:extLst xmlns:a="http://schemas.openxmlformats.org/drawingml/2006/main">
              <a:ext uri="{FF2B5EF4-FFF2-40B4-BE49-F238E27FC236}">
                <a16:creationId xmlns:a16="http://schemas.microsoft.com/office/drawing/2014/main" id="{6CE53DC2-CA77-4D57-BF19-1957B258B104}"/>
              </a:ext>
            </a:extLst>
          </p:cNvPr>
          <p:cNvSpPr>
            <a:spLocks xmlns:a="http://schemas.openxmlformats.org/drawingml/2006/main" noGrp="1"/>
          </p:cNvSpPr>
          <p:nvPr/>
        </p:nvSpPr>
        <p:spPr>
          <a:xfrm xmlns:a="http://schemas.openxmlformats.org/drawingml/2006/main">
            <a:off x="9829800" y="2238375"/>
            <a:ext cx="2000250" cy="838200"/>
          </a:xfrm>
          <a:prstGeom xmlns:a="http://schemas.openxmlformats.org/drawingml/2006/main" prst="roundRect">
            <a:avLst>
              <a:gd name="adj" fmla="val 9091"/>
            </a:avLst>
          </a:prstGeom>
          <a:solidFill xmlns:a="http://schemas.openxmlformats.org/drawingml/2006/main">
            <a:srgbClr val="EAF7EF"/>
          </a:solidFill>
          <a:ln xmlns:a="http://schemas.openxmlformats.org/drawingml/2006/main" w="14288">
            <a:solidFill>
              <a:srgbClr val="2DAA5F"/>
            </a:solidFill>
          </a:ln>
        </p:spPr>
        <p:txBody>
          <a:bodyPr xmlns:a="http://schemas.openxmlformats.org/drawingml/2006/main" anchor="ctr">
            <a:normAutofit/>
          </a:bodyPr>
          <a:lstStyle xmlns:a="http://schemas.openxmlformats.org/drawingml/2006/main"/>
          <a:p xmlns:a="http://schemas.openxmlformats.org/drawingml/2006/main">
            <a:pPr algn="ctr">
              <a:buNone/>
              <a:defRPr sz="1800" b="1">
                <a:solidFill>
                  <a:srgbClr val="07182A"/>
                </a:solidFill>
                <a:latin typeface="CiscoSansTT Medium"/>
                <a:ea typeface="CiscoSansTT Medium"/>
                <a:cs typeface="CiscoSansTT Medium"/>
              </a:defRPr>
            </a:pPr>
            <a:r>
              <a:rPr sz="1800" b="1">
                <a:solidFill>
                  <a:srgbClr val="07182A"/>
                </a:solidFill>
                <a:latin typeface="CiscoSansTT Medium"/>
                <a:ea typeface="CiscoSansTT Medium"/>
                <a:cs typeface="CiscoSansTT Medium"/>
              </a:rPr>
              <a:t>Promote</a:t>
            </a:r>
          </a:p>
        </p:txBody>
      </p:sp>
      <p:sp>
        <p:nvSpPr>
          <p:cNvPr id="16" name="Rectangle 15">
            <a:extLst xmlns:a="http://schemas.openxmlformats.org/drawingml/2006/main">
              <a:ext uri="{FF2B5EF4-FFF2-40B4-BE49-F238E27FC236}">
                <a16:creationId xmlns:a16="http://schemas.microsoft.com/office/drawing/2014/main" id="{2490163B-5B41-454E-B471-3248BDB5BC0B}"/>
              </a:ext>
            </a:extLst>
          </p:cNvPr>
          <p:cNvSpPr>
            <a:spLocks xmlns:a="http://schemas.openxmlformats.org/drawingml/2006/main" noGrp="1"/>
          </p:cNvSpPr>
          <p:nvPr/>
        </p:nvSpPr>
        <p:spPr>
          <a:xfrm xmlns:a="http://schemas.openxmlformats.org/drawingml/2006/main">
            <a:off x="9829800" y="3314700"/>
            <a:ext cx="20002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ctr">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bounded comparison · traffic + telemetry</a:t>
            </a:r>
          </a:p>
        </p:txBody>
      </p:sp>
      <p:cxnSp>
        <p:nvCxnSpPr>
          <p:cNvPr id="199" name="Straight Arrow Connector 38"/>
          <p:cNvCxnSpPr>
            <a:stCxn xmlns:a="http://schemas.openxmlformats.org/drawingml/2006/main" id="3" idx="3"/>
            <a:endCxn xmlns:a="http://schemas.openxmlformats.org/drawingml/2006/main" id="6" idx="1"/>
          </p:cNvCxnSpPr>
          <p:nvPr/>
        </p:nvCxnSpPr>
        <p:spPr>
          <a:xfrm xmlns:a="http://schemas.openxmlformats.org/drawingml/2006/main">
            <a:off x="249555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200" name="Straight Arrow Connector 39"/>
          <p:cNvCxnSpPr>
            <a:stCxn xmlns:a="http://schemas.openxmlformats.org/drawingml/2006/main" id="6" idx="3"/>
            <a:endCxn xmlns:a="http://schemas.openxmlformats.org/drawingml/2006/main" id="9" idx="1"/>
          </p:cNvCxnSpPr>
          <p:nvPr/>
        </p:nvCxnSpPr>
        <p:spPr>
          <a:xfrm xmlns:a="http://schemas.openxmlformats.org/drawingml/2006/main">
            <a:off x="482917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201" name="Straight Arrow Connector 40"/>
          <p:cNvCxnSpPr>
            <a:stCxn xmlns:a="http://schemas.openxmlformats.org/drawingml/2006/main" id="9" idx="3"/>
            <a:endCxn xmlns:a="http://schemas.openxmlformats.org/drawingml/2006/main" id="12" idx="1"/>
          </p:cNvCxnSpPr>
          <p:nvPr/>
        </p:nvCxnSpPr>
        <p:spPr>
          <a:xfrm xmlns:a="http://schemas.openxmlformats.org/drawingml/2006/main">
            <a:off x="7162800"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cxnSp>
        <p:nvCxnSpPr>
          <p:cNvPr id="202" name="Straight Arrow Connector 41"/>
          <p:cNvCxnSpPr>
            <a:stCxn xmlns:a="http://schemas.openxmlformats.org/drawingml/2006/main" id="12" idx="3"/>
            <a:endCxn xmlns:a="http://schemas.openxmlformats.org/drawingml/2006/main" id="15" idx="1"/>
          </p:cNvCxnSpPr>
          <p:nvPr/>
        </p:nvCxnSpPr>
        <p:spPr>
          <a:xfrm xmlns:a="http://schemas.openxmlformats.org/drawingml/2006/main">
            <a:off x="9496425" y="2657475"/>
            <a:ext cx="333375" cy="0"/>
          </a:xfrm>
          <a:prstGeom xmlns:a="http://schemas.openxmlformats.org/drawingml/2006/main" prst="straightConnector1">
            <a:avLst/>
          </a:prstGeom>
          <a:ln xmlns:a="http://schemas.openxmlformats.org/drawingml/2006/main" w="19050">
            <a:solidFill>
              <a:srgbClr val="07182A"/>
            </a:solidFill>
            <a:prstDash val="solid"/>
            <a:tailEnd type="arrow" w="med" len="med"/>
          </a:ln>
        </p:spPr>
      </p:cxnSp>
      <p:sp>
        <p:nvSpPr>
          <p:cNvPr id="21" name="Rounded Rectangle 20">
            <a:extLst xmlns:a="http://schemas.openxmlformats.org/drawingml/2006/main">
              <a:ext uri="{FF2B5EF4-FFF2-40B4-BE49-F238E27FC236}">
                <a16:creationId xmlns:a16="http://schemas.microsoft.com/office/drawing/2014/main" id="{A8E5CA0D-8A5D-4BD3-A93D-56E4A51883CE}"/>
              </a:ext>
            </a:extLst>
          </p:cNvPr>
          <p:cNvSpPr>
            <a:spLocks xmlns:a="http://schemas.openxmlformats.org/drawingml/2006/main" noGrp="1"/>
          </p:cNvSpPr>
          <p:nvPr/>
        </p:nvSpPr>
        <p:spPr>
          <a:xfrm xmlns:a="http://schemas.openxmlformats.org/drawingml/2006/main">
            <a:off x="1219200" y="4838700"/>
            <a:ext cx="9753600" cy="857250"/>
          </a:xfrm>
          <a:prstGeom xmlns:a="http://schemas.openxmlformats.org/drawingml/2006/main" prst="roundRect">
            <a:avLst>
              <a:gd name="adj" fmla="val 8889"/>
            </a:avLst>
          </a:prstGeom>
          <a:solidFill xmlns:a="http://schemas.openxmlformats.org/drawingml/2006/main">
            <a:srgbClr val="F4F6F8"/>
          </a:solidFill>
          <a:ln xmlns:a="http://schemas.openxmlformats.org/drawingml/2006/main" w="14288">
            <a:solidFill>
              <a:srgbClr val="D6D6D6"/>
            </a:solidFill>
          </a:ln>
        </p:spPr>
        <p:txBody>
          <a:bodyPr xmlns:a="http://schemas.openxmlformats.org/drawingml/2006/main"/>
          <a:lstStyle xmlns:a="http://schemas.openxmlformats.org/drawingml/2006/main"/>
          <a:p xmlns:a="http://schemas.openxmlformats.org/drawingml/2006/main">
            <a:endParaRPr/>
          </a:p>
        </p:txBody>
      </p:sp>
      <p:sp>
        <p:nvSpPr>
          <p:cNvPr id="22" name="Rectangle 21">
            <a:extLst xmlns:a="http://schemas.openxmlformats.org/drawingml/2006/main">
              <a:ext uri="{FF2B5EF4-FFF2-40B4-BE49-F238E27FC236}">
                <a16:creationId xmlns:a16="http://schemas.microsoft.com/office/drawing/2014/main" id="{BFD370B6-619A-467A-BD71-9857194631E6}"/>
              </a:ext>
            </a:extLst>
          </p:cNvPr>
          <p:cNvSpPr>
            <a:spLocks xmlns:a="http://schemas.openxmlformats.org/drawingml/2006/main" noGrp="1"/>
          </p:cNvSpPr>
          <p:nvPr/>
        </p:nvSpPr>
        <p:spPr>
          <a:xfrm xmlns:a="http://schemas.openxmlformats.org/drawingml/2006/main">
            <a:off x="1619250" y="5048250"/>
            <a:ext cx="895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78791" lnSpcReduction="10000"/>
          </a:bodyPr>
          <a:lstStyle xmlns:a="http://schemas.openxmlformats.org/drawingml/2006/main"/>
          <a:p xmlns:a="http://schemas.openxmlformats.org/drawingml/2006/main">
            <a:pPr algn="ctr">
              <a:buNone/>
              <a:defRPr sz="2025" b="1">
                <a:solidFill>
                  <a:srgbClr val="07182A"/>
                </a:solidFill>
                <a:latin typeface="CiscoSansTT Medium"/>
                <a:ea typeface="CiscoSansTT Medium"/>
                <a:cs typeface="CiscoSansTT Medium"/>
              </a:defRPr>
            </a:pPr>
            <a:r>
              <a:rPr sz="2025" b="1">
                <a:solidFill>
                  <a:srgbClr val="07182A"/>
                </a:solidFill>
                <a:latin typeface="CiscoSansTT Medium"/>
                <a:ea typeface="CiscoSansTT Medium"/>
                <a:cs typeface="CiscoSansTT Medium"/>
              </a:rPr>
              <a:t>Promote only when packet behavior, request coverage, loss counters, and resource budgets all pass.</a:t>
            </a:r>
          </a:p>
        </p:txBody>
      </p:sp>
    </p:spTree>
    <p:extLst>
      <p:ext uri="{BB962C8B-B14F-4D97-AF65-F5344CB8AC3E}">
        <p14:creationId xmlns:p14="http://schemas.microsoft.com/office/powerpoint/2010/main" val="31588492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99C880A8-3582-4338-BB63-C79554C56E94}"/>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Three rules for running both</a:t>
            </a:r>
          </a:p>
        </p:txBody>
      </p:sp>
      <p:sp>
        <p:nvSpPr>
          <p:cNvPr id="2" name="Rectangle 1">
            <a:extLst xmlns:a="http://schemas.openxmlformats.org/drawingml/2006/main">
              <a:ext uri="{FF2B5EF4-FFF2-40B4-BE49-F238E27FC236}">
                <a16:creationId xmlns:a16="http://schemas.microsoft.com/office/drawing/2014/main" id="{CEC07943-9C3B-4328-9CA2-532BB469DBA6}"/>
              </a:ext>
            </a:extLst>
          </p:cNvPr>
          <p:cNvSpPr>
            <a:spLocks xmlns:a="http://schemas.openxmlformats.org/drawingml/2006/main" noGrp="1"/>
          </p:cNvSpPr>
          <p:nvPr/>
        </p:nvSpPr>
        <p:spPr>
          <a:xfrm xmlns:a="http://schemas.openxmlformats.org/drawingml/2006/main">
            <a:off x="781050" y="152400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0860FE"/>
                </a:solidFill>
                <a:latin typeface="CiscoSansTT Medium"/>
                <a:ea typeface="CiscoSansTT Medium"/>
                <a:cs typeface="CiscoSansTT Medium"/>
              </a:defRPr>
            </a:pPr>
            <a:r>
              <a:rPr sz="2925" b="1">
                <a:solidFill>
                  <a:srgbClr val="0860FE"/>
                </a:solidFill>
                <a:latin typeface="CiscoSansTT Medium"/>
                <a:ea typeface="CiscoSansTT Medium"/>
                <a:cs typeface="CiscoSansTT Medium"/>
              </a:rPr>
              <a:t>01</a:t>
            </a:r>
          </a:p>
        </p:txBody>
      </p:sp>
      <p:sp>
        <p:nvSpPr>
          <p:cNvPr id="3" name="Rectangle 2">
            <a:extLst xmlns:a="http://schemas.openxmlformats.org/drawingml/2006/main">
              <a:ext uri="{FF2B5EF4-FFF2-40B4-BE49-F238E27FC236}">
                <a16:creationId xmlns:a16="http://schemas.microsoft.com/office/drawing/2014/main" id="{909DFF60-89E5-4A12-A77D-719A2348DAA4}"/>
              </a:ext>
            </a:extLst>
          </p:cNvPr>
          <p:cNvSpPr>
            <a:spLocks xmlns:a="http://schemas.openxmlformats.org/drawingml/2006/main" noGrp="1"/>
          </p:cNvSpPr>
          <p:nvPr/>
        </p:nvSpPr>
        <p:spPr>
          <a:xfrm xmlns:a="http://schemas.openxmlformats.org/drawingml/2006/main">
            <a:off x="1905000" y="152400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Prefer TCX</a:t>
            </a:r>
          </a:p>
        </p:txBody>
      </p:sp>
      <p:sp>
        <p:nvSpPr>
          <p:cNvPr id="4" name="Rectangle 3">
            <a:extLst xmlns:a="http://schemas.openxmlformats.org/drawingml/2006/main">
              <a:ext uri="{FF2B5EF4-FFF2-40B4-BE49-F238E27FC236}">
                <a16:creationId xmlns:a16="http://schemas.microsoft.com/office/drawing/2014/main" id="{1DED608B-AA10-4F56-83D1-A47EE6CD188F}"/>
              </a:ext>
            </a:extLst>
          </p:cNvPr>
          <p:cNvSpPr>
            <a:spLocks xmlns:a="http://schemas.openxmlformats.org/drawingml/2006/main" noGrp="1"/>
          </p:cNvSpPr>
          <p:nvPr/>
        </p:nvSpPr>
        <p:spPr>
          <a:xfrm xmlns:a="http://schemas.openxmlformats.org/drawingml/2006/main">
            <a:off x="5953125" y="154305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Verify the live attach mode on every node pool.</a:t>
            </a:r>
          </a:p>
        </p:txBody>
      </p:sp>
      <p:sp>
        <p:nvSpPr>
          <p:cNvPr id="5" name="Rectangle 4">
            <a:extLst xmlns:a="http://schemas.openxmlformats.org/drawingml/2006/main">
              <a:ext uri="{FF2B5EF4-FFF2-40B4-BE49-F238E27FC236}">
                <a16:creationId xmlns:a16="http://schemas.microsoft.com/office/drawing/2014/main" id="{B063BBC9-28E7-4543-A22D-F34BBD91DF39}"/>
              </a:ext>
            </a:extLst>
          </p:cNvPr>
          <p:cNvSpPr>
            <a:spLocks xmlns:a="http://schemas.openxmlformats.org/drawingml/2006/main" noGrp="1"/>
          </p:cNvSpPr>
          <p:nvPr/>
        </p:nvSpPr>
        <p:spPr>
          <a:xfrm xmlns:a="http://schemas.openxmlformats.org/drawingml/2006/main">
            <a:off x="1905000" y="233362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7744041E-5BE1-4917-AB80-60DE28645E6A}"/>
              </a:ext>
            </a:extLst>
          </p:cNvPr>
          <p:cNvSpPr>
            <a:spLocks xmlns:a="http://schemas.openxmlformats.org/drawingml/2006/main" noGrp="1"/>
          </p:cNvSpPr>
          <p:nvPr/>
        </p:nvSpPr>
        <p:spPr>
          <a:xfrm xmlns:a="http://schemas.openxmlformats.org/drawingml/2006/main">
            <a:off x="781050" y="2905125"/>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007F"/>
                </a:solidFill>
                <a:latin typeface="CiscoSansTT Medium"/>
                <a:ea typeface="CiscoSansTT Medium"/>
                <a:cs typeface="CiscoSansTT Medium"/>
              </a:defRPr>
            </a:pPr>
            <a:r>
              <a:rPr sz="2925" b="1">
                <a:solidFill>
                  <a:srgbClr val="FF007F"/>
                </a:solidFill>
                <a:latin typeface="CiscoSansTT Medium"/>
                <a:ea typeface="CiscoSansTT Medium"/>
                <a:cs typeface="CiscoSansTT Medium"/>
              </a:rPr>
              <a:t>02</a:t>
            </a:r>
          </a:p>
        </p:txBody>
      </p:sp>
      <p:sp>
        <p:nvSpPr>
          <p:cNvPr id="7" name="Rectangle 6">
            <a:extLst xmlns:a="http://schemas.openxmlformats.org/drawingml/2006/main">
              <a:ext uri="{FF2B5EF4-FFF2-40B4-BE49-F238E27FC236}">
                <a16:creationId xmlns:a16="http://schemas.microsoft.com/office/drawing/2014/main" id="{FE853C3F-C124-4539-A207-DDBFF83B7A34}"/>
              </a:ext>
            </a:extLst>
          </p:cNvPr>
          <p:cNvSpPr>
            <a:spLocks xmlns:a="http://schemas.openxmlformats.org/drawingml/2006/main" noGrp="1"/>
          </p:cNvSpPr>
          <p:nvPr/>
        </p:nvSpPr>
        <p:spPr>
          <a:xfrm xmlns:a="http://schemas.openxmlformats.org/drawingml/2006/main">
            <a:off x="1905000" y="2905125"/>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792" lnSpcReduction="1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Make legacy order explicit</a:t>
            </a:r>
          </a:p>
        </p:txBody>
      </p:sp>
      <p:sp>
        <p:nvSpPr>
          <p:cNvPr id="8" name="Rectangle 7">
            <a:extLst xmlns:a="http://schemas.openxmlformats.org/drawingml/2006/main">
              <a:ext uri="{FF2B5EF4-FFF2-40B4-BE49-F238E27FC236}">
                <a16:creationId xmlns:a16="http://schemas.microsoft.com/office/drawing/2014/main" id="{FC46DB99-40F6-4A65-86C7-09E7DE84F08A}"/>
              </a:ext>
            </a:extLst>
          </p:cNvPr>
          <p:cNvSpPr>
            <a:spLocks xmlns:a="http://schemas.openxmlformats.org/drawingml/2006/main" noGrp="1"/>
          </p:cNvSpPr>
          <p:nvPr/>
        </p:nvSpPr>
        <p:spPr>
          <a:xfrm xmlns:a="http://schemas.openxmlformats.org/drawingml/2006/main">
            <a:off x="5953125" y="29241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priority 1, Cilium above 1, fresh cluster for tests.</a:t>
            </a:r>
          </a:p>
        </p:txBody>
      </p:sp>
      <p:sp>
        <p:nvSpPr>
          <p:cNvPr id="9" name="Rectangle 8">
            <a:extLst xmlns:a="http://schemas.openxmlformats.org/drawingml/2006/main">
              <a:ext uri="{FF2B5EF4-FFF2-40B4-BE49-F238E27FC236}">
                <a16:creationId xmlns:a16="http://schemas.microsoft.com/office/drawing/2014/main" id="{06E77A3C-525A-4F41-9208-7530006142A6}"/>
              </a:ext>
            </a:extLst>
          </p:cNvPr>
          <p:cNvSpPr>
            <a:spLocks xmlns:a="http://schemas.openxmlformats.org/drawingml/2006/main" noGrp="1"/>
          </p:cNvSpPr>
          <p:nvPr/>
        </p:nvSpPr>
        <p:spPr>
          <a:xfrm xmlns:a="http://schemas.openxmlformats.org/drawingml/2006/main">
            <a:off x="1905000" y="3714750"/>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0733A2E0-4853-430E-B861-8F608C46153F}"/>
              </a:ext>
            </a:extLst>
          </p:cNvPr>
          <p:cNvSpPr>
            <a:spLocks xmlns:a="http://schemas.openxmlformats.org/drawingml/2006/main" noGrp="1"/>
          </p:cNvSpPr>
          <p:nvPr/>
        </p:nvSpPr>
        <p:spPr>
          <a:xfrm xmlns:a="http://schemas.openxmlformats.org/drawingml/2006/main">
            <a:off x="781050" y="4286250"/>
            <a:ext cx="857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2925" b="1">
                <a:solidFill>
                  <a:srgbClr val="FF9000"/>
                </a:solidFill>
                <a:latin typeface="CiscoSansTT Medium"/>
                <a:ea typeface="CiscoSansTT Medium"/>
                <a:cs typeface="CiscoSansTT Medium"/>
              </a:defRPr>
            </a:pPr>
            <a:r>
              <a:rPr sz="2925" b="1">
                <a:solidFill>
                  <a:srgbClr val="FF9000"/>
                </a:solidFill>
                <a:latin typeface="CiscoSansTT Medium"/>
                <a:ea typeface="CiscoSansTT Medium"/>
                <a:cs typeface="CiscoSansTT Medium"/>
              </a:rPr>
              <a:t>03</a:t>
            </a:r>
          </a:p>
        </p:txBody>
      </p:sp>
      <p:sp>
        <p:nvSpPr>
          <p:cNvPr id="11" name="Rectangle 10">
            <a:extLst xmlns:a="http://schemas.openxmlformats.org/drawingml/2006/main">
              <a:ext uri="{FF2B5EF4-FFF2-40B4-BE49-F238E27FC236}">
                <a16:creationId xmlns:a16="http://schemas.microsoft.com/office/drawing/2014/main" id="{5C6F9620-6253-4E71-BDCC-B3879164F272}"/>
              </a:ext>
            </a:extLst>
          </p:cNvPr>
          <p:cNvSpPr>
            <a:spLocks xmlns:a="http://schemas.openxmlformats.org/drawingml/2006/main" noGrp="1"/>
          </p:cNvSpPr>
          <p:nvPr/>
        </p:nvSpPr>
        <p:spPr>
          <a:xfrm xmlns:a="http://schemas.openxmlformats.org/drawingml/2006/main">
            <a:off x="1905000" y="4286250"/>
            <a:ext cx="3905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85461" lnSpcReduction="20000"/>
          </a:bodyPr>
          <a:lstStyle xmlns:a="http://schemas.openxmlformats.org/drawingml/2006/main"/>
          <a:p xmlns:a="http://schemas.openxmlformats.org/drawingml/2006/main">
            <a:pPr algn="l">
              <a:buNone/>
              <a:defRPr sz="2400" b="1">
                <a:solidFill>
                  <a:srgbClr val="07182A"/>
                </a:solidFill>
                <a:latin typeface="CiscoSansTT Medium"/>
                <a:ea typeface="CiscoSansTT Medium"/>
                <a:cs typeface="CiscoSansTT Medium"/>
              </a:defRPr>
            </a:pPr>
            <a:r>
              <a:rPr sz="2400" b="1">
                <a:solidFill>
                  <a:srgbClr val="07182A"/>
                </a:solidFill>
                <a:latin typeface="CiscoSansTT Medium"/>
                <a:ea typeface="CiscoSansTT Medium"/>
                <a:cs typeface="CiscoSansTT Medium"/>
              </a:rPr>
              <a:t>Correlate complementary signals</a:t>
            </a:r>
          </a:p>
        </p:txBody>
      </p:sp>
      <p:sp>
        <p:nvSpPr>
          <p:cNvPr id="12" name="Rectangle 11">
            <a:extLst xmlns:a="http://schemas.openxmlformats.org/drawingml/2006/main">
              <a:ext uri="{FF2B5EF4-FFF2-40B4-BE49-F238E27FC236}">
                <a16:creationId xmlns:a16="http://schemas.microsoft.com/office/drawing/2014/main" id="{042175F6-EADD-46D7-BB92-94092EF9F2DD}"/>
              </a:ext>
            </a:extLst>
          </p:cNvPr>
          <p:cNvSpPr>
            <a:spLocks xmlns:a="http://schemas.openxmlformats.org/drawingml/2006/main" noGrp="1"/>
          </p:cNvSpPr>
          <p:nvPr/>
        </p:nvSpPr>
        <p:spPr>
          <a:xfrm xmlns:a="http://schemas.openxmlformats.org/drawingml/2006/main">
            <a:off x="5953125" y="4305300"/>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OBI owns application evidence. Hubble owns network and policy evidence.</a:t>
            </a:r>
          </a:p>
        </p:txBody>
      </p:sp>
      <p:sp>
        <p:nvSpPr>
          <p:cNvPr id="13" name="Rectangle 12">
            <a:extLst xmlns:a="http://schemas.openxmlformats.org/drawingml/2006/main">
              <a:ext uri="{FF2B5EF4-FFF2-40B4-BE49-F238E27FC236}">
                <a16:creationId xmlns:a16="http://schemas.microsoft.com/office/drawing/2014/main" id="{6DB2593E-1A84-4909-8DB4-F01E41F71A0B}"/>
              </a:ext>
            </a:extLst>
          </p:cNvPr>
          <p:cNvSpPr>
            <a:spLocks xmlns:a="http://schemas.openxmlformats.org/drawingml/2006/main" noGrp="1"/>
          </p:cNvSpPr>
          <p:nvPr/>
        </p:nvSpPr>
        <p:spPr>
          <a:xfrm xmlns:a="http://schemas.openxmlformats.org/drawingml/2006/main">
            <a:off x="1905000" y="5095875"/>
            <a:ext cx="9477375"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91055546"/>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Appendix</a:t>
            </a:r>
          </a:p>
        </p:txBody>
      </p:sp>
    </p:spTree>
    <p:extLst>
      <p:ext uri="{BB962C8B-B14F-4D97-AF65-F5344CB8AC3E}">
        <p14:creationId xmlns:p14="http://schemas.microsoft.com/office/powerpoint/2010/main" val="127259867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8" name="slide-title">
            <a:extLst xmlns:a="http://schemas.openxmlformats.org/drawingml/2006/main">
              <a:ext uri="{FF2B5EF4-FFF2-40B4-BE49-F238E27FC236}">
                <a16:creationId xmlns:a16="http://schemas.microsoft.com/office/drawing/2014/main" id="{55F6433C-CB26-4D0A-AE41-4FF35BCEE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pinned TCX configuration</a:t>
            </a:r>
          </a:p>
        </p:txBody>
      </p:sp>
      <p:sp>
        <p:nvSpPr>
          <p:cNvPr id="2" name="Rectangle 1">
            <a:extLst xmlns:a="http://schemas.openxmlformats.org/drawingml/2006/main">
              <a:ext uri="{FF2B5EF4-FFF2-40B4-BE49-F238E27FC236}">
                <a16:creationId xmlns:a16="http://schemas.microsoft.com/office/drawing/2014/main" id="{2BBB1705-8A86-4DED-B223-99D39B18DAC1}"/>
              </a:ext>
            </a:extLst>
          </p:cNvPr>
          <p:cNvSpPr>
            <a:spLocks xmlns:a="http://schemas.openxmlformats.org/drawingml/2006/main" noGrp="1"/>
          </p:cNvSpPr>
          <p:nvPr/>
        </p:nvSpPr>
        <p:spPr>
          <a:xfrm xmlns:a="http://schemas.openxmlformats.org/drawingml/2006/main">
            <a:off x="7620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FF007F"/>
                </a:solidFill>
                <a:latin typeface="CiscoSansTT Medium"/>
                <a:ea typeface="CiscoSansTT Medium"/>
                <a:cs typeface="CiscoSansTT Medium"/>
              </a:defRPr>
            </a:pPr>
            <a:r>
              <a:rPr sz="1875" b="1">
                <a:solidFill>
                  <a:srgbClr val="FF007F"/>
                </a:solidFill>
                <a:latin typeface="CiscoSansTT Medium"/>
                <a:ea typeface="CiscoSansTT Medium"/>
                <a:cs typeface="CiscoSansTT Medium"/>
              </a:rPr>
              <a:t>OBI v0.13.0</a:t>
            </a:r>
          </a:p>
        </p:txBody>
      </p:sp>
      <p:sp>
        <p:nvSpPr>
          <p:cNvPr id="3" name="Rounded Rectangle 2">
            <a:extLst xmlns:a="http://schemas.openxmlformats.org/drawingml/2006/main">
              <a:ext uri="{FF2B5EF4-FFF2-40B4-BE49-F238E27FC236}">
                <a16:creationId xmlns:a16="http://schemas.microsoft.com/office/drawing/2014/main" id="{36A08832-E9C7-47D2-A011-593E535AAA7B}"/>
              </a:ext>
            </a:extLst>
          </p:cNvPr>
          <p:cNvSpPr>
            <a:spLocks xmlns:a="http://schemas.openxmlformats.org/drawingml/2006/main" noGrp="1"/>
          </p:cNvSpPr>
          <p:nvPr/>
        </p:nvSpPr>
        <p:spPr>
          <a:xfrm xmlns:a="http://schemas.openxmlformats.org/drawingml/2006/main">
            <a:off x="6667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B685953-4679-4CFB-B385-330DB1330E0D}"/>
              </a:ext>
            </a:extLst>
          </p:cNvPr>
          <p:cNvSpPr>
            <a:spLocks xmlns:a="http://schemas.openxmlformats.org/drawingml/2006/main" noGrp="1"/>
          </p:cNvSpPr>
          <p:nvPr/>
        </p:nvSpPr>
        <p:spPr>
          <a:xfrm xmlns:a="http://schemas.openxmlformats.org/drawingml/2006/main">
            <a:off x="9525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contextPropagation:</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config:</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context_propagation: all</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traffic_control_backend: tcx</a:t>
            </a:r>
          </a:p>
        </p:txBody>
      </p:sp>
      <p:sp>
        <p:nvSpPr>
          <p:cNvPr id="5" name="Rectangle 4">
            <a:extLst xmlns:a="http://schemas.openxmlformats.org/drawingml/2006/main">
              <a:ext uri="{FF2B5EF4-FFF2-40B4-BE49-F238E27FC236}">
                <a16:creationId xmlns:a16="http://schemas.microsoft.com/office/drawing/2014/main" id="{E9D345F3-1A50-410B-9B68-B7CF81838A24}"/>
              </a:ext>
            </a:extLst>
          </p:cNvPr>
          <p:cNvSpPr>
            <a:spLocks xmlns:a="http://schemas.openxmlformats.org/drawingml/2006/main" noGrp="1"/>
          </p:cNvSpPr>
          <p:nvPr/>
        </p:nvSpPr>
        <p:spPr>
          <a:xfrm xmlns:a="http://schemas.openxmlformats.org/drawingml/2006/main">
            <a:off x="6667500" y="1476375"/>
            <a:ext cx="4381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4667" lnSpcReduction="10000"/>
          </a:bodyPr>
          <a:lstStyle xmlns:a="http://schemas.openxmlformats.org/drawingml/2006/main"/>
          <a:p xmlns:a="http://schemas.openxmlformats.org/drawingml/2006/main">
            <a:pPr algn="l">
              <a:buNone/>
              <a:defRPr sz="1875" b="1">
                <a:solidFill>
                  <a:srgbClr val="0860FE"/>
                </a:solidFill>
                <a:latin typeface="CiscoSansTT Medium"/>
                <a:ea typeface="CiscoSansTT Medium"/>
                <a:cs typeface="CiscoSansTT Medium"/>
              </a:defRPr>
            </a:pPr>
            <a:r>
              <a:rPr sz="1875" b="1">
                <a:solidFill>
                  <a:srgbClr val="0860FE"/>
                </a:solidFill>
                <a:latin typeface="CiscoSansTT Medium"/>
                <a:ea typeface="CiscoSansTT Medium"/>
                <a:cs typeface="CiscoSansTT Medium"/>
              </a:rPr>
              <a:t>Cilium v1.20.2</a:t>
            </a:r>
          </a:p>
        </p:txBody>
      </p:sp>
      <p:sp>
        <p:nvSpPr>
          <p:cNvPr id="6" name="Rounded Rectangle 5">
            <a:extLst xmlns:a="http://schemas.openxmlformats.org/drawingml/2006/main">
              <a:ext uri="{FF2B5EF4-FFF2-40B4-BE49-F238E27FC236}">
                <a16:creationId xmlns:a16="http://schemas.microsoft.com/office/drawing/2014/main" id="{D44BA46C-BFED-4D9B-A5F4-F9CD194CBD79}"/>
              </a:ext>
            </a:extLst>
          </p:cNvPr>
          <p:cNvSpPr>
            <a:spLocks xmlns:a="http://schemas.openxmlformats.org/drawingml/2006/main" noGrp="1"/>
          </p:cNvSpPr>
          <p:nvPr/>
        </p:nvSpPr>
        <p:spPr>
          <a:xfrm xmlns:a="http://schemas.openxmlformats.org/drawingml/2006/main">
            <a:off x="6572250" y="1952625"/>
            <a:ext cx="4953000" cy="3238500"/>
          </a:xfrm>
          <a:prstGeom xmlns:a="http://schemas.openxmlformats.org/drawingml/2006/main" prst="roundRect">
            <a:avLst>
              <a:gd name="adj" fmla="val 2353"/>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0A0F2876-B73E-4290-B890-24B0769B6DB0}"/>
              </a:ext>
            </a:extLst>
          </p:cNvPr>
          <p:cNvSpPr>
            <a:spLocks xmlns:a="http://schemas.openxmlformats.org/drawingml/2006/main" noGrp="1"/>
          </p:cNvSpPr>
          <p:nvPr/>
        </p:nvSpPr>
        <p:spPr>
          <a:xfrm xmlns:a="http://schemas.openxmlformats.org/drawingml/2006/main">
            <a:off x="6858000" y="2238375"/>
            <a:ext cx="4381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bpf:</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enableTCX: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datapathMode: veth</a:t>
            </a:r>
          </a:p>
          <a:p xmlns:a="http://schemas.openxmlformats.org/drawingml/2006/main">
            <a:endParaRPr sz="1650" b="0">
              <a:solidFill>
                <a:srgbClr val="FFFFFF"/>
              </a:solidFill>
              <a:latin typeface="CiscoSansTT"/>
              <a:ea typeface="CiscoSansTT"/>
              <a:cs typeface="CiscoSansTT"/>
            </a:endParaRP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hubble: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relay:</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ui:</a:t>
            </a:r>
          </a:p>
          <a:p xmlns:a="http://schemas.openxmlformats.org/drawingml/2006/main">
            <a:pPr algn="l">
              <a:buNone/>
              <a:defRPr sz="1650" b="0">
                <a:solidFill>
                  <a:srgbClr val="FFFFFF"/>
                </a:solidFill>
                <a:latin typeface="CiscoSansTT"/>
                <a:ea typeface="CiscoSansTT"/>
                <a:cs typeface="CiscoSansTT"/>
              </a:defRPr>
            </a:pPr>
            <a:r>
              <a:rPr sz="1650" b="0">
                <a:solidFill>
                  <a:srgbClr val="FFFFFF"/>
                </a:solidFill>
                <a:latin typeface="CiscoSansTT"/>
                <a:ea typeface="CiscoSansTT"/>
                <a:cs typeface="CiscoSansTT"/>
              </a:rPr>
              <a:t>    enabled: true</a:t>
            </a:r>
          </a:p>
        </p:txBody>
      </p:sp>
    </p:spTree>
    <p:extLst>
      <p:ext uri="{BB962C8B-B14F-4D97-AF65-F5344CB8AC3E}">
        <p14:creationId xmlns:p14="http://schemas.microsoft.com/office/powerpoint/2010/main" val="1720076919"/>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1E704E87-FA42-4867-BF91-1B0EF834CA18}"/>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legacy-safe and legacy-unsafe variants</a:t>
            </a:r>
          </a:p>
        </p:txBody>
      </p:sp>
      <p:sp>
        <p:nvSpPr>
          <p:cNvPr id="2" name="Rectangle 1">
            <a:extLst xmlns:a="http://schemas.openxmlformats.org/drawingml/2006/main">
              <a:ext uri="{FF2B5EF4-FFF2-40B4-BE49-F238E27FC236}">
                <a16:creationId xmlns:a16="http://schemas.microsoft.com/office/drawing/2014/main" id="{2CCF09E8-8C11-4F59-A93A-5A3A86356FF3}"/>
              </a:ext>
            </a:extLst>
          </p:cNvPr>
          <p:cNvSpPr>
            <a:spLocks xmlns:a="http://schemas.openxmlformats.org/drawingml/2006/main" noGrp="1"/>
          </p:cNvSpPr>
          <p:nvPr/>
        </p:nvSpPr>
        <p:spPr>
          <a:xfrm xmlns:a="http://schemas.openxmlformats.org/drawingml/2006/main">
            <a:off x="7620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2DAA5F"/>
                </a:solidFill>
                <a:latin typeface="CiscoSansTT Medium"/>
                <a:ea typeface="CiscoSansTT Medium"/>
                <a:cs typeface="CiscoSansTT Medium"/>
              </a:defRPr>
            </a:pPr>
            <a:r>
              <a:rPr sz="2100" b="1">
                <a:solidFill>
                  <a:srgbClr val="2DAA5F"/>
                </a:solidFill>
                <a:latin typeface="CiscoSansTT Medium"/>
                <a:ea typeface="CiscoSansTT Medium"/>
                <a:cs typeface="CiscoSansTT Medium"/>
              </a:rPr>
              <a:t>Safe</a:t>
            </a:r>
          </a:p>
        </p:txBody>
      </p:sp>
      <p:sp>
        <p:nvSpPr>
          <p:cNvPr id="3" name="Rounded Rectangle 2">
            <a:extLst xmlns:a="http://schemas.openxmlformats.org/drawingml/2006/main">
              <a:ext uri="{FF2B5EF4-FFF2-40B4-BE49-F238E27FC236}">
                <a16:creationId xmlns:a16="http://schemas.microsoft.com/office/drawing/2014/main" id="{5907EAE3-6165-4F87-AA66-85E26ACC31D0}"/>
              </a:ext>
            </a:extLst>
          </p:cNvPr>
          <p:cNvSpPr>
            <a:spLocks xmlns:a="http://schemas.openxmlformats.org/drawingml/2006/main" noGrp="1"/>
          </p:cNvSpPr>
          <p:nvPr/>
        </p:nvSpPr>
        <p:spPr>
          <a:xfrm xmlns:a="http://schemas.openxmlformats.org/drawingml/2006/main">
            <a:off x="6667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13B743AC-83DB-4A26-B67E-90D382AF8A36}"/>
              </a:ext>
            </a:extLst>
          </p:cNvPr>
          <p:cNvSpPr>
            <a:spLocks xmlns:a="http://schemas.openxmlformats.org/drawingml/2006/main" noGrp="1"/>
          </p:cNvSpPr>
          <p:nvPr/>
        </p:nvSpPr>
        <p:spPr>
          <a:xfrm xmlns:a="http://schemas.openxmlformats.org/drawingml/2006/main">
            <a:off x="10001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3375"/>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extraConfig:</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"2"</a:t>
            </a:r>
          </a:p>
        </p:txBody>
      </p:sp>
      <p:sp>
        <p:nvSpPr>
          <p:cNvPr id="5" name="Rectangle 4">
            <a:extLst xmlns:a="http://schemas.openxmlformats.org/drawingml/2006/main">
              <a:ext uri="{FF2B5EF4-FFF2-40B4-BE49-F238E27FC236}">
                <a16:creationId xmlns:a16="http://schemas.microsoft.com/office/drawing/2014/main" id="{8C3868CB-8EE0-4796-A81A-5A11795DB81E}"/>
              </a:ext>
            </a:extLst>
          </p:cNvPr>
          <p:cNvSpPr>
            <a:spLocks xmlns:a="http://schemas.openxmlformats.org/drawingml/2006/main" noGrp="1"/>
          </p:cNvSpPr>
          <p:nvPr/>
        </p:nvSpPr>
        <p:spPr>
          <a:xfrm xmlns:a="http://schemas.openxmlformats.org/drawingml/2006/main">
            <a:off x="6667500" y="152400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7976" lnSpcReduction="10000"/>
          </a:bodyPr>
          <a:lstStyle xmlns:a="http://schemas.openxmlformats.org/drawingml/2006/main"/>
          <a:p xmlns:a="http://schemas.openxmlformats.org/drawingml/2006/main">
            <a:pPr algn="l">
              <a:buNone/>
              <a:defRPr sz="2100" b="1">
                <a:solidFill>
                  <a:srgbClr val="E84551"/>
                </a:solidFill>
                <a:latin typeface="CiscoSansTT Medium"/>
                <a:ea typeface="CiscoSansTT Medium"/>
                <a:cs typeface="CiscoSansTT Medium"/>
              </a:defRPr>
            </a:pPr>
            <a:r>
              <a:rPr sz="2100" b="1">
                <a:solidFill>
                  <a:srgbClr val="E84551"/>
                </a:solidFill>
                <a:latin typeface="CiscoSansTT Medium"/>
                <a:ea typeface="CiscoSansTT Medium"/>
                <a:cs typeface="CiscoSansTT Medium"/>
              </a:rPr>
              <a:t>Unsafe</a:t>
            </a:r>
          </a:p>
        </p:txBody>
      </p:sp>
      <p:sp>
        <p:nvSpPr>
          <p:cNvPr id="6" name="Rounded Rectangle 5">
            <a:extLst xmlns:a="http://schemas.openxmlformats.org/drawingml/2006/main">
              <a:ext uri="{FF2B5EF4-FFF2-40B4-BE49-F238E27FC236}">
                <a16:creationId xmlns:a16="http://schemas.microsoft.com/office/drawing/2014/main" id="{C8DE72C8-AAE3-4CFB-9DD1-D44B49841286}"/>
              </a:ext>
            </a:extLst>
          </p:cNvPr>
          <p:cNvSpPr>
            <a:spLocks xmlns:a="http://schemas.openxmlformats.org/drawingml/2006/main" noGrp="1"/>
          </p:cNvSpPr>
          <p:nvPr/>
        </p:nvSpPr>
        <p:spPr>
          <a:xfrm xmlns:a="http://schemas.openxmlformats.org/drawingml/2006/main">
            <a:off x="6572250" y="2047875"/>
            <a:ext cx="4953000" cy="2381250"/>
          </a:xfrm>
          <a:prstGeom xmlns:a="http://schemas.openxmlformats.org/drawingml/2006/main" prst="roundRect">
            <a:avLst>
              <a:gd name="adj" fmla="val 3200"/>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6BC613BF-CFBF-4DFA-B6CF-E61E44E183AE}"/>
              </a:ext>
            </a:extLst>
          </p:cNvPr>
          <p:cNvSpPr>
            <a:spLocks xmlns:a="http://schemas.openxmlformats.org/drawingml/2006/main" noGrp="1"/>
          </p:cNvSpPr>
          <p:nvPr/>
        </p:nvSpPr>
        <p:spPr>
          <a:xfrm xmlns:a="http://schemas.openxmlformats.org/drawingml/2006/main">
            <a:off x="6905625" y="2381250"/>
            <a:ext cx="4286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OBI:</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traffic_control_backend: tc</a:t>
            </a:r>
          </a:p>
          <a:p xmlns:a="http://schemas.openxmlformats.org/drawingml/2006/main">
            <a:endParaRPr sz="1725" b="0">
              <a:solidFill>
                <a:srgbClr val="FFFFFF"/>
              </a:solidFill>
              <a:latin typeface="CiscoSansTT"/>
              <a:ea typeface="CiscoSansTT"/>
              <a:cs typeface="CiscoSansTT"/>
            </a:endParaRP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Cilium:</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enableTCX: false</a:t>
            </a:r>
          </a:p>
          <a:p xmlns:a="http://schemas.openxmlformats.org/drawingml/2006/main">
            <a:pPr algn="l">
              <a:buNone/>
              <a:defRPr sz="1725" b="0">
                <a:solidFill>
                  <a:srgbClr val="FFFFFF"/>
                </a:solidFill>
                <a:latin typeface="CiscoSansTT"/>
                <a:ea typeface="CiscoSansTT"/>
                <a:cs typeface="CiscoSansTT"/>
              </a:defRPr>
            </a:pPr>
            <a:r>
              <a:rPr sz="1725" b="0">
                <a:solidFill>
                  <a:srgbClr val="FFFFFF"/>
                </a:solidFill>
                <a:latin typeface="CiscoSansTT"/>
                <a:ea typeface="CiscoSansTT"/>
                <a:cs typeface="CiscoSansTT"/>
              </a:rPr>
              <a:t>  bpf-filter-priority: 1</a:t>
            </a:r>
          </a:p>
        </p:txBody>
      </p:sp>
      <p:sp>
        <p:nvSpPr>
          <p:cNvPr id="8" name="Rounded Rectangle 7">
            <a:extLst xmlns:a="http://schemas.openxmlformats.org/drawingml/2006/main">
              <a:ext uri="{FF2B5EF4-FFF2-40B4-BE49-F238E27FC236}">
                <a16:creationId xmlns:a16="http://schemas.microsoft.com/office/drawing/2014/main" id="{18C77665-A3C8-480B-8369-CF2DE41C64A9}"/>
              </a:ext>
            </a:extLst>
          </p:cNvPr>
          <p:cNvSpPr>
            <a:spLocks xmlns:a="http://schemas.openxmlformats.org/drawingml/2006/main" noGrp="1"/>
          </p:cNvSpPr>
          <p:nvPr/>
        </p:nvSpPr>
        <p:spPr>
          <a:xfrm xmlns:a="http://schemas.openxmlformats.org/drawingml/2006/main">
            <a:off x="1381125" y="5000625"/>
            <a:ext cx="9429750" cy="685800"/>
          </a:xfrm>
          <a:prstGeom xmlns:a="http://schemas.openxmlformats.org/drawingml/2006/main" prst="roundRect">
            <a:avLst>
              <a:gd name="adj" fmla="val 11111"/>
            </a:avLst>
          </a:prstGeom>
          <a:solidFill xmlns:a="http://schemas.openxmlformats.org/drawingml/2006/main">
            <a:srgbClr val="FDEDEF"/>
          </a:solidFill>
          <a:ln xmlns:a="http://schemas.openxmlformats.org/drawingml/2006/main" w="14288">
            <a:solidFill>
              <a:srgbClr val="E84551"/>
            </a:solidFill>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610201BF-2231-4218-9B64-CF8BA5B9CCE8}"/>
              </a:ext>
            </a:extLst>
          </p:cNvPr>
          <p:cNvSpPr>
            <a:spLocks xmlns:a="http://schemas.openxmlformats.org/drawingml/2006/main" noGrp="1"/>
          </p:cNvSpPr>
          <p:nvPr/>
        </p:nvSpPr>
        <p:spPr>
          <a:xfrm xmlns:a="http://schemas.openxmlformats.org/drawingml/2006/main">
            <a:off x="1714500" y="5172075"/>
            <a:ext cx="876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91667" lnSpcReduction="10000"/>
          </a:bodyPr>
          <a:lstStyle xmlns:a="http://schemas.openxmlformats.org/drawingml/2006/main"/>
          <a:p xmlns:a="http://schemas.openxmlformats.org/drawingml/2006/main">
            <a:pPr algn="ctr">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Do not change legacy priority live on an existing production cluster.</a:t>
            </a:r>
          </a:p>
        </p:txBody>
      </p:sp>
    </p:spTree>
    <p:extLst>
      <p:ext uri="{BB962C8B-B14F-4D97-AF65-F5344CB8AC3E}">
        <p14:creationId xmlns:p14="http://schemas.microsoft.com/office/powerpoint/2010/main" val="232657216"/>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4" name="slide-title">
            <a:extLst xmlns:a="http://schemas.openxmlformats.org/drawingml/2006/main">
              <a:ext uri="{FF2B5EF4-FFF2-40B4-BE49-F238E27FC236}">
                <a16:creationId xmlns:a16="http://schemas.microsoft.com/office/drawing/2014/main" id="{BC8DF3A4-C2E0-4887-91E4-22E4D522AD6F}"/>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Appendix: live verification commands</a:t>
            </a:r>
          </a:p>
        </p:txBody>
      </p:sp>
      <p:sp>
        <p:nvSpPr>
          <p:cNvPr id="2" name="Rounded Rectangle 1">
            <a:extLst xmlns:a="http://schemas.openxmlformats.org/drawingml/2006/main">
              <a:ext uri="{FF2B5EF4-FFF2-40B4-BE49-F238E27FC236}">
                <a16:creationId xmlns:a16="http://schemas.microsoft.com/office/drawing/2014/main" id="{891FC69C-2698-4739-9917-0845E190AC3B}"/>
              </a:ext>
            </a:extLst>
          </p:cNvPr>
          <p:cNvSpPr>
            <a:spLocks xmlns:a="http://schemas.openxmlformats.org/drawingml/2006/main" noGrp="1"/>
          </p:cNvSpPr>
          <p:nvPr/>
        </p:nvSpPr>
        <p:spPr>
          <a:xfrm xmlns:a="http://schemas.openxmlformats.org/drawingml/2006/main">
            <a:off x="619125" y="1428750"/>
            <a:ext cx="10953750" cy="4191000"/>
          </a:xfrm>
          <a:prstGeom xmlns:a="http://schemas.openxmlformats.org/drawingml/2006/main" prst="roundRect">
            <a:avLst>
              <a:gd name="adj" fmla="val 1818"/>
            </a:avLst>
          </a:prstGeom>
          <a:solidFill xmlns:a="http://schemas.openxmlformats.org/drawingml/2006/main">
            <a:srgbClr val="07182A"/>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3" name="Rectangle 2">
            <a:extLst xmlns:a="http://schemas.openxmlformats.org/drawingml/2006/main">
              <a:ext uri="{FF2B5EF4-FFF2-40B4-BE49-F238E27FC236}">
                <a16:creationId xmlns:a16="http://schemas.microsoft.com/office/drawing/2014/main" id="{83E4496E-97B3-4383-8BB0-D04A4EB4590D}"/>
              </a:ext>
            </a:extLst>
          </p:cNvPr>
          <p:cNvSpPr>
            <a:spLocks xmlns:a="http://schemas.openxmlformats.org/drawingml/2006/main" noGrp="1"/>
          </p:cNvSpPr>
          <p:nvPr/>
        </p:nvSpPr>
        <p:spPr>
          <a:xfrm xmlns:a="http://schemas.openxmlformats.org/drawingml/2006/main">
            <a:off x="904875" y="1695450"/>
            <a:ext cx="1038225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 state</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exec ds/cilium -c cilium-agent --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cilium-dbg status --verbose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kube-system get cm cilium-config -o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jsonpath='{.data.enable-tcx}'</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OBI startup decision</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kubectl -n obi-nginx-example logs \</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ds/obi-opentelemetry-ebpf-instrumentation --all-pods=true</a:t>
            </a:r>
          </a:p>
          <a:p xmlns:a="http://schemas.openxmlformats.org/drawingml/2006/main">
            <a:endParaRPr sz="1500" b="0">
              <a:solidFill>
                <a:srgbClr val="FFFFFF"/>
              </a:solidFill>
              <a:latin typeface="CiscoSansTT"/>
              <a:ea typeface="CiscoSansTT"/>
              <a:cs typeface="CiscoSansTT"/>
            </a:endParaRP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 Flow proof</a:t>
            </a:r>
          </a:p>
          <a:p xmlns:a="http://schemas.openxmlformats.org/drawingml/2006/main">
            <a:pPr algn="l">
              <a:buNone/>
              <a:defRPr sz="1500" b="0">
                <a:solidFill>
                  <a:srgbClr val="FFFFFF"/>
                </a:solidFill>
                <a:latin typeface="CiscoSansTT"/>
                <a:ea typeface="CiscoSansTT"/>
                <a:cs typeface="CiscoSansTT"/>
              </a:defRPr>
            </a:pPr>
            <a:r>
              <a:rPr sz="1500" b="0">
                <a:solidFill>
                  <a:srgbClr val="FFFFFF"/>
                </a:solidFill>
                <a:latin typeface="CiscoSansTT"/>
                <a:ea typeface="CiscoSansTT"/>
                <a:cs typeface="CiscoSansTT"/>
              </a:rPr>
              <a:t>hubble observe --namespace obi-nginx-example --follow</a:t>
            </a:r>
          </a:p>
        </p:txBody>
      </p:sp>
    </p:spTree>
    <p:extLst>
      <p:ext uri="{BB962C8B-B14F-4D97-AF65-F5344CB8AC3E}">
        <p14:creationId xmlns:p14="http://schemas.microsoft.com/office/powerpoint/2010/main" val="1913496625"/>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3A267A90-7E0F-431B-B01D-79795EFA10F6}"/>
              </a:ext>
            </a:extLst>
          </p:cNvPr>
          <p:cNvSpPr>
            <a:spLocks xmlns:a="http://schemas.openxmlformats.org/drawingml/2006/main" noGrp="1"/>
          </p:cNvSpPr>
          <p:nvPr/>
        </p:nvSpPr>
        <p:spPr>
          <a:xfrm xmlns:a="http://schemas.openxmlformats.org/drawingml/2006/main">
            <a:off x="323850" y="22860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3000" b="1">
                <a:solidFill>
                  <a:srgbClr val="07182A"/>
                </a:solidFill>
                <a:latin typeface="CiscoSansTT Medium"/>
                <a:ea typeface="CiscoSansTT Medium"/>
                <a:cs typeface="CiscoSansTT Medium"/>
              </a:defRPr>
            </a:pPr>
            <a:r>
              <a:rPr sz="3000" b="1">
                <a:solidFill>
                  <a:srgbClr val="07182A"/>
                </a:solidFill>
                <a:latin typeface="CiscoSansTT Medium"/>
                <a:ea typeface="CiscoSansTT Medium"/>
                <a:cs typeface="CiscoSansTT Medium"/>
              </a:rPr>
              <a:t>Fast failure diagnosis</a:t>
            </a:r>
          </a:p>
        </p:txBody>
      </p:sp>
      <p:sp>
        <p:nvSpPr>
          <p:cNvPr id="2" name="Rectangle 1">
            <a:extLst xmlns:a="http://schemas.openxmlformats.org/drawingml/2006/main">
              <a:ext uri="{FF2B5EF4-FFF2-40B4-BE49-F238E27FC236}">
                <a16:creationId xmlns:a16="http://schemas.microsoft.com/office/drawing/2014/main" id="{7BC9D01D-F271-48CA-82B5-FD5FEA43234D}"/>
              </a:ext>
            </a:extLst>
          </p:cNvPr>
          <p:cNvSpPr>
            <a:spLocks xmlns:a="http://schemas.openxmlformats.org/drawingml/2006/main" noGrp="1"/>
          </p:cNvSpPr>
          <p:nvPr/>
        </p:nvSpPr>
        <p:spPr>
          <a:xfrm xmlns:a="http://schemas.openxmlformats.org/drawingml/2006/main">
            <a:off x="704850" y="14287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OBI TC mode refuses startup</a:t>
            </a:r>
          </a:p>
        </p:txBody>
      </p:sp>
      <p:sp>
        <p:nvSpPr>
          <p:cNvPr id="3" name="Rectangle 2">
            <a:extLst xmlns:a="http://schemas.openxmlformats.org/drawingml/2006/main">
              <a:ext uri="{FF2B5EF4-FFF2-40B4-BE49-F238E27FC236}">
                <a16:creationId xmlns:a16="http://schemas.microsoft.com/office/drawing/2014/main" id="{88C0225C-BB8E-4315-B094-C26C786C1505}"/>
              </a:ext>
            </a:extLst>
          </p:cNvPr>
          <p:cNvSpPr>
            <a:spLocks xmlns:a="http://schemas.openxmlformats.org/drawingml/2006/main" noGrp="1"/>
          </p:cNvSpPr>
          <p:nvPr/>
        </p:nvSpPr>
        <p:spPr>
          <a:xfrm xmlns:a="http://schemas.openxmlformats.org/drawingml/2006/main">
            <a:off x="4762500" y="14287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mixed TCX and legacy, or both priority 1</a:t>
            </a:r>
          </a:p>
        </p:txBody>
      </p:sp>
      <p:sp>
        <p:nvSpPr>
          <p:cNvPr id="4" name="Rectangle 3">
            <a:extLst xmlns:a="http://schemas.openxmlformats.org/drawingml/2006/main">
              <a:ext uri="{FF2B5EF4-FFF2-40B4-BE49-F238E27FC236}">
                <a16:creationId xmlns:a16="http://schemas.microsoft.com/office/drawing/2014/main" id="{46F86A9B-7518-477D-8371-09C0FF9DA4C6}"/>
              </a:ext>
            </a:extLst>
          </p:cNvPr>
          <p:cNvSpPr>
            <a:spLocks xmlns:a="http://schemas.openxmlformats.org/drawingml/2006/main" noGrp="1"/>
          </p:cNvSpPr>
          <p:nvPr/>
        </p:nvSpPr>
        <p:spPr>
          <a:xfrm xmlns:a="http://schemas.openxmlformats.org/drawingml/2006/main">
            <a:off x="704850" y="20574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5" name="Rectangle 4">
            <a:extLst xmlns:a="http://schemas.openxmlformats.org/drawingml/2006/main">
              <a:ext uri="{FF2B5EF4-FFF2-40B4-BE49-F238E27FC236}">
                <a16:creationId xmlns:a16="http://schemas.microsoft.com/office/drawing/2014/main" id="{9CBE9238-6250-458A-B61C-C3B71FCFAB6D}"/>
              </a:ext>
            </a:extLst>
          </p:cNvPr>
          <p:cNvSpPr>
            <a:spLocks xmlns:a="http://schemas.openxmlformats.org/drawingml/2006/main" noGrp="1"/>
          </p:cNvSpPr>
          <p:nvPr/>
        </p:nvSpPr>
        <p:spPr>
          <a:xfrm xmlns:a="http://schemas.openxmlformats.org/drawingml/2006/main">
            <a:off x="704850" y="23431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E84551"/>
                </a:solidFill>
                <a:latin typeface="CiscoSansTT Medium"/>
                <a:ea typeface="CiscoSansTT Medium"/>
                <a:cs typeface="CiscoSansTT Medium"/>
              </a:defRPr>
            </a:pPr>
            <a:r>
              <a:rPr sz="1800" b="1">
                <a:solidFill>
                  <a:srgbClr val="E84551"/>
                </a:solidFill>
                <a:latin typeface="CiscoSansTT Medium"/>
                <a:ea typeface="CiscoSansTT Medium"/>
                <a:cs typeface="CiscoSansTT Medium"/>
              </a:rPr>
              <a:t>Propagation disabled</a:t>
            </a:r>
          </a:p>
        </p:txBody>
      </p:sp>
      <p:sp>
        <p:nvSpPr>
          <p:cNvPr id="6" name="Rectangle 5">
            <a:extLst xmlns:a="http://schemas.openxmlformats.org/drawingml/2006/main">
              <a:ext uri="{FF2B5EF4-FFF2-40B4-BE49-F238E27FC236}">
                <a16:creationId xmlns:a16="http://schemas.microsoft.com/office/drawing/2014/main" id="{391A7F44-41D9-4C2C-88FD-E46616DB2DE7}"/>
              </a:ext>
            </a:extLst>
          </p:cNvPr>
          <p:cNvSpPr>
            <a:spLocks xmlns:a="http://schemas.openxmlformats.org/drawingml/2006/main" noGrp="1"/>
          </p:cNvSpPr>
          <p:nvPr/>
        </p:nvSpPr>
        <p:spPr>
          <a:xfrm xmlns:a="http://schemas.openxmlformats.org/drawingml/2006/main">
            <a:off x="4762500" y="23431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tracefs mount missing on affected kernels</a:t>
            </a:r>
          </a:p>
        </p:txBody>
      </p:sp>
      <p:sp>
        <p:nvSpPr>
          <p:cNvPr id="7" name="Rectangle 6">
            <a:extLst xmlns:a="http://schemas.openxmlformats.org/drawingml/2006/main">
              <a:ext uri="{FF2B5EF4-FFF2-40B4-BE49-F238E27FC236}">
                <a16:creationId xmlns:a16="http://schemas.microsoft.com/office/drawing/2014/main" id="{61F7E82D-BB4C-4152-9B59-DE43B3E5835F}"/>
              </a:ext>
            </a:extLst>
          </p:cNvPr>
          <p:cNvSpPr>
            <a:spLocks xmlns:a="http://schemas.openxmlformats.org/drawingml/2006/main" noGrp="1"/>
          </p:cNvSpPr>
          <p:nvPr/>
        </p:nvSpPr>
        <p:spPr>
          <a:xfrm xmlns:a="http://schemas.openxmlformats.org/drawingml/2006/main">
            <a:off x="704850" y="29718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1A022AE0-D7F1-4657-B87C-172F6A75F1CD}"/>
              </a:ext>
            </a:extLst>
          </p:cNvPr>
          <p:cNvSpPr>
            <a:spLocks xmlns:a="http://schemas.openxmlformats.org/drawingml/2006/main" noGrp="1"/>
          </p:cNvSpPr>
          <p:nvPr/>
        </p:nvSpPr>
        <p:spPr>
          <a:xfrm xmlns:a="http://schemas.openxmlformats.org/drawingml/2006/main">
            <a:off x="704850" y="32575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Traffic healthy, traces missing</a:t>
            </a:r>
          </a:p>
        </p:txBody>
      </p:sp>
      <p:sp>
        <p:nvSpPr>
          <p:cNvPr id="9" name="Rectangle 8">
            <a:extLst xmlns:a="http://schemas.openxmlformats.org/drawingml/2006/main">
              <a:ext uri="{FF2B5EF4-FFF2-40B4-BE49-F238E27FC236}">
                <a16:creationId xmlns:a16="http://schemas.microsoft.com/office/drawing/2014/main" id="{029BA163-5567-49D7-B1E2-E102CFE84D6C}"/>
              </a:ext>
            </a:extLst>
          </p:cNvPr>
          <p:cNvSpPr>
            <a:spLocks xmlns:a="http://schemas.openxmlformats.org/drawingml/2006/main" noGrp="1"/>
          </p:cNvSpPr>
          <p:nvPr/>
        </p:nvSpPr>
        <p:spPr>
          <a:xfrm xmlns:a="http://schemas.openxmlformats.org/drawingml/2006/main">
            <a:off x="4762500" y="32575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coverage, loss, exporter, or queue problem</a:t>
            </a:r>
          </a:p>
        </p:txBody>
      </p:sp>
      <p:sp>
        <p:nvSpPr>
          <p:cNvPr id="10" name="Rectangle 9">
            <a:extLst xmlns:a="http://schemas.openxmlformats.org/drawingml/2006/main">
              <a:ext uri="{FF2B5EF4-FFF2-40B4-BE49-F238E27FC236}">
                <a16:creationId xmlns:a16="http://schemas.microsoft.com/office/drawing/2014/main" id="{36432816-7270-4F8D-A86B-96323A4C3C64}"/>
              </a:ext>
            </a:extLst>
          </p:cNvPr>
          <p:cNvSpPr>
            <a:spLocks xmlns:a="http://schemas.openxmlformats.org/drawingml/2006/main" noGrp="1"/>
          </p:cNvSpPr>
          <p:nvPr/>
        </p:nvSpPr>
        <p:spPr>
          <a:xfrm xmlns:a="http://schemas.openxmlformats.org/drawingml/2006/main">
            <a:off x="704850" y="38862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07DEE192-030E-4C63-A9F0-16A01CCC2594}"/>
              </a:ext>
            </a:extLst>
          </p:cNvPr>
          <p:cNvSpPr>
            <a:spLocks xmlns:a="http://schemas.openxmlformats.org/drawingml/2006/main" noGrp="1"/>
          </p:cNvSpPr>
          <p:nvPr/>
        </p:nvSpPr>
        <p:spPr>
          <a:xfrm xmlns:a="http://schemas.openxmlformats.org/drawingml/2006/main">
            <a:off x="704850" y="41719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Hubble lost events rise</a:t>
            </a:r>
          </a:p>
        </p:txBody>
      </p:sp>
      <p:sp>
        <p:nvSpPr>
          <p:cNvPr id="12" name="Rectangle 11">
            <a:extLst xmlns:a="http://schemas.openxmlformats.org/drawingml/2006/main">
              <a:ext uri="{FF2B5EF4-FFF2-40B4-BE49-F238E27FC236}">
                <a16:creationId xmlns:a16="http://schemas.microsoft.com/office/drawing/2014/main" id="{7370FFF2-3ED6-4C3A-86B4-746523C00575}"/>
              </a:ext>
            </a:extLst>
          </p:cNvPr>
          <p:cNvSpPr>
            <a:spLocks xmlns:a="http://schemas.openxmlformats.org/drawingml/2006/main" noGrp="1"/>
          </p:cNvSpPr>
          <p:nvPr/>
        </p:nvSpPr>
        <p:spPr>
          <a:xfrm xmlns:a="http://schemas.openxmlformats.org/drawingml/2006/main">
            <a:off x="4762500" y="41719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event volume or consumer capacity problem</a:t>
            </a:r>
          </a:p>
        </p:txBody>
      </p:sp>
      <p:sp>
        <p:nvSpPr>
          <p:cNvPr id="13" name="Rectangle 12">
            <a:extLst xmlns:a="http://schemas.openxmlformats.org/drawingml/2006/main">
              <a:ext uri="{FF2B5EF4-FFF2-40B4-BE49-F238E27FC236}">
                <a16:creationId xmlns:a16="http://schemas.microsoft.com/office/drawing/2014/main" id="{DE124862-6752-4B9A-A585-671E22DE93DE}"/>
              </a:ext>
            </a:extLst>
          </p:cNvPr>
          <p:cNvSpPr>
            <a:spLocks xmlns:a="http://schemas.openxmlformats.org/drawingml/2006/main" noGrp="1"/>
          </p:cNvSpPr>
          <p:nvPr/>
        </p:nvSpPr>
        <p:spPr>
          <a:xfrm xmlns:a="http://schemas.openxmlformats.org/drawingml/2006/main">
            <a:off x="704850" y="48006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D1BC665E-786D-450B-8DA1-41FADD2FE3D9}"/>
              </a:ext>
            </a:extLst>
          </p:cNvPr>
          <p:cNvSpPr>
            <a:spLocks xmlns:a="http://schemas.openxmlformats.org/drawingml/2006/main" noGrp="1"/>
          </p:cNvSpPr>
          <p:nvPr/>
        </p:nvSpPr>
        <p:spPr>
          <a:xfrm xmlns:a="http://schemas.openxmlformats.org/drawingml/2006/main">
            <a:off x="704850" y="5086350"/>
            <a:ext cx="3714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800" b="1">
                <a:solidFill>
                  <a:srgbClr val="0860FE"/>
                </a:solidFill>
                <a:latin typeface="CiscoSansTT Medium"/>
                <a:ea typeface="CiscoSansTT Medium"/>
                <a:cs typeface="CiscoSansTT Medium"/>
              </a:defRPr>
            </a:pPr>
            <a:r>
              <a:rPr sz="1800" b="1">
                <a:solidFill>
                  <a:srgbClr val="0860FE"/>
                </a:solidFill>
                <a:latin typeface="CiscoSansTT Medium"/>
                <a:ea typeface="CiscoSansTT Medium"/>
                <a:cs typeface="CiscoSansTT Medium"/>
              </a:rPr>
              <a:t>Series count accelerates</a:t>
            </a:r>
          </a:p>
        </p:txBody>
      </p:sp>
      <p:sp>
        <p:nvSpPr>
          <p:cNvPr id="15" name="Rectangle 14">
            <a:extLst xmlns:a="http://schemas.openxmlformats.org/drawingml/2006/main">
              <a:ext uri="{FF2B5EF4-FFF2-40B4-BE49-F238E27FC236}">
                <a16:creationId xmlns:a16="http://schemas.microsoft.com/office/drawing/2014/main" id="{4AABD6C3-BC2A-444C-A465-1CA0388CD24D}"/>
              </a:ext>
            </a:extLst>
          </p:cNvPr>
          <p:cNvSpPr>
            <a:spLocks xmlns:a="http://schemas.openxmlformats.org/drawingml/2006/main" noGrp="1"/>
          </p:cNvSpPr>
          <p:nvPr/>
        </p:nvSpPr>
        <p:spPr>
          <a:xfrm xmlns:a="http://schemas.openxmlformats.org/drawingml/2006/main">
            <a:off x="4762500" y="5086350"/>
            <a:ext cx="6667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725" b="0">
                <a:solidFill>
                  <a:srgbClr val="686B6B"/>
                </a:solidFill>
                <a:latin typeface="CiscoSansTT"/>
                <a:ea typeface="CiscoSansTT"/>
                <a:cs typeface="CiscoSansTT"/>
              </a:defRPr>
            </a:pPr>
            <a:r>
              <a:rPr sz="1725" b="0">
                <a:solidFill>
                  <a:srgbClr val="686B6B"/>
                </a:solidFill>
                <a:latin typeface="CiscoSansTT"/>
                <a:ea typeface="CiscoSansTT"/>
                <a:cs typeface="CiscoSansTT"/>
              </a:rPr>
              <a:t>route or workload label cardinality</a:t>
            </a:r>
          </a:p>
        </p:txBody>
      </p:sp>
      <p:sp>
        <p:nvSpPr>
          <p:cNvPr id="16" name="Rectangle 15">
            <a:extLst xmlns:a="http://schemas.openxmlformats.org/drawingml/2006/main">
              <a:ext uri="{FF2B5EF4-FFF2-40B4-BE49-F238E27FC236}">
                <a16:creationId xmlns:a16="http://schemas.microsoft.com/office/drawing/2014/main" id="{0E0A2586-884B-46E8-A1F6-A5FA243B5CDC}"/>
              </a:ext>
            </a:extLst>
          </p:cNvPr>
          <p:cNvSpPr>
            <a:spLocks xmlns:a="http://schemas.openxmlformats.org/drawingml/2006/main" noGrp="1"/>
          </p:cNvSpPr>
          <p:nvPr/>
        </p:nvSpPr>
        <p:spPr>
          <a:xfrm xmlns:a="http://schemas.openxmlformats.org/drawingml/2006/main">
            <a:off x="704850" y="5715000"/>
            <a:ext cx="10725150" cy="9525"/>
          </a:xfrm>
          <a:prstGeom xmlns:a="http://schemas.openxmlformats.org/drawingml/2006/main" prst="rect">
            <a:avLst/>
          </a:prstGeom>
          <a:solidFill xmlns:a="http://schemas.openxmlformats.org/drawingml/2006/main">
            <a:srgbClr val="D6D6D6"/>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2144094207"/>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4" name="Title 1">
            <a:extLst xmlns:a="http://schemas.openxmlformats.org/drawingml/2006/main">
              <a:ext uri="{FF2B5EF4-FFF2-40B4-BE49-F238E27FC236}">
                <a16:creationId xmlns:a16="http://schemas.microsoft.com/office/drawing/2014/main" id="{921885A1-2C43-8640-F232-FC541372805F}"/>
              </a:ext>
            </a:extLst>
          </p:cNvPr>
          <p:cNvSpPr>
            <a:spLocks xmlns:a="http://schemas.openxmlformats.org/drawingml/2006/main" noGrp="1"/>
          </p:cNvSpPr>
          <p:nvPr>
            <p:ph type="title" idx="0"/>
          </p:nvPr>
        </p:nvSpPr>
        <p:spPr/>
        <p:txBody>
          <a:bodyPr xmlns:a="http://schemas.openxmlformats.org/drawingml/2006/main" anchor="ctr"/>
          <a:lstStyle xmlns:a="http://schemas.openxmlformats.org/drawingml/2006/main">
            <a:lvl1pPr>
              <a:buNone/>
              <a:defRPr sz="4000">
                <a:solidFill>
                  <a:schemeClr val="bg1"/>
                </a:solidFill>
              </a:defRPr>
            </a:lvl1pPr>
          </a:lstStyle>
          <a:p xmlns:a="http://schemas.openxmlformats.org/drawingml/2006/main">
            <a:r>
              <a:t>Questions?</a:t>
            </a:r>
          </a:p>
        </p:txBody>
      </p:sp>
      <p:sp>
        <p:nvSpPr>
          <p:cNvPr id="2" name="Rectangle 1">
            <a:extLst xmlns:a="http://schemas.openxmlformats.org/drawingml/2006/main">
              <a:ext uri="{FF2B5EF4-FFF2-40B4-BE49-F238E27FC236}">
                <a16:creationId xmlns:a16="http://schemas.microsoft.com/office/drawing/2014/main" id="{BC8C757A-EBAE-41DF-8024-5D93DDCB99F8}"/>
              </a:ext>
            </a:extLst>
          </p:cNvPr>
          <p:cNvSpPr>
            <a:spLocks xmlns:a="http://schemas.openxmlformats.org/drawingml/2006/main" noGrp="1"/>
          </p:cNvSpPr>
          <p:nvPr/>
        </p:nvSpPr>
        <p:spPr>
          <a:xfrm xmlns:a="http://schemas.openxmlformats.org/drawingml/2006/main">
            <a:off x="342900" y="4171950"/>
            <a:ext cx="6191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500" b="0">
                <a:solidFill>
                  <a:srgbClr val="686B6B"/>
                </a:solidFill>
                <a:latin typeface="CiscoSansTT"/>
                <a:ea typeface="CiscoSansTT"/>
                <a:cs typeface="CiscoSansTT"/>
              </a:defRPr>
            </a:pPr>
            <a:r>
              <a:rPr sz="1500" b="0">
                <a:solidFill>
                  <a:srgbClr val="686B6B"/>
                </a:solidFill>
                <a:latin typeface="CiscoSansTT"/>
                <a:ea typeface="CiscoSansTT"/>
                <a:cs typeface="CiscoSansTT"/>
              </a:rPr>
              <a:t>Demo, dashboards, benchmark, and slides</a:t>
            </a:r>
          </a:p>
        </p:txBody>
      </p:sp>
      <p:sp>
        <p:nvSpPr>
          <p:cNvPr id="3" name="Rectangle 2">
            <a:extLst xmlns:a="http://schemas.openxmlformats.org/drawingml/2006/main">
              <a:ext uri="{FF2B5EF4-FFF2-40B4-BE49-F238E27FC236}">
                <a16:creationId xmlns:a16="http://schemas.microsoft.com/office/drawing/2014/main" id="{5951CB9B-0C39-48E6-A009-6394EAA31EF3}"/>
              </a:ext>
            </a:extLst>
          </p:cNvPr>
          <p:cNvSpPr>
            <a:spLocks xmlns:a="http://schemas.openxmlformats.org/drawingml/2006/main" noGrp="1"/>
          </p:cNvSpPr>
          <p:nvPr/>
        </p:nvSpPr>
        <p:spPr>
          <a:xfrm xmlns:a="http://schemas.openxmlformats.org/drawingml/2006/main">
            <a:off x="342900" y="4591050"/>
            <a:ext cx="685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a:bodyPr>
          <a:lstStyle xmlns:a="http://schemas.openxmlformats.org/drawingml/2006/main"/>
          <a:p xmlns:a="http://schemas.openxmlformats.org/drawingml/2006/main">
            <a:pPr algn="l">
              <a:buNone/>
              <a:defRPr sz="1650" b="1">
                <a:solidFill>
                  <a:srgbClr val="0860FE"/>
                </a:solidFill>
                <a:latin typeface="CiscoSansTT Medium"/>
                <a:ea typeface="CiscoSansTT Medium"/>
                <a:cs typeface="CiscoSansTT Medium"/>
              </a:defRPr>
            </a:pPr>
            <a:r>
              <a:rPr sz="1650" b="1">
                <a:solidFill>
                  <a:srgbClr val="0860FE"/>
                </a:solidFill>
                <a:latin typeface="CiscoSansTT Medium"/>
                <a:ea typeface="CiscoSansTT Medium"/>
                <a:cs typeface="CiscoSansTT Medium"/>
              </a:rPr>
              <a:t>github.com/ajimenez1503/cilium-obi-demo</a:t>
            </a:r>
          </a:p>
        </p:txBody>
      </p:sp>
    </p:spTree>
    <p:extLst>
      <p:ext uri="{BB962C8B-B14F-4D97-AF65-F5344CB8AC3E}">
        <p14:creationId xmlns:p14="http://schemas.microsoft.com/office/powerpoint/2010/main" val="1214126218"/>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DA138CB-AF2D-4EA0-BDDD-BF610034F744}"/>
              </a:ext>
            </a:extLst>
          </p:cNvPr>
          <p:cNvSpPr>
            <a:spLocks xmlns:a="http://schemas.openxmlformats.org/drawingml/2006/main" noGrp="1"/>
          </p:cNvSpPr>
          <p:nvPr/>
        </p:nvSpPr>
        <p:spPr>
          <a:xfrm xmlns:a="http://schemas.openxmlformats.org/drawingml/2006/main">
            <a:off x="0" y="0"/>
            <a:ext cx="9525" cy="9525"/>
          </a:xfrm>
          <a:prstGeom xmlns:a="http://schemas.openxmlformats.org/drawingml/2006/main" prst="rect">
            <a:avLst/>
          </a:prstGeom>
          <a:solidFill xmlns:a="http://schemas.openxmlformats.org/drawingml/2006/main">
            <a:srgbClr val="FFFFFF"/>
          </a:solidFill>
          <a:ln xmlns:a="http://schemas.openxmlformats.org/drawingml/2006/main" w="0">
            <a:noFill/>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1900850316"/>
      </p:ext>
    </p:extLst>
  </p:cSld>
</p:sld>
</file>

<file path=ppt/theme/theme1.xml><?xml version="1.0" encoding="utf-8"?>
<a:theme xmlns:a="http://schemas.openxmlformats.org/drawingml/2006/main" name="Cisco Light 05-21-2025">
  <a:themeElements>
    <a:clrScheme name="Icon - Light">
      <a:dk1>
        <a:srgbClr val="07182D"/>
      </a:dk1>
      <a:lt1>
        <a:srgbClr val="FFFFFF"/>
      </a:lt1>
      <a:dk2>
        <a:srgbClr val="525E6C"/>
      </a:dk2>
      <a:lt2>
        <a:srgbClr val="B4B9C0"/>
      </a:lt2>
      <a:accent1>
        <a:srgbClr val="02C8FF"/>
      </a:accent1>
      <a:accent2>
        <a:srgbClr val="0A60FF"/>
      </a:accent2>
      <a:accent3>
        <a:srgbClr val="FF007F"/>
      </a:accent3>
      <a:accent4>
        <a:srgbClr val="FF9000"/>
      </a:accent4>
      <a:accent5>
        <a:srgbClr val="D6D6D6"/>
      </a:accent5>
      <a:accent6>
        <a:srgbClr val="6B6B6B"/>
      </a:accent6>
      <a:hlink>
        <a:srgbClr val="07182D"/>
      </a:hlink>
      <a:folHlink>
        <a:srgbClr val="C0C0C0"/>
      </a:folHlink>
    </a:clrScheme>
    <a:fontScheme name="Cisco PowerPoint 02-26-2025">
      <a:majorFont>
        <a:latin typeface="CiscoSansTT Medium"/>
        <a:ea typeface=""/>
        <a:cs typeface=""/>
      </a:majorFont>
      <a:minorFont>
        <a:latin typeface="CiscoSansTT"/>
        <a:ea typeface=""/>
        <a:cs typeface=""/>
      </a:minorFont>
    </a:fontScheme>
    <a:fmtScheme name="Icon -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2026-09-27T16:28:03.3490000Z</dcterms:created>
  <dcterms:modified xsi:type="dcterms:W3CDTF">2026-09-27T16:28:03.3490000Z</dcterms:modified>
</coreProperties>
</file>