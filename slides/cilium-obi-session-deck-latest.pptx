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authors.xml" ContentType="application/vnd.ms-powerpoint.author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5d34a8b255864f3c" /><Relationship Type="http://schemas.openxmlformats.org/officeDocument/2006/relationships/extended-properties" Target="/docProps/app.xml" Id="R4755aeff88244d63" /><Relationship Type="http://schemas.openxmlformats.org/officeDocument/2006/relationships/officeDocument" Target="/ppt/presentation.xml" Id="R0c0eddb8ce454f56"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45e017bd4a394a19"/>
  </p:sldMasterIdLst>
  <p:notesMasterIdLst>
    <p:notesMasterId xmlns:r="http://schemas.openxmlformats.org/officeDocument/2006/relationships" r:id="R803b0453100348c4"/>
  </p:notesMasterIdLst>
  <p:sldIdLst>
    <p:sldId xmlns:r="http://schemas.openxmlformats.org/officeDocument/2006/relationships" id="256" r:id="R6427aff654ee4cb4"/>
    <p:sldId xmlns:r="http://schemas.openxmlformats.org/officeDocument/2006/relationships" id="257" r:id="Rd635e89fb7d34595"/>
    <p:sldId xmlns:r="http://schemas.openxmlformats.org/officeDocument/2006/relationships" id="258" r:id="Rdd8c5bd4e2244490"/>
    <p:sldId xmlns:r="http://schemas.openxmlformats.org/officeDocument/2006/relationships" id="259" r:id="R48d8c31124314e84"/>
    <p:sldId xmlns:r="http://schemas.openxmlformats.org/officeDocument/2006/relationships" id="260" r:id="R8cf924866f054f2d"/>
    <p:sldId xmlns:r="http://schemas.openxmlformats.org/officeDocument/2006/relationships" id="261" r:id="R9050ffbfe3804c91"/>
    <p:sldId xmlns:r="http://schemas.openxmlformats.org/officeDocument/2006/relationships" id="262" r:id="R7184234cd026426a"/>
    <p:sldId xmlns:r="http://schemas.openxmlformats.org/officeDocument/2006/relationships" id="263" r:id="R7b3c429886244b95"/>
    <p:sldId xmlns:r="http://schemas.openxmlformats.org/officeDocument/2006/relationships" id="264" r:id="R387c8c1c1ed740d3"/>
    <p:sldId xmlns:r="http://schemas.openxmlformats.org/officeDocument/2006/relationships" id="265" r:id="R18819a36439245bf"/>
    <p:sldId xmlns:r="http://schemas.openxmlformats.org/officeDocument/2006/relationships" id="266" r:id="R57055729f3734f1d"/>
    <p:sldId xmlns:r="http://schemas.openxmlformats.org/officeDocument/2006/relationships" id="267" r:id="R17286aacdbc7402d"/>
    <p:sldId xmlns:r="http://schemas.openxmlformats.org/officeDocument/2006/relationships" id="268" r:id="R6102adf9bae84e57"/>
    <p:sldId xmlns:r="http://schemas.openxmlformats.org/officeDocument/2006/relationships" id="269" r:id="R04cec5f65a494de1"/>
    <p:sldId xmlns:r="http://schemas.openxmlformats.org/officeDocument/2006/relationships" id="270" r:id="R8f20d45478434a9b"/>
    <p:sldId xmlns:r="http://schemas.openxmlformats.org/officeDocument/2006/relationships" id="271" r:id="Rdc3cef103a9044b8"/>
    <p:sldId xmlns:r="http://schemas.openxmlformats.org/officeDocument/2006/relationships" id="272" r:id="R04886cebfcb6413b"/>
    <p:sldId xmlns:r="http://schemas.openxmlformats.org/officeDocument/2006/relationships" id="273" r:id="R3cb83735cbf147cf"/>
    <p:sldId xmlns:r="http://schemas.openxmlformats.org/officeDocument/2006/relationships" id="274" r:id="R5477e96aad994d5f"/>
    <p:sldId xmlns:r="http://schemas.openxmlformats.org/officeDocument/2006/relationships" id="275" r:id="Rc2d75e9f447e4ad5"/>
    <p:sldId xmlns:r="http://schemas.openxmlformats.org/officeDocument/2006/relationships" id="276" r:id="R6b2a8cb7d63447c0"/>
    <p:sldId xmlns:r="http://schemas.openxmlformats.org/officeDocument/2006/relationships" id="277" r:id="R1a292159f78d4eda"/>
    <p:sldId xmlns:r="http://schemas.openxmlformats.org/officeDocument/2006/relationships" id="278" r:id="R64f0ca64d14649f5"/>
    <p:sldId xmlns:r="http://schemas.openxmlformats.org/officeDocument/2006/relationships" id="279" r:id="Re74a133f40a74d6e"/>
    <p:sldId xmlns:r="http://schemas.openxmlformats.org/officeDocument/2006/relationships" id="280" r:id="Rd8bb521b1c2442ab"/>
    <p:sldId xmlns:r="http://schemas.openxmlformats.org/officeDocument/2006/relationships" id="281" r:id="Rabf6e840dd464749"/>
    <p:sldId xmlns:r="http://schemas.openxmlformats.org/officeDocument/2006/relationships" id="282" r:id="R680b6af7a24c45c0"/>
    <p:sldId xmlns:r="http://schemas.openxmlformats.org/officeDocument/2006/relationships" id="283" r:id="R405beddef71e4f66"/>
    <p:sldId xmlns:r="http://schemas.openxmlformats.org/officeDocument/2006/relationships" id="284" r:id="Rafd5bb6d481d4698"/>
    <p:sldId xmlns:r="http://schemas.openxmlformats.org/officeDocument/2006/relationships" id="285" r:id="R3efbf47104f348ce"/>
    <p:sldId xmlns:r="http://schemas.openxmlformats.org/officeDocument/2006/relationships" id="286" r:id="Rca8a73eb3726462c"/>
    <p:sldId xmlns:r="http://schemas.openxmlformats.org/officeDocument/2006/relationships" id="287" r:id="R976ec1213a7c4145"/>
    <p:sldId xmlns:r="http://schemas.openxmlformats.org/officeDocument/2006/relationships" id="288" r:id="R91b00913585c459f"/>
    <p:sldId xmlns:r="http://schemas.openxmlformats.org/officeDocument/2006/relationships" id="289" r:id="Rde0bed96487b4cd5"/>
    <p:sldId xmlns:r="http://schemas.openxmlformats.org/officeDocument/2006/relationships" id="290" r:id="Rb4486bd804d74ba4"/>
    <p:sldId xmlns:r="http://schemas.openxmlformats.org/officeDocument/2006/relationships" id="291" r:id="Rb1cfb95b2a7f4d10"/>
  </p:sldIdLst>
  <p:sldSz cx="12192000" cy="6858000"/>
  <p:notesSz cx="6858000" cy="9144000"/>
  <p:embeddedFontLst>
    <p:embeddedFont>
      <p:font typeface="CiscoSansTT"/>
      <p:regular xmlns:r="http://schemas.openxmlformats.org/officeDocument/2006/relationships" r:id="R3310b60032c3496c"/>
      <p:bold xmlns:r="http://schemas.openxmlformats.org/officeDocument/2006/relationships" r:id="R761073bd88d84b1e"/>
      <p:italic xmlns:r="http://schemas.openxmlformats.org/officeDocument/2006/relationships" r:id="Ra02938508da14a93"/>
      <p:boldItalic xmlns:r="http://schemas.openxmlformats.org/officeDocument/2006/relationships" r:id="Rde270240357d4b45"/>
    </p:embeddedFont>
    <p:embeddedFont>
      <p:font typeface="CiscoSansTT Medium"/>
      <p:regular xmlns:r="http://schemas.openxmlformats.org/officeDocument/2006/relationships" r:id="R3a1a51513af54993"/>
      <p:italic xmlns:r="http://schemas.openxmlformats.org/officeDocument/2006/relationships" r:id="R717fc1da982c4045"/>
    </p:embeddedFont>
  </p:embeddedFontLst>
</p:presentation>
</file>

<file path=ppt/authors.xml><?xml version="1.0" encoding="utf-8"?>
<p188:authorLst xmlns:p188="http://schemas.microsoft.com/office/powerpoint/2018/8/main">
  <p188:author id="{00000000-0000-0000-0000-000000000000}" name="Author" initials="A" userId="Author" providerId="AD"/>
</p188:authorLst>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abe277d49cd41b7" /><Relationship Type="http://schemas.openxmlformats.org/officeDocument/2006/relationships/slideMaster" Target="/ppt/slideMasters/slideMaster1.xml" Id="R45e017bd4a394a19" /><Relationship Type="http://schemas.openxmlformats.org/officeDocument/2006/relationships/notesMaster" Target="/ppt/notesMasters/notesMaster1.xml" Id="R803b0453100348c4" /><Relationship Type="http://schemas.openxmlformats.org/officeDocument/2006/relationships/presProps" Target="/ppt/presProps.xml" Id="R46ffcadecf3346cf" /><Relationship Type="http://schemas.openxmlformats.org/officeDocument/2006/relationships/viewProps" Target="/ppt/viewProps.xml" Id="R8d2c3c36f37345fc" /><Relationship Type="http://schemas.openxmlformats.org/officeDocument/2006/relationships/tableStyles" Target="/ppt/tableStyles.xml" Id="Rd0bec9e20fa4412e" /><Relationship Type="http://schemas.openxmlformats.org/officeDocument/2006/relationships/font" Target="/ppt/fonts/font.dat" Id="R3310b60032c3496c" /><Relationship Type="http://schemas.openxmlformats.org/officeDocument/2006/relationships/font" Target="/ppt/fonts/font2.dat" Id="R761073bd88d84b1e" /><Relationship Type="http://schemas.openxmlformats.org/officeDocument/2006/relationships/font" Target="/ppt/fonts/font3.dat" Id="Ra02938508da14a93" /><Relationship Type="http://schemas.openxmlformats.org/officeDocument/2006/relationships/font" Target="/ppt/fonts/font4.dat" Id="Rde270240357d4b45" /><Relationship Type="http://schemas.openxmlformats.org/officeDocument/2006/relationships/font" Target="/ppt/fonts/font5.dat" Id="R3a1a51513af54993" /><Relationship Type="http://schemas.openxmlformats.org/officeDocument/2006/relationships/font" Target="/ppt/fonts/font6.dat" Id="R717fc1da982c4045" /><Relationship Type="http://schemas.microsoft.com/office/2018/10/relationships/authors" Target="/ppt/authors.xml" Id="Ra8ee9abe8ecf4060" /><Relationship Type="http://schemas.openxmlformats.org/officeDocument/2006/relationships/slide" Target="/ppt/slides/slide1.xml" Id="R6427aff654ee4cb4" /><Relationship Type="http://schemas.openxmlformats.org/officeDocument/2006/relationships/slide" Target="/ppt/slides/slide2.xml" Id="Rd635e89fb7d34595" /><Relationship Type="http://schemas.openxmlformats.org/officeDocument/2006/relationships/slide" Target="/ppt/slides/slide3.xml" Id="Rdd8c5bd4e2244490" /><Relationship Type="http://schemas.openxmlformats.org/officeDocument/2006/relationships/slide" Target="/ppt/slides/slide4.xml" Id="R48d8c31124314e84" /><Relationship Type="http://schemas.openxmlformats.org/officeDocument/2006/relationships/slide" Target="/ppt/slides/slide5.xml" Id="R8cf924866f054f2d" /><Relationship Type="http://schemas.openxmlformats.org/officeDocument/2006/relationships/slide" Target="/ppt/slides/slide6.xml" Id="R9050ffbfe3804c91" /><Relationship Type="http://schemas.openxmlformats.org/officeDocument/2006/relationships/slide" Target="/ppt/slides/slide7.xml" Id="R7184234cd026426a" /><Relationship Type="http://schemas.openxmlformats.org/officeDocument/2006/relationships/slide" Target="/ppt/slides/slide8.xml" Id="R7b3c429886244b95" /><Relationship Type="http://schemas.openxmlformats.org/officeDocument/2006/relationships/slide" Target="/ppt/slides/slide9.xml" Id="R387c8c1c1ed740d3" /><Relationship Type="http://schemas.openxmlformats.org/officeDocument/2006/relationships/slide" Target="/ppt/slides/slide10.xml" Id="R18819a36439245bf" /><Relationship Type="http://schemas.openxmlformats.org/officeDocument/2006/relationships/slide" Target="/ppt/slides/slide11.xml" Id="R57055729f3734f1d" /><Relationship Type="http://schemas.openxmlformats.org/officeDocument/2006/relationships/slide" Target="/ppt/slides/slide12.xml" Id="R17286aacdbc7402d" /><Relationship Type="http://schemas.openxmlformats.org/officeDocument/2006/relationships/slide" Target="/ppt/slides/slide13.xml" Id="R6102adf9bae84e57" /><Relationship Type="http://schemas.openxmlformats.org/officeDocument/2006/relationships/slide" Target="/ppt/slides/slide14.xml" Id="R04cec5f65a494de1" /><Relationship Type="http://schemas.openxmlformats.org/officeDocument/2006/relationships/slide" Target="/ppt/slides/slide15.xml" Id="R8f20d45478434a9b" /><Relationship Type="http://schemas.openxmlformats.org/officeDocument/2006/relationships/slide" Target="/ppt/slides/slide16.xml" Id="Rdc3cef103a9044b8" /><Relationship Type="http://schemas.openxmlformats.org/officeDocument/2006/relationships/slide" Target="/ppt/slides/slide17.xml" Id="R04886cebfcb6413b" /><Relationship Type="http://schemas.openxmlformats.org/officeDocument/2006/relationships/slide" Target="/ppt/slides/slide18.xml" Id="R3cb83735cbf147cf" /><Relationship Type="http://schemas.openxmlformats.org/officeDocument/2006/relationships/slide" Target="/ppt/slides/slide19.xml" Id="R5477e96aad994d5f" /><Relationship Type="http://schemas.openxmlformats.org/officeDocument/2006/relationships/slide" Target="/ppt/slides/slide20.xml" Id="Rc2d75e9f447e4ad5" /><Relationship Type="http://schemas.openxmlformats.org/officeDocument/2006/relationships/slide" Target="/ppt/slides/slide21.xml" Id="R6b2a8cb7d63447c0" /><Relationship Type="http://schemas.openxmlformats.org/officeDocument/2006/relationships/slide" Target="/ppt/slides/slide22.xml" Id="R1a292159f78d4eda" /><Relationship Type="http://schemas.openxmlformats.org/officeDocument/2006/relationships/slide" Target="/ppt/slides/slide23.xml" Id="R64f0ca64d14649f5" /><Relationship Type="http://schemas.openxmlformats.org/officeDocument/2006/relationships/slide" Target="/ppt/slides/slide24.xml" Id="Re74a133f40a74d6e" /><Relationship Type="http://schemas.openxmlformats.org/officeDocument/2006/relationships/slide" Target="/ppt/slides/slide25.xml" Id="Rd8bb521b1c2442ab" /><Relationship Type="http://schemas.openxmlformats.org/officeDocument/2006/relationships/slide" Target="/ppt/slides/slide26.xml" Id="Rabf6e840dd464749" /><Relationship Type="http://schemas.openxmlformats.org/officeDocument/2006/relationships/slide" Target="/ppt/slides/slide27.xml" Id="R680b6af7a24c45c0" /><Relationship Type="http://schemas.openxmlformats.org/officeDocument/2006/relationships/slide" Target="/ppt/slides/slide28.xml" Id="R405beddef71e4f66" /><Relationship Type="http://schemas.openxmlformats.org/officeDocument/2006/relationships/slide" Target="/ppt/slides/slide29.xml" Id="Rafd5bb6d481d4698" /><Relationship Type="http://schemas.openxmlformats.org/officeDocument/2006/relationships/slide" Target="/ppt/slides/slide30.xml" Id="R3efbf47104f348ce" /><Relationship Type="http://schemas.openxmlformats.org/officeDocument/2006/relationships/slide" Target="/ppt/slides/slide31.xml" Id="Rca8a73eb3726462c" /><Relationship Type="http://schemas.openxmlformats.org/officeDocument/2006/relationships/slide" Target="/ppt/slides/slide32.xml" Id="R976ec1213a7c4145" /><Relationship Type="http://schemas.openxmlformats.org/officeDocument/2006/relationships/slide" Target="/ppt/slides/slide33.xml" Id="R91b00913585c459f" /><Relationship Type="http://schemas.openxmlformats.org/officeDocument/2006/relationships/slide" Target="/ppt/slides/slide34.xml" Id="Rde0bed96487b4cd5" /><Relationship Type="http://schemas.openxmlformats.org/officeDocument/2006/relationships/slide" Target="/ppt/slides/slide35.xml" Id="Rb4486bd804d74ba4" /><Relationship Type="http://schemas.openxmlformats.org/officeDocument/2006/relationships/slide" Target="/ppt/slides/slide36.xml" Id="Rb1cfb95b2a7f4d1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76caa0cc484c4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4fb4356ebc499c" /><Relationship Type="http://schemas.openxmlformats.org/officeDocument/2006/relationships/notesMaster" Target="/ppt/notesMasters/notesMaster1.xml" Id="Rc2b46b532f4948a1" /></Relationships>
</file>

<file path=ppt/notesSlides/_rels/notesSlide2.xml.rels>&#65279;<?xml version="1.0" encoding="utf-8"?><Relationships xmlns="http://schemas.openxmlformats.org/package/2006/relationships"><Relationship Type="http://schemas.openxmlformats.org/officeDocument/2006/relationships/slide" Target="/ppt/slides/slide2.xml" Id="R1bfa7b308b854c1e" /><Relationship Type="http://schemas.openxmlformats.org/officeDocument/2006/relationships/notesMaster" Target="/ppt/notesMasters/notesMaster1.xml" Id="R48cc4b31e16e4e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dd09cad109834a14" /><Relationship Type="http://schemas.openxmlformats.org/officeDocument/2006/relationships/notesMaster" Target="/ppt/notesMasters/notesMaster1.xml" Id="Rd7f2212c5d8b4bb5" /></Relationships>
</file>

<file path=ppt/notesSlides/_rels/notesSlide4.xml.rels>&#65279;<?xml version="1.0" encoding="utf-8"?><Relationships xmlns="http://schemas.openxmlformats.org/package/2006/relationships"><Relationship Type="http://schemas.openxmlformats.org/officeDocument/2006/relationships/slide" Target="/ppt/slides/slide4.xml" Id="R5983a4f0f16c4936" /><Relationship Type="http://schemas.openxmlformats.org/officeDocument/2006/relationships/notesMaster" Target="/ppt/notesMasters/notesMaster1.xml" Id="R763c48751fbd4166" /></Relationships>
</file>

<file path=ppt/notesSlides/_rels/notesSlide5.xml.rels>&#65279;<?xml version="1.0" encoding="utf-8"?><Relationships xmlns="http://schemas.openxmlformats.org/package/2006/relationships"><Relationship Type="http://schemas.openxmlformats.org/officeDocument/2006/relationships/slide" Target="/ppt/slides/slide5.xml" Id="Ra20549f144304a7a" /><Relationship Type="http://schemas.openxmlformats.org/officeDocument/2006/relationships/notesMaster" Target="/ppt/notesMasters/notesMaster1.xml" Id="R7cbc5fe94d594c1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a7b351a52d46e2" /><Relationship Type="http://schemas.openxmlformats.org/officeDocument/2006/relationships/notesMaster" Target="/ppt/notesMasters/notesMaster1.xml" Id="R51174b3455d34a4b" /></Relationships>
</file>

<file path=ppt/notesSlides/_rels/notesSlide7.xml.rels>&#65279;<?xml version="1.0" encoding="utf-8"?><Relationships xmlns="http://schemas.openxmlformats.org/package/2006/relationships"><Relationship Type="http://schemas.openxmlformats.org/officeDocument/2006/relationships/slide" Target="/ppt/slides/slide7.xml" Id="R274e2de240694472" /><Relationship Type="http://schemas.openxmlformats.org/officeDocument/2006/relationships/notesMaster" Target="/ppt/notesMasters/notesMaster1.xml" Id="R2410e28f552a45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1d324b2e114d44e0" /><Relationship Type="http://schemas.openxmlformats.org/officeDocument/2006/relationships/notesMaster" Target="/ppt/notesMasters/notesMaster1.xml" Id="R65d567e58e7f410e"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3dc394d48849fe" /><Relationship Type="http://schemas.openxmlformats.org/officeDocument/2006/relationships/notesMaster" Target="/ppt/notesMasters/notesMaster1.xml" Id="R9573ea35ee6d4ec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6190257c3a94bce" /><Relationship Type="http://schemas.openxmlformats.org/officeDocument/2006/relationships/notesMaster" Target="/ppt/notesMasters/notesMaster1.xml" Id="R599e694ac23a42c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118d5b73ca34c67" /><Relationship Type="http://schemas.openxmlformats.org/officeDocument/2006/relationships/notesMaster" Target="/ppt/notesMasters/notesMaster1.xml" Id="R576c3776cd2c4ba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846726e83594e3e" /><Relationship Type="http://schemas.openxmlformats.org/officeDocument/2006/relationships/notesMaster" Target="/ppt/notesMasters/notesMaster1.xml" Id="Rc067e95e27af4ad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8fad3f5dd684a25" /><Relationship Type="http://schemas.openxmlformats.org/officeDocument/2006/relationships/notesMaster" Target="/ppt/notesMasters/notesMaster1.xml" Id="Rb40e3820a0ad463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03ada7913c14f5d" /><Relationship Type="http://schemas.openxmlformats.org/officeDocument/2006/relationships/notesMaster" Target="/ppt/notesMasters/notesMaster1.xml" Id="Rbeeadee6c9d945c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1c5f0c5830340b5" /><Relationship Type="http://schemas.openxmlformats.org/officeDocument/2006/relationships/notesMaster" Target="/ppt/notesMasters/notesMaster1.xml" Id="R8fa3d1678d3a4fb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ee9b1f891e442ae" /><Relationship Type="http://schemas.openxmlformats.org/officeDocument/2006/relationships/notesMaster" Target="/ppt/notesMasters/notesMaster1.xml" Id="R5419b51166fd490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f8db3f5f67c4077" /><Relationship Type="http://schemas.openxmlformats.org/officeDocument/2006/relationships/notesMaster" Target="/ppt/notesMasters/notesMaster1.xml" Id="Rcf2467e74e6749f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f5be73d37ce43f3" /><Relationship Type="http://schemas.openxmlformats.org/officeDocument/2006/relationships/notesMaster" Target="/ppt/notesMasters/notesMaster1.xml" Id="Rdb760c23955f4b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36032da017e4c3a" /><Relationship Type="http://schemas.openxmlformats.org/officeDocument/2006/relationships/notesMaster" Target="/ppt/notesMasters/notesMaster1.xml" Id="R1e0293b86cef4dc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2e855a3baef4cf2" /><Relationship Type="http://schemas.openxmlformats.org/officeDocument/2006/relationships/notesMaster" Target="/ppt/notesMasters/notesMaster1.xml" Id="Rb95db428e284493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d5e5e3004a5492d" /><Relationship Type="http://schemas.openxmlformats.org/officeDocument/2006/relationships/notesMaster" Target="/ppt/notesMasters/notesMaster1.xml" Id="Rf6d9a626f81f493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92b418e04d342e3" /><Relationship Type="http://schemas.openxmlformats.org/officeDocument/2006/relationships/notesMaster" Target="/ppt/notesMasters/notesMaster1.xml" Id="Rf2d5c8130fae4db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d396b971bd54897" /><Relationship Type="http://schemas.openxmlformats.org/officeDocument/2006/relationships/notesMaster" Target="/ppt/notesMasters/notesMaster1.xml" Id="R7d8d07c8cf26418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c5c5982942740f6" /><Relationship Type="http://schemas.openxmlformats.org/officeDocument/2006/relationships/notesMaster" Target="/ppt/notesMasters/notesMaster1.xml" Id="Ra195082900674b1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96182647e294054" /><Relationship Type="http://schemas.openxmlformats.org/officeDocument/2006/relationships/notesMaster" Target="/ppt/notesMasters/notesMaster1.xml" Id="R1f9a9a8a98774cb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8af4b341cb04474" /><Relationship Type="http://schemas.openxmlformats.org/officeDocument/2006/relationships/notesMaster" Target="/ppt/notesMasters/notesMaster1.xml" Id="R699038e9221f4df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3e190dac578452f" /><Relationship Type="http://schemas.openxmlformats.org/officeDocument/2006/relationships/notesMaster" Target="/ppt/notesMasters/notesMaster1.xml" Id="Rf76fe1f3bb214f5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96f267918d54360" /><Relationship Type="http://schemas.openxmlformats.org/officeDocument/2006/relationships/notesMaster" Target="/ppt/notesMasters/notesMaster1.xml" Id="Ra885a720cd6c427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27395bbcd5a446e" /><Relationship Type="http://schemas.openxmlformats.org/officeDocument/2006/relationships/notesMaster" Target="/ppt/notesMasters/notesMaster1.xml" Id="R98e6a1dc8d3b426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db24ff7c93d4a30" /><Relationship Type="http://schemas.openxmlformats.org/officeDocument/2006/relationships/notesMaster" Target="/ppt/notesMasters/notesMaster1.xml" Id="R2a743735e07f445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3c7bbd1e61d4f6f" /><Relationship Type="http://schemas.openxmlformats.org/officeDocument/2006/relationships/notesMaster" Target="/ppt/notesMasters/notesMaster1.xml" Id="R6dbdda9598b8481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57a3fd71b1c4d2f" /><Relationship Type="http://schemas.openxmlformats.org/officeDocument/2006/relationships/notesMaster" Target="/ppt/notesMasters/notesMaster1.xml" Id="R2ab8db0244d348e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2ce1e69e6ca4d35" /><Relationship Type="http://schemas.openxmlformats.org/officeDocument/2006/relationships/notesMaster" Target="/ppt/notesMasters/notesMaster1.xml" Id="Rfcf0eccd1bb04b0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f234adf21004bf1" /><Relationship Type="http://schemas.openxmlformats.org/officeDocument/2006/relationships/notesMaster" Target="/ppt/notesMasters/notesMaster1.xml" Id="R346314b466964a3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a763db94c46469e" /><Relationship Type="http://schemas.openxmlformats.org/officeDocument/2006/relationships/notesMaster" Target="/ppt/notesMasters/notesMaster1.xml" Id="R9f745350fe794b9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3fe674fe2654743" /><Relationship Type="http://schemas.openxmlformats.org/officeDocument/2006/relationships/notesMaster" Target="/ppt/notesMasters/notesMaster1.xml" Id="R7265875d2d99453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endParaRPr/>
          </a:p>
          <a:p xmlns:a="http://schemas.openxmlformats.org/drawingml/2006/main">
            <a:r>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45 seconds</a:t>
            </a:r>
          </a:p>
          <a:p xmlns:a="http://schemas.openxmlformats.org/drawingml/2006/main">
            <a:r>
              <a:t/>
            </a:r>
            <a:endParaRPr/>
          </a:p>
          <a:p xmlns:a="http://schemas.openxmlformats.org/drawingml/2006/main">
            <a:r>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xmlns:a="http://schemas.openxmlformats.org/drawingml/2006/main">
            <a:r>
              <a:t/>
            </a:r>
          </a:p>
          <a:p xmlns:a="http://schemas.openxmlformats.org/drawingml/2006/main">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xmlns:a="http://schemas.openxmlformats.org/drawingml/2006/main">
            <a:r>
              <a:t/>
            </a:r>
          </a:p>
          <a:p xmlns:a="http://schemas.openxmlformats.org/drawingml/2006/main">
            <a:r>
              <a:t>Transition: now compare these application signals with the networking and policy evidence from Cilium and Hubble.</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https://opentelemetry.io/docs/zero-code/obi/getting-started/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xmlns:a="http://schemas.openxmlformats.org/drawingml/2006/main">
            <a:r>
              <a:t/>
            </a:r>
          </a:p>
          <a:p xmlns:a="http://schemas.openxmlformats.org/drawingml/2006/main">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xmlns:a="http://schemas.openxmlformats.org/drawingml/2006/main">
            <a:r>
              <a:t/>
            </a:r>
          </a:p>
          <a:p xmlns:a="http://schemas.openxmlformats.org/drawingml/2006/main">
            <a:r>
              <a:t>Transition: both products use eBPF, so the next section examines what happens when they attach on the same node.</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https://docs.cilium.io/en/stable/overview/intro/</a:t>
            </a:r>
          </a:p>
          <a:p xmlns:a="http://schemas.openxmlformats.org/drawingml/2006/main">
            <a:r>
              <a:t>- https://docs.cilium.io/en/stable/observability/hubble/</a:t>
            </a:r>
          </a:p>
          <a:p xmlns:a="http://schemas.openxmlformats.org/drawingml/2006/main">
            <a:r>
              <a:t>- https://docs.cilium.io/en/stable/observability/visibility/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The coexistence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Ask the audience: What changes when both eBPF agents share a Kubernetes node? Cilium already handles networking and network policy. OBI adds zero-code application telemetry. Both may be healthy DaemonSets while their attachments change packet processing order or leave gaps in the evidence.</a:t>
            </a:r>
            <a:endParaRPr/>
          </a:p>
          <a:p xmlns:a="http://schemas.openxmlformats.org/drawingml/2006/main">
            <a:r>
              <a:t/>
            </a:r>
            <a:endParaRPr/>
          </a:p>
          <a:p xmlns:a="http://schemas.openxmlformats.org/drawingml/2006/main">
            <a:r>
              <a:t>Walk through the three checks on the slide. First, confirm packets still take the intended path. Second, verify that OBI produces application traces and metrics while Hubble reports the corresponding flows and policy verdicts. Third, measure incremental CPU, memory, and telemetry volume. The point is to verify coexistence, not merely that both agents started. Transition: let us look at the hooks they share.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1 minute</a:t>
            </a:r>
          </a:p>
          <a:p xmlns:a="http://schemas.openxmlformats.org/drawingml/2006/main">
            <a:r>
              <a:t/>
            </a:r>
            <a:endParaRPr/>
          </a:p>
          <a:p xmlns:a="http://schemas.openxmlformats.org/drawingml/2006/main">
            <a:r>
              <a:t>Give the audience a map before naming kernel program types. An eBPF program is a small program that Linux runs at a particular checkpoint, often called a hook. We only need one shared checkpoint for this talk.</a:t>
            </a:r>
          </a:p>
          <a:p xmlns:a="http://schemas.openxmlformats.org/drawingml/2006/main">
            <a:r>
              <a:t/>
            </a:r>
            <a:endParaRPr/>
          </a:p>
          <a:p xmlns:a="http://schemas.openxmlformats.org/drawingml/2006/main">
            <a:r>
              <a:t>Walk down the four rows. OBI observes supported application requests and creates OpenTelemetry spans. A veth pair is a virtual link between the pod network namespace and the node. Cilium handles pod networking and policy in the kernel path. Traffic control, abbreviated TC, is a kernel attachment point on that network path. When OBI uses TCP trace-context propagation, OBI and Cilium can both attach TC programs on the host-side veth.</a:t>
            </a:r>
          </a:p>
          <a:p xmlns:a="http://schemas.openxmlformats.org/drawingml/2006/main">
            <a:r>
              <a:t/>
            </a:r>
          </a:p>
          <a:p xmlns:a="http://schemas.openxmlformats.org/drawingml/2006/main">
            <a:r>
              <a:t>The fourth row is a checkpoint within kernel networking, not a separate network layer. Do not explain uprobes, kprobes, XDP, cgroup hooks, or BPF_PROG_TYPE_SCHED_CLS here. The next slide zooms into the host-side TC hooks and defines ingress and egress. Then we examine attachment order.</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Start with the packet path from the application process to the host-side veth and network. A veth pair is the virtual link between pod and node. Focus on the dark panel: the host-side interface has TC ingress and TC egress hooks. Ingress means a packet arrives at that interface; egress means it leaves.</a:t>
            </a:r>
          </a:p>
          <a:p xmlns:a="http://schemas.openxmlformats.org/drawingml/2006/main">
            <a:r>
              <a:t/>
            </a:r>
          </a:p>
          <a:p xmlns:a="http://schemas.openxmlformats.org/drawingml/2006/main">
            <a:r>
              <a:t>With OBI TCP context propagation enabled, OBI can attach a traffic-control classifier program to those hooks to carry trace context. Cilium also uses traffic-control classifier programs for the datapath. The exact kernel program type is BPF_PROG_TYPE_SCHED_CLS, but keep that name in the notes unless someone asks. The important idea is that both programs can share an ordered chain at the same hook. Neither agent owns TC exclusively.</a:t>
            </a:r>
            <a:endParaRPr/>
          </a:p>
          <a:p xmlns:a="http://schemas.openxmlformats.org/drawingml/2006/main">
            <a:r>
              <a:t/>
            </a:r>
          </a:p>
          <a:p xmlns:a="http://schemas.openxmlformats.org/drawingml/2006/main">
            <a:r>
              <a:t>This overlap is conditional. OBI application telemetry can exist without its TCP propagation programs. Header-only propagation avoids the shared TCP TC attachment, but it does not provide the same TCP-based zero-code trace continuity. Do not imply that every OBI deployment attaches here.</a:t>
            </a:r>
          </a:p>
          <a:p xmlns:a="http://schemas.openxmlformats.org/drawingml/2006/main">
            <a:r>
              <a:t/>
            </a:r>
          </a:p>
          <a:p xmlns:a="http://schemas.openxmlformats.org/drawingml/2006/main">
            <a:r>
              <a:t>Transition: the next slide shows why program order matters, followed by TCX and Netlink fallback.</a:t>
            </a:r>
          </a:p>
          <a:p xmlns:a="http://schemas.openxmlformats.org/drawingml/2006/main">
            <a:r>
              <a:t/>
            </a:r>
          </a:p>
          <a:p xmlns:a="http://schemas.openxmlformats.org/drawingml/2006/main">
            <a:r>
              <a:t>Sources:</a:t>
            </a:r>
            <a:endParaRPr/>
          </a:p>
          <a:p xmlns:a="http://schemas.openxmlformats.org/drawingml/2006/main">
            <a:r>
              <a:t>- https://opentelemetry.io/docs/zero-code/obi/cilium-compatibility/</a:t>
            </a:r>
          </a:p>
          <a:p xmlns:a="http://schemas.openxmlformats.org/drawingml/2006/main">
            <a:r>
              <a:t>- https://opentelemetry.io/docs/zero-code/obi/configure/metrics-traces-attributes/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A classifier can change packet state or return a terminal result. This is why order affects visibility and trace continuity, not only overhead.</a:t>
            </a:r>
          </a:p>
          <a:p xmlns:a="http://schemas.openxmlformats.org/drawingml/2006/main">
            <a:endParaRP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Attachment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TCX entered upstream Linux in 6.6, but distributions can backport features. OBI v0.13.0 requests head and Cilium v1.20.2 requests tail. Confirm the live attach mode from Cilium status and OBI startup logs.</a:t>
            </a:r>
          </a:p>
          <a:p xmlns:a="http://schemas.openxmlformats.org/drawingml/2006/main">
            <a:endParaRPr/>
          </a:p>
          <a:p xmlns:a="http://schemas.openxmlformats.org/drawingml/2006/main">
            <a:r>
              <a:t>Sources:</a:t>
            </a:r>
          </a:p>
          <a:p xmlns:a="http://schemas.openxmlformats.org/drawingml/2006/main">
            <a:r>
              <a:t>- https://github.com/open-telemetry/opentelemetry-ebpf-instrumentation/blob/v0.13.0/pkg/internal/ebpf/tcmanager/tcxmanager.go</a:t>
            </a:r>
          </a:p>
          <a:p xmlns:a="http://schemas.openxmlformats.org/drawingml/2006/main">
            <a:r>
              <a:t>- https://github.com/cilium/cilium/blob/v1.20.2/pkg/datapath/loader/tcx.go</a:t>
            </a:r>
          </a:p>
          <a:p xmlns:a="http://schemas.openxmlformats.org/drawingml/2006/main">
            <a:r>
              <a:t>- https://github.com/torvalds/linux/blob/v6.6/kernel/bpf/tcx.c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xmlns:a="http://schemas.openxmlformats.org/drawingml/2006/main">
            <a:r>
              <a:t/>
            </a:r>
            <a:endParaRPr/>
          </a:p>
          <a:p xmlns:a="http://schemas.openxmlformats.org/drawingml/2006/main">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xmlns:a="http://schemas.openxmlformats.org/drawingml/2006/main">
            <a:r>
              <a:t/>
            </a:r>
          </a:p>
          <a:p xmlns:a="http://schemas.openxmlformats.org/drawingml/2006/main">
            <a:r>
              <a:t>Always pin versions, render configuration, and inspect the live attachment order on a Linux node. This experiment does not measure packet overhead or prove every application path.</a:t>
            </a:r>
          </a:p>
          <a:p xmlns:a="http://schemas.openxmlformats.org/drawingml/2006/main">
            <a:r>
              <a:t/>
            </a: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https://github.com/open-telemetry/opentelemetry-ebpf-instrumentation/blob/v0.13.0/pkg/obi/config.go</a:t>
            </a:r>
          </a:p>
          <a:p xmlns:a="http://schemas.openxmlformats.org/drawingml/2006/main">
            <a:r>
              <a:t>- https://github.com/open-telemetry/opentelemetry-ebpf-instrumentation/blob/v0.13.0/pkg/ebpf/tcmanager/cilium_support.go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Click the video. It is a presentation replay of outputs captured from two fresh, isolated kind runs on 27 September 2026, not a continuous recording of one cluster being reconfigured live. Both runs used Cilium 1.20.2 with TCX disabled and OBI v0.13.0 with optional network.source: tc. Left: Cilium attached at TC pref 1. OBI logged 'detected Cilium TC with priority 1 - Cilium may clobber OBI' and had zero ready DaemonSet pods. The nginx request still returned HTTP 200, so the network was not shown to be broken. Right: a fresh cluster used Cilium priority 2. Node tc output showed OBI's ingress flow parser at pref 1, before Cilium at pref 2. OBI was ready and printed an HTTP 200 span. Point to the scope line: this is the optional TC network-flow mode. App-only OBI in this version did not reproduce the startup guard. The full capture JSON, configs, recording, and replay script are in the GitHub demo repository.</a:t>
            </a:r>
          </a:p>
          <a:p xmlns:a="http://schemas.openxmlformats.org/drawingml/2006/main">
            <a:r>
              <a:t/>
            </a:r>
            <a:endParaRPr/>
          </a:p>
          <a:p xmlns:a="http://schemas.openxmlformats.org/drawingml/2006/main">
            <a:r>
              <a:t>Sources:</a:t>
            </a:r>
          </a:p>
          <a:p xmlns:a="http://schemas.openxmlformats.org/drawingml/2006/main">
            <a:r>
              <a:t>- https://github.com/ajimenez1503/cilium-obi-demo/tree/main/evidence/legacy-priority-2026-09-27</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Introduce the runnable demo repository before showing the environment. The repository contains the kind setup, pinned Cilium and OBI values, Grafana dashboards, verification scripts, recordings, benchmark evidence, and the latest presentation deck.</a:t>
            </a:r>
          </a:p>
          <a:p xmlns:a="http://schemas.openxmlformats.org/drawingml/2006/main">
            <a:endParaRPr/>
          </a:p>
          <a:p xmlns:a="http://schemas.openxmlformats.org/drawingml/2006/main">
            <a:r>
              <a:t>Sources:</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Purpose:</a:t>
            </a:r>
          </a:p>
          <a:p xmlns:a="http://schemas.openxmlformats.org/drawingml/2006/main">
            <a:r>
              <a:t>Show that Grafana receives telemetry from both eBPF systems while Hubble Relay remains available for individual flow records.</a:t>
            </a:r>
          </a:p>
          <a:p xmlns:a="http://schemas.openxmlformats.org/drawingml/2006/main">
            <a:endParaRPr/>
          </a:p>
          <a:p xmlns:a="http://schemas.openxmlformats.org/drawingml/2006/main">
            <a:r>
              <a:t>Talk track:</a:t>
            </a:r>
          </a:p>
          <a:p xmlns:a="http://schemas.openxmlformats.org/drawingml/2006/main">
            <a:r>
              <a:t>1. Follow the solid line across the top. The traffic generator calls edge-nginx, which calls recommendations-v2 and then recommendations-v1.</a:t>
            </a:r>
          </a:p>
          <a:p xmlns:a="http://schemas.openxmlformats.org/drawingml/2006/main">
            <a:r>
              <a:t>2. Follow the magenta path. OBI observes the applications and sends spans plus RED metrics directly to Grafana LGTM. Tempo stores the traces and Prometheus-compatible storage serves the metrics.</a:t>
            </a:r>
          </a:p>
          <a:p xmlns:a="http://schemas.openxmlformats.org/drawingml/2006/main">
            <a:r>
              <a:t>3. Follow the lower blue path. An OpenTelemetry Collector scrapes the Cilium agent Prometheus endpoint on port 9962 and the Hubble metrics endpoint on port 9965. The Collector sends those metrics to the same LGTM instance over OTLP/HTTP on port 4318.</a:t>
            </a:r>
          </a:p>
          <a:p xmlns:a="http://schemas.openxmlformats.org/drawingml/2006/main">
            <a:r>
              <a:t>4. Follow the blue path on the right. Hubble flow records and verdicts remain available through Hubble Relay, the CLI, and Hubble UI.</a:t>
            </a:r>
          </a:p>
          <a:p xmlns:a="http://schemas.openxmlformats.org/drawingml/2006/main">
            <a:endParaRPr/>
          </a:p>
          <a:p xmlns:a="http://schemas.openxmlformats.org/drawingml/2006/main">
            <a:r>
              <a:t>Important precision:</a:t>
            </a:r>
          </a:p>
          <a:p xmlns:a="http://schemas.openxmlformats.org/drawingml/2006/main">
            <a:r>
              <a:t>Grafana receives aggregated Cilium and Hubble Prometheus metrics, not the raw Hubble flow stream. Relay and Hubble UI provide per-flow evidence. The two views complement each other: Grafana shows rates, drops, resource use, and pipeline health over time, while Hubble shows the identities and verdict for a specific network exchange.</a:t>
            </a:r>
          </a:p>
          <a:p xmlns:a="http://schemas.openxmlformats.org/drawingml/2006/main">
            <a:endParaRPr/>
          </a:p>
          <a:p xmlns:a="http://schemas.openxmlformats.org/drawingml/2006/main">
            <a:r>
              <a:t>Operator takeaway:</a:t>
            </a:r>
          </a:p>
          <a:p xmlns:a="http://schemas.openxmlformats.org/drawingml/2006/main">
            <a:r>
              <a:t>Use one Grafana dashboard to compare OBI request behavior with Cilium and Hubble network metrics. Open Hubble UI when the aggregate metric points to a particular flow or policy decision.</a:t>
            </a:r>
          </a:p>
          <a:p xmlns:a="http://schemas.openxmlformats.org/drawingml/2006/main">
            <a:endParaRPr/>
          </a:p>
          <a:p xmlns:a="http://schemas.openxmlformats.org/drawingml/2006/main">
            <a:r>
              <a:t>Transition:</a:t>
            </a:r>
          </a:p>
          <a:p xmlns:a="http://schemas.openxmlformats.org/drawingml/2006/main">
            <a:r>
              <a:t>The next step proves that both systems attached correctly before using either telemetry view.</a:t>
            </a:r>
          </a:p>
          <a:p xmlns:a="http://schemas.openxmlformats.org/drawingml/2006/main">
            <a:endParaRPr/>
          </a:p>
          <a:p xmlns:a="http://schemas.openxmlformats.org/drawingml/2006/main">
            <a:r>
              <a:t>Sources:</a:t>
            </a:r>
          </a:p>
          <a:p xmlns:a="http://schemas.openxmlformats.org/drawingml/2006/main">
            <a:r>
              <a:t>- https://github.com/open-telemetry/opentelemetry-ebpf-instrumentation/tree/main/examples/nginx</a:t>
            </a:r>
          </a:p>
          <a:p xmlns:a="http://schemas.openxmlformats.org/drawingml/2006/main">
            <a:r>
              <a:t>- https://docs.cilium.io/en/stable/installation/kind/</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Click the video to play. This is a fresh run of demo/verify.sh against the local kind cluster. Pause on four checks: Cilium reports TCX, the cilium-config readback says enable-tcx=true, OBI v0.13.0 is ready on both workers, and the startup logs contain no attachment, capability, tracefs, or context-propagation errors. The point is that a Running DaemonSet is not enough. Verify the actual attachment decision before trusting either telemetry stream.</a:t>
            </a:r>
          </a:p>
          <a:p xmlns:a="http://schemas.openxmlformats.org/drawingml/2006/main">
            <a:endParaRP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Click the video to play. The recording starts in the consolidated Grafana dashboard, where OBI request metrics sit beside Cilium and Hubble Prometheus metrics. It then opens Hubble UI for the same workload and request window. In Grafana, explain application rate, errors, and latency together with network flow rate and drops. In Hubble, follow edge-nginx to recommendations-v2 and recommendations-v2 to recommendations-v1, then call out workload identity, direction, ports, and the FORWARDED verdict. These are correlated views, not identical event streams. Match them by time window, namespace, source and destination workload, direction, and port. Raw Hubble flows remain in Relay and Hubble UI; Grafana contains their aggregated metrics.</a:t>
            </a:r>
          </a:p>
          <a:p xmlns:a="http://schemas.openxmlformats.org/drawingml/2006/main">
            <a:endParaRPr/>
          </a:p>
          <a:p xmlns:a="http://schemas.openxmlformats.org/drawingml/2006/main">
            <a:r>
              <a:t>Sources:</a:t>
            </a:r>
          </a:p>
          <a:p xmlns:a="http://schemas.openxmlformats.org/drawingml/2006/main">
            <a:r>
              <a:t>- https://docs.cilium.io/en/stable/observability/hubble/</a:t>
            </a:r>
          </a:p>
          <a:p xmlns:a="http://schemas.openxmlformats.org/drawingml/2006/main">
            <a:r>
              <a:t>- https://opentelemetry.io/docs/zero-code/obi/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Click the video to play. The recording applies demo/policy-deny.yaml, issues the same application request, and receives HTTP 000 because the call times out. It then shows Hubble reporting Policy denied and DROPPED for edge-nginx to recommendations-v1:8081, followed by the Grafana view for the same time window. Explain the two contracts: Hubble proves the network enforcement decision and identifies the blocked workloads; OBI shows the application symptom at the caller, such as a timeout or upstream error. A missing destination server span is expected because the request never reached that process. The recording removes the policy and verifies HTTP 200 recovery before it ends.</a:t>
            </a:r>
          </a:p>
          <a:p xmlns:a="http://schemas.openxmlformats.org/drawingml/2006/main">
            <a:endParaRPr/>
          </a:p>
          <a:p xmlns:a="http://schemas.openxmlformats.org/drawingml/2006/main">
            <a:r>
              <a:t>Sources:</a:t>
            </a:r>
          </a:p>
          <a:p xmlns:a="http://schemas.openxmlformats.org/drawingml/2006/main">
            <a:r>
              <a:t>- https://docs.cilium.io/en/stable/security/policy/</a:t>
            </a:r>
          </a:p>
          <a:p xmlns:a="http://schemas.openxmlformats.org/drawingml/2006/main">
            <a:r>
              <a:t>- https://docs.cilium.io/en/stable/observability/hubble/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to 5 minutes, flexible. This is the optional live playground after the recorded demos. The four rows are clickable in Slide Show mode. All links use localhost on the presenting laptop.</a:t>
            </a:r>
          </a:p>
          <a:p xmlns:a="http://schemas.openxmlformats.org/drawingml/2006/main">
            <a:r>
              <a:t/>
            </a:r>
            <a:endParaRPr/>
          </a:p>
          <a:p xmlns:a="http://schemas.openxmlformats.org/drawingml/2006/main">
            <a:r>
              <a:t>Before presenting, verify the kind cluster and keep these port-forwards open in separate terminals:</a:t>
            </a:r>
          </a:p>
          <a:p xmlns:a="http://schemas.openxmlformats.org/drawingml/2006/main">
            <a:r>
              <a:t>kubectl --context kind-obi-cilium-talk -n obi-nginx-example port-forward svc/edge-nginx 8080:8080</a:t>
            </a:r>
            <a:endParaRPr/>
          </a:p>
          <a:p xmlns:a="http://schemas.openxmlformats.org/drawingml/2006/main">
            <a:r>
              <a:t>kubectl --context kind-obi-cilium-talk -n obi-nginx-example port-forward svc/lgtm 3000:3000</a:t>
            </a:r>
          </a:p>
          <a:p xmlns:a="http://schemas.openxmlformats.org/drawingml/2006/main">
            <a:r>
              <a:t>kubectl --context kind-obi-cilium-talk -n kube-system port-forward svc/hubble-ui 12000:80</a:t>
            </a:r>
          </a:p>
          <a:p xmlns:a="http://schemas.openxmlformats.org/drawingml/2006/main">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xmlns:a="http://schemas.openxmlformats.org/drawingml/2006/main">
            <a:r>
              <a:t/>
            </a:r>
          </a:p>
          <a:p xmlns:a="http://schemas.openxmlformats.org/drawingml/2006/main">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xmlns:a="http://schemas.openxmlformats.org/drawingml/2006/main">
            <a:r>
              <a:t/>
            </a:r>
          </a:p>
          <a:p xmlns:a="http://schemas.openxmlformats.org/drawingml/2006/main">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xmlns:a="http://schemas.openxmlformats.org/drawingml/2006/main">
            <a:r>
              <a:t/>
            </a:r>
          </a:p>
          <a:p xmlns:a="http://schemas.openxmlformats.org/drawingml/2006/main">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xmlns:a="http://schemas.openxmlformats.org/drawingml/2006/main">
            <a:r>
              <a:t/>
            </a:r>
          </a:p>
          <a:p xmlns:a="http://schemas.openxmlformats.org/drawingml/2006/main">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xmlns:a="http://schemas.openxmlformats.org/drawingml/2006/main">
            <a:r>
              <a:t/>
            </a:r>
          </a:p>
          <a:p xmlns:a="http://schemas.openxmlformats.org/drawingml/2006/main">
            <a:r>
              <a:t>If a live view is unavailable, use the recorded demos and the following dashboard and Tempo screenshots. Avoid delaying the talk to repair the cluster on stage.</a:t>
            </a:r>
          </a:p>
          <a:p xmlns:a="http://schemas.openxmlformats.org/drawingml/2006/main">
            <a:r>
              <a:t/>
            </a:r>
          </a:p>
          <a:p xmlns:a="http://schemas.openxmlformats.org/drawingml/2006/main">
            <a:r>
              <a:t>Sources:</a:t>
            </a:r>
          </a:p>
          <a:p xmlns:a="http://schemas.openxmlformats.org/drawingml/2006/main">
            <a:r>
              <a:t>- /Users/antonjim/Documents/Playground/cilium-obi-demo/README.md</a:t>
            </a:r>
          </a:p>
          <a:p xmlns:a="http://schemas.openxmlformats.org/drawingml/2006/main">
            <a:r>
              <a:t>- /Users/antonjim/Documents/Playground/cilium-obi-demo/demo/dashboards/application-network.json</a:t>
            </a:r>
          </a:p>
          <a:p xmlns:a="http://schemas.openxmlformats.org/drawingml/2006/main">
            <a:r>
              <a:t>- /Users/antonjim/Documents/Playground/cilium-obi-demo/demo/dashboards/platform-pipeline.json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OBI also has network observability features. In a Cilium cluster, the OBI documentation recommends socket_filter. Keep Hubble as the default network signal and OBI as the application signal to avoid duplicate volume and competing interpretations.</a:t>
            </a:r>
          </a:p>
          <a:p xmlns:a="http://schemas.openxmlformats.org/drawingml/2006/main">
            <a:endParaRPr/>
          </a:p>
          <a:p xmlns:a="http://schemas.openxmlformats.org/drawingml/2006/main">
            <a:r>
              <a:t>Sources:</a:t>
            </a:r>
          </a:p>
          <a:p xmlns:a="http://schemas.openxmlformats.org/drawingml/2006/main">
            <a:r>
              <a:t>- https://opentelemetry.io/docs/zero-code/obi/network/config/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Measure the combined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This is the experiment plan, not a claim that all six scenarios have results. Only B and D were measured in the local rehearsal. Keep those labels fixed for the next slide.</a:t>
            </a:r>
          </a:p>
          <a:p xmlns:a="http://schemas.openxmlformats.org/drawingml/2006/main">
            <a:r>
              <a:t/>
            </a:r>
            <a:endParaRPr/>
          </a:p>
          <a:p xmlns:a="http://schemas.openxmlformats.org/drawingml/2006/main">
            <a:r>
              <a:t>N is a proposed reference with kind's default kindnet CNI, no Cilium, and no OBI. Build it in a fresh cluster with the same node sizing, Kubernetes version, application image, route, traffic generator, request count, and concurrency. Use bpftool on each node to inventory loaded BPF programs. Do not assume that removing Cilium and OBI proves the host has zero BPF programs. Kindnet uses standard CNI plugins and netlink routes. The CNI datapath differs from Cilium, so N is a cross-CNI reference, not an estimate of eBPF overhead alone. N has not been run or measured.</a:t>
            </a:r>
          </a:p>
          <a:p xmlns:a="http://schemas.openxmlformats.org/drawingml/2006/main">
            <a:r>
              <a:t/>
            </a:r>
          </a:p>
          <a:p xmlns:a="http://schemas.openxmlformats.org/drawingml/2006/main">
            <a:r>
              <a:t>A through E use the Cilium setup. A is the Cilium networking baseline. B adds Hubble L3/L4 flow visibility and keeps OBI off. C adds OBI application metrics without context propagation. D enables OBI traces with TCX context propagation. E adds Hubble L7 visibility, which redirects selected traffic through Envoy. The plus signs show the planned configuration sequence, but each comparison needs its exact versions and effective settings recorded. A, C, and E remain unmeasured.</a:t>
            </a:r>
          </a:p>
          <a:p xmlns:a="http://schemas.openxmlformats.org/drawingml/2006/main">
            <a:r>
              <a:t/>
            </a:r>
          </a:p>
          <a:p xmlns:a="http://schemas.openxmlformats.org/drawingml/2006/main">
            <a:r>
              <a:t>Control the application route, backend, node sizing, placement, request generator, warm-up, and sample count. For each run, capture throughput, latency, failures, CPU, memory, span delivery, Hubble lost events, and actual BPF attachments. Do not change the CNI in place on the measured cluster.</a:t>
            </a:r>
          </a:p>
          <a:p xmlns:a="http://schemas.openxmlformats.org/drawingml/2006/main">
            <a:r>
              <a:t/>
            </a:r>
          </a:p>
          <a:p xmlns:a="http://schemas.openxmlformats.org/drawingml/2006/main">
            <a:r>
              <a:t>Sources:</a:t>
            </a:r>
            <a:endParaRPr/>
          </a:p>
          <a:p xmlns:a="http://schemas.openxmlformats.org/drawingml/2006/main">
            <a:r>
              <a:t>- https://kind.sigs.k8s.io/docs/user/configuration/</a:t>
            </a:r>
          </a:p>
          <a:p xmlns:a="http://schemas.openxmlformats.org/drawingml/2006/main">
            <a:r>
              <a:t>- https://docs.cilium.io/en/stable/operations/performance/benchmark/</a:t>
            </a:r>
          </a:p>
          <a:p xmlns:a="http://schemas.openxmlformats.org/drawingml/2006/main">
            <a:r>
              <a:t>- /Users/antonjim/Documents/Playground/cilium-obi-demo/evidence/benchmark-2026-09-26/results.json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endParaRPr/>
          </a:p>
          <a:p xmlns:a="http://schemas.openxmlformats.org/drawingml/2006/main">
            <a:r>
              <a:t>These are local kind rehearsal observations for B (Cilium and Hubble, OBI off) and D (Cilium and Hubble plus OBI with TCX). They are not production capacity results. The no-eBPF reference N and conditions A, C, and E remain unmeasured.</a:t>
            </a:r>
          </a:p>
          <a:p xmlns:a="http://schemas.openxmlformats.org/drawingml/2006/main">
            <a:r>
              <a:t/>
            </a:r>
            <a:endParaRPr/>
          </a:p>
          <a:p xmlns:a="http://schemas.openxmlformats.org/drawingml/2006/main">
            <a:r>
              <a:t>Both conditions used the same three-node cluster and route. Background demo traffic was paused. Each condition had a 40-request warm-up and five samples of 200 requests at concurrency 20 through kubectl port-forward. B ran before D, so time-order effects remain possible. Throughput median: B 19.77 req/s; D 19.73 req/s. p95 median: B 1,018 ms; D 1,020 ms. There were zero failed requests across 1,000 requests in each condition. OBI used a median 0.0128 CPU cores and 253.2 MiB working set across two pods. The Collector accepted and exported 7,210 spans during D. These numbers describe this single rehearsal only.</a:t>
            </a:r>
          </a:p>
          <a:p xmlns:a="http://schemas.openxmlformats.org/drawingml/2006/main">
            <a:r>
              <a:t/>
            </a:r>
          </a:p>
          <a:p xmlns:a="http://schemas.openxmlformats.org/drawingml/2006/main">
            <a:r>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xmlns:a="http://schemas.openxmlformats.org/drawingml/2006/main">
            <a:r>
              <a:t/>
            </a:r>
          </a:p>
          <a:p xmlns:a="http://schemas.openxmlformats.org/drawingml/2006/main">
            <a:r>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xmlns:a="http://schemas.openxmlformats.org/drawingml/2006/main">
            <a:r>
              <a:t/>
            </a:r>
          </a:p>
          <a:p xmlns:a="http://schemas.openxmlformats.org/drawingml/2006/main">
            <a:r>
              <a:t>Sources:</a:t>
            </a:r>
            <a:endParaRPr/>
          </a:p>
          <a:p xmlns:a="http://schemas.openxmlformats.org/drawingml/2006/main">
            <a:r>
              <a:t>- /Users/antonjim/Documents/Playground/cilium-obi-demo/evidence/benchmark-2026-09-26/results.md</a:t>
            </a:r>
          </a:p>
          <a:p xmlns:a="http://schemas.openxmlformats.org/drawingml/2006/main">
            <a:r>
              <a:t>- https://docs.cilium.io/en/latest/observability/metrics/#lost-events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Measure client throughput, errors, p50, p95, and p99 alongside resources and telemetry integrity. A healthy request path does not prove trace completeness. A green telemetry pipeline does not prove the datapath cost is acceptable.</a:t>
            </a:r>
          </a:p>
          <a:p xmlns:a="http://schemas.openxmlformats.org/drawingml/2006/main">
            <a:endParaRPr/>
          </a:p>
          <a:p xmlns:a="http://schemas.openxmlformats.org/drawingml/2006/main">
            <a:r>
              <a:t>Sources:</a:t>
            </a:r>
          </a:p>
          <a:p xmlns:a="http://schemas.openxmlformats.org/drawingml/2006/main">
            <a:r>
              <a:t>- https://opentelemetry.io/docs/collector/internal-telemetry/</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Production rollout.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The production field guide begins with an inventory and ends with a bounded before-and-after comparison. Keep Cilium on the veth datapath until OBI compatibility with netkit is separately validated.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endParaRPr/>
          </a:p>
          <a:p xmlns:a="http://schemas.openxmlformats.org/drawingml/2006/main">
            <a:r>
              <a:t>Close by restating the operational contract. Safe coexistence means verified order, preserved traffic, complete enough telemetry, and measured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 minutes</a:t>
            </a:r>
          </a:p>
          <a:p xmlns:a="http://schemas.openxmlformats.org/drawingml/2006/main">
            <a:endParaRPr/>
          </a:p>
          <a:p xmlns:a="http://schemas.openxmlformats.org/drawingml/2006/main">
            <a:r>
              <a:t>Keep the demo repository visible during questions so attendees can find the setup, dashboards, benchmark evidence, and latest deck.</a:t>
            </a:r>
          </a:p>
          <a:p xmlns:a="http://schemas.openxmlformats.org/drawingml/2006/main">
            <a:endParaRPr/>
          </a:p>
          <a:p xmlns:a="http://schemas.openxmlformats.org/drawingml/2006/main">
            <a:r>
              <a:t>Sources:</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Optional</a:t>
            </a:r>
          </a:p>
          <a:p xmlns:a="http://schemas.openxmlformats.org/drawingml/2006/main">
            <a:endParaRPr/>
          </a:p>
          <a:p xmlns:a="http://schemas.openxmlformats.org/drawingml/2006/main">
            <a:r>
              <a:t>Section transition: Appendix.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These fragments match demo/obi-values.yaml and demo/cilium-values.yaml in the workspace. Render the charts before the live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endParaRPr/>
          </a:p>
          <a:p xmlns:a="http://schemas.openxmlformats.org/drawingml/2006/main">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xmlns:a="http://schemas.openxmlformats.org/drawingml/2006/main">
            <a:r>
              <a:t/>
            </a:r>
            <a:endParaRP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Run these read-only checks before the talk. Save clean output for the backup recording.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Use this slide to handle operational questions without turning the main talk into a troubleshooting checklist. Detailed failure modes are in research.md.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End</a:t>
            </a:r>
          </a:p>
          <a:p xmlns:a="http://schemas.openxmlformats.org/drawingml/2006/main">
            <a:endParaRPr/>
          </a:p>
          <a:p xmlns:a="http://schemas.openxmlformats.org/drawingml/2006/main">
            <a:r>
              <a:t>Finish on the required Cisco closing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cc41046a264482" /><Relationship Type="http://schemas.openxmlformats.org/officeDocument/2006/relationships/image" Target="/ppt/media/image.png" Id="R5b3befea24494b05" /><Relationship Type="http://schemas.openxmlformats.org/officeDocument/2006/relationships/image" Target="/ppt/media/image.svg" Id="Rce091d681faf4da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e8d22b3633d4d62" /><Relationship Type="http://schemas.openxmlformats.org/officeDocument/2006/relationships/image" Target="/ppt/media/image2.png" Id="R1c2b1e3e19664426" /><Relationship Type="http://schemas.openxmlformats.org/officeDocument/2006/relationships/image" Target="/ppt/media/image.png" Id="Rd0fc1435e0a44a41" /><Relationship Type="http://schemas.openxmlformats.org/officeDocument/2006/relationships/image" Target="/ppt/media/image.svg" Id="R8ebf98084ff8459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80d87057c0446fa" /><Relationship Type="http://schemas.openxmlformats.org/officeDocument/2006/relationships/image" Target="/ppt/media/image.png" Id="R065ffeeda8d344cc" /><Relationship Type="http://schemas.openxmlformats.org/officeDocument/2006/relationships/image" Target="/ppt/media/image.svg" Id="Ra528d831bb7f45c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20be7fc99b8442d" /><Relationship Type="http://schemas.openxmlformats.org/officeDocument/2006/relationships/image" Target="/ppt/media/image2.png" Id="Ra5fa5fd207c745f5" /><Relationship Type="http://schemas.openxmlformats.org/officeDocument/2006/relationships/image" Target="/ppt/media/image.png" Id="R8d88425df03c4318" /><Relationship Type="http://schemas.openxmlformats.org/officeDocument/2006/relationships/image" Target="/ppt/media/image.svg" Id="R16640490467d42a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f749f605dd64fa8" /><Relationship Type="http://schemas.openxmlformats.org/officeDocument/2006/relationships/image" Target="/ppt/media/image.png" Id="Rf10eae70c8a346e4" /><Relationship Type="http://schemas.openxmlformats.org/officeDocument/2006/relationships/image" Target="/ppt/media/image.svg" Id="R258026de4173435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4a1ae36da0f49a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9730de4df83c4c84"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78f1e92ce41d42cc"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18a2a10bf634c73"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51e9a43282e84c0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90ded709cda241d2"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03cb5e1c0436415b"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c5f51fa13cca4a86"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ed5eeb51a012408c"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2d5f5826796c44c7"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a047088283b54005"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7315d5e25598441f"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9819be6992be4a17"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7d3458e68b554454"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1.xml" Id="R8fd594a5af0748bc"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1.xml" Id="R8703f9dc2c934c75"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1.xml" Id="R9072aaf5e1b64a98"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1.xml" Id="Rbb3d2e41480c43dd" /></Relationships>
</file>

<file path=ppt/slideLayouts/_rels/slideLayout24.xml.rels>&#65279;<?xml version="1.0" encoding="utf-8"?><Relationships xmlns="http://schemas.openxmlformats.org/package/2006/relationships"><Relationship Type="http://schemas.openxmlformats.org/officeDocument/2006/relationships/slideMaster" Target="/ppt/slideMasters/slideMaster1.xml" Id="R5838d5577a7d4c18" /></Relationships>
</file>

<file path=ppt/slideLayouts/_rels/slideLayout25.xml.rels>&#65279;<?xml version="1.0" encoding="utf-8"?><Relationships xmlns="http://schemas.openxmlformats.org/package/2006/relationships"><Relationship Type="http://schemas.openxmlformats.org/officeDocument/2006/relationships/slideMaster" Target="/ppt/slideMasters/slideMaster1.xml" Id="Re91fdb8b18b44f47" /></Relationships>
</file>

<file path=ppt/slideLayouts/_rels/slideLayout26.xml.rels>&#65279;<?xml version="1.0" encoding="utf-8"?><Relationships xmlns="http://schemas.openxmlformats.org/package/2006/relationships"><Relationship Type="http://schemas.openxmlformats.org/officeDocument/2006/relationships/slideMaster" Target="/ppt/slideMasters/slideMaster1.xml" Id="R7de0577e91454d47" /></Relationships>
</file>

<file path=ppt/slideLayouts/_rels/slideLayout27.xml.rels>&#65279;<?xml version="1.0" encoding="utf-8"?><Relationships xmlns="http://schemas.openxmlformats.org/package/2006/relationships"><Relationship Type="http://schemas.openxmlformats.org/officeDocument/2006/relationships/slideMaster" Target="/ppt/slideMasters/slideMaster1.xml" Id="Recf4e87584c240e1" /></Relationships>
</file>

<file path=ppt/slideLayouts/_rels/slideLayout28.xml.rels>&#65279;<?xml version="1.0" encoding="utf-8"?><Relationships xmlns="http://schemas.openxmlformats.org/package/2006/relationships"><Relationship Type="http://schemas.openxmlformats.org/officeDocument/2006/relationships/slideMaster" Target="/ppt/slideMasters/slideMaster1.xml" Id="R29edf3011a724fdd" /></Relationships>
</file>

<file path=ppt/slideLayouts/_rels/slideLayout29.xml.rels>&#65279;<?xml version="1.0" encoding="utf-8"?><Relationships xmlns="http://schemas.openxmlformats.org/package/2006/relationships"><Relationship Type="http://schemas.openxmlformats.org/officeDocument/2006/relationships/slideMaster" Target="/ppt/slideMasters/slideMaster1.xml" Id="Ra53fc50f280e4072" /></Relationships>
</file>

<file path=ppt/slideLayouts/_rels/slideLayout30.xml.rels>&#65279;<?xml version="1.0" encoding="utf-8"?><Relationships xmlns="http://schemas.openxmlformats.org/package/2006/relationships"><Relationship Type="http://schemas.openxmlformats.org/officeDocument/2006/relationships/slideMaster" Target="/ppt/slideMasters/slideMaster1.xml" Id="Re7b884136b0b488b" /></Relationships>
</file>

<file path=ppt/slideLayouts/_rels/slideLayout31.xml.rels>&#65279;<?xml version="1.0" encoding="utf-8"?><Relationships xmlns="http://schemas.openxmlformats.org/package/2006/relationships"><Relationship Type="http://schemas.openxmlformats.org/officeDocument/2006/relationships/slideMaster" Target="/ppt/slideMasters/slideMaster1.xml" Id="R4836291c090a452d" /></Relationships>
</file>

<file path=ppt/slideLayouts/_rels/slideLayout32.xml.rels>&#65279;<?xml version="1.0" encoding="utf-8"?><Relationships xmlns="http://schemas.openxmlformats.org/package/2006/relationships"><Relationship Type="http://schemas.openxmlformats.org/officeDocument/2006/relationships/slideMaster" Target="/ppt/slideMasters/slideMaster1.xml" Id="R59a69b1c981b4dc6" /></Relationships>
</file>

<file path=ppt/slideLayouts/_rels/slideLayout33.xml.rels>&#65279;<?xml version="1.0" encoding="utf-8"?><Relationships xmlns="http://schemas.openxmlformats.org/package/2006/relationships"><Relationship Type="http://schemas.openxmlformats.org/officeDocument/2006/relationships/slideMaster" Target="/ppt/slideMasters/slideMaster1.xml" Id="R9f6a0c1540134a29" /></Relationships>
</file>

<file path=ppt/slideLayouts/_rels/slideLayout34.xml.rels>&#65279;<?xml version="1.0" encoding="utf-8"?><Relationships xmlns="http://schemas.openxmlformats.org/package/2006/relationships"><Relationship Type="http://schemas.openxmlformats.org/officeDocument/2006/relationships/slideMaster" Target="/ppt/slideMasters/slideMaster1.xml" Id="R205aa948dc33430e" /></Relationships>
</file>

<file path=ppt/slideLayouts/_rels/slideLayout35.xml.rels>&#65279;<?xml version="1.0" encoding="utf-8"?><Relationships xmlns="http://schemas.openxmlformats.org/package/2006/relationships"><Relationship Type="http://schemas.openxmlformats.org/officeDocument/2006/relationships/slideMaster" Target="/ppt/slideMasters/slideMaster1.xml" Id="R6532d496570f4a7c" /></Relationships>
</file>

<file path=ppt/slideLayouts/_rels/slideLayout36.xml.rels>&#65279;<?xml version="1.0" encoding="utf-8"?><Relationships xmlns="http://schemas.openxmlformats.org/package/2006/relationships"><Relationship Type="http://schemas.openxmlformats.org/officeDocument/2006/relationships/slideMaster" Target="/ppt/slideMasters/slideMaster1.xml" Id="Ree2c4fff5d6a4ff3" /></Relationships>
</file>

<file path=ppt/slideLayouts/_rels/slideLayout37.xml.rels>&#65279;<?xml version="1.0" encoding="utf-8"?><Relationships xmlns="http://schemas.openxmlformats.org/package/2006/relationships"><Relationship Type="http://schemas.openxmlformats.org/officeDocument/2006/relationships/slideMaster" Target="/ppt/slideMasters/slideMaster1.xml" Id="R279bbec498724c7d" /></Relationships>
</file>

<file path=ppt/slideLayouts/_rels/slideLayout38.xml.rels>&#65279;<?xml version="1.0" encoding="utf-8"?><Relationships xmlns="http://schemas.openxmlformats.org/package/2006/relationships"><Relationship Type="http://schemas.openxmlformats.org/officeDocument/2006/relationships/slideMaster" Target="/ppt/slideMasters/slideMaster1.xml" Id="Rd9dcd6c0a4b6406e" /><Relationship Type="http://schemas.openxmlformats.org/officeDocument/2006/relationships/image" Target="/ppt/media/image3.png" Id="R4a13af8402364706" /></Relationships>
</file>

<file path=ppt/slideLayouts/_rels/slideLayout39.xml.rels>&#65279;<?xml version="1.0" encoding="utf-8"?><Relationships xmlns="http://schemas.openxmlformats.org/package/2006/relationships"><Relationship Type="http://schemas.openxmlformats.org/officeDocument/2006/relationships/slideMaster" Target="/ppt/slideMasters/slideMaster1.xml" Id="Ra87b7b436a0545d6" /></Relationships>
</file>

<file path=ppt/slideLayouts/_rels/slideLayout40.xml.rels>&#65279;<?xml version="1.0" encoding="utf-8"?><Relationships xmlns="http://schemas.openxmlformats.org/package/2006/relationships"><Relationship Type="http://schemas.openxmlformats.org/officeDocument/2006/relationships/slideMaster" Target="/ppt/slideMasters/slideMaster1.xml" Id="Rb522d175d11b4054" /></Relationships>
</file>

<file path=ppt/slideLayouts/_rels/slideLayout41.xml.rels>&#65279;<?xml version="1.0" encoding="utf-8"?><Relationships xmlns="http://schemas.openxmlformats.org/package/2006/relationships"><Relationship Type="http://schemas.openxmlformats.org/officeDocument/2006/relationships/slideMaster" Target="/ppt/slideMasters/slideMaster1.xml" Id="Ra91f860ff20e4d0d" /><Relationship Type="http://schemas.openxmlformats.org/officeDocument/2006/relationships/image" Target="/ppt/media/image3.png" Id="Re53d72f9e058402e" /></Relationships>
</file>

<file path=ppt/slideLayouts/_rels/slideLayout42.xml.rels>&#65279;<?xml version="1.0" encoding="utf-8"?><Relationships xmlns="http://schemas.openxmlformats.org/package/2006/relationships"><Relationship Type="http://schemas.openxmlformats.org/officeDocument/2006/relationships/slideMaster" Target="/ppt/slideMasters/slideMaster1.xml" Id="Rd7d62ac884094add" /><Relationship Type="http://schemas.openxmlformats.org/officeDocument/2006/relationships/image" Target="/ppt/media/image4.png" Id="R711dccb14577411c" /></Relationships>
</file>

<file path=ppt/slideLayouts/_rels/slideLayout43.xml.rels>&#65279;<?xml version="1.0" encoding="utf-8"?><Relationships xmlns="http://schemas.openxmlformats.org/package/2006/relationships"><Relationship Type="http://schemas.openxmlformats.org/officeDocument/2006/relationships/slideMaster" Target="/ppt/slideMasters/slideMaster1.xml" Id="R4d128babac094d7c" /><Relationship Type="http://schemas.openxmlformats.org/officeDocument/2006/relationships/image" Target="/ppt/media/image5.png" Id="R6fc21f51de7c4292" /></Relationships>
</file>

<file path=ppt/slideLayouts/_rels/slideLayout44.xml.rels>&#65279;<?xml version="1.0" encoding="utf-8"?><Relationships xmlns="http://schemas.openxmlformats.org/package/2006/relationships"><Relationship Type="http://schemas.openxmlformats.org/officeDocument/2006/relationships/slideMaster" Target="/ppt/slideMasters/slideMaster1.xml" Id="R8bcd88d740c6426c" /></Relationships>
</file>

<file path=ppt/slideLayouts/_rels/slideLayout45.xml.rels>&#65279;<?xml version="1.0" encoding="utf-8"?><Relationships xmlns="http://schemas.openxmlformats.org/package/2006/relationships"><Relationship Type="http://schemas.openxmlformats.org/officeDocument/2006/relationships/slideMaster" Target="/ppt/slideMasters/slideMaster1.xml" Id="R6d5854e05ec14b4a" /></Relationships>
</file>

<file path=ppt/slideLayouts/_rels/slideLayout46.xml.rels>&#65279;<?xml version="1.0" encoding="utf-8"?><Relationships xmlns="http://schemas.openxmlformats.org/package/2006/relationships"><Relationship Type="http://schemas.openxmlformats.org/officeDocument/2006/relationships/slideMaster" Target="/ppt/slideMasters/slideMaster1.xml" Id="R9056829d69954041" /></Relationships>
</file>

<file path=ppt/slideLayouts/_rels/slideLayout47.xml.rels>&#65279;<?xml version="1.0" encoding="utf-8"?><Relationships xmlns="http://schemas.openxmlformats.org/package/2006/relationships"><Relationship Type="http://schemas.openxmlformats.org/officeDocument/2006/relationships/slideMaster" Target="/ppt/slideMasters/slideMaster1.xml" Id="R3549d8a3489c4677" /></Relationships>
</file>

<file path=ppt/slideLayouts/_rels/slideLayout48.xml.rels>&#65279;<?xml version="1.0" encoding="utf-8"?><Relationships xmlns="http://schemas.openxmlformats.org/package/2006/relationships"><Relationship Type="http://schemas.openxmlformats.org/officeDocument/2006/relationships/slideMaster" Target="/ppt/slideMasters/slideMaster1.xml" Id="Rea47f15ab543474f" /><Relationship Type="http://schemas.openxmlformats.org/officeDocument/2006/relationships/image" Target="/ppt/media/image6.png" Id="R163923178ea045d5" /></Relationships>
</file>

<file path=ppt/slideLayouts/_rels/slideLayout49.xml.rels>&#65279;<?xml version="1.0" encoding="utf-8"?><Relationships xmlns="http://schemas.openxmlformats.org/package/2006/relationships"><Relationship Type="http://schemas.openxmlformats.org/officeDocument/2006/relationships/slideMaster" Target="/ppt/slideMasters/slideMaster1.xml" Id="Rd0348170603f46af" /></Relationships>
</file>

<file path=ppt/slideLayouts/_rels/slideLayout50.xml.rels>&#65279;<?xml version="1.0" encoding="utf-8"?><Relationships xmlns="http://schemas.openxmlformats.org/package/2006/relationships"><Relationship Type="http://schemas.openxmlformats.org/officeDocument/2006/relationships/slideMaster" Target="/ppt/slideMasters/slideMaster1.xml" Id="Re60fa164a50f4170" /><Relationship Type="http://schemas.openxmlformats.org/officeDocument/2006/relationships/image" Target="/ppt/media/image2.png" Id="R6a1f70e92ce14be8" /></Relationships>
</file>

<file path=ppt/slideLayouts/_rels/slideLayout51.xml.rels>&#65279;<?xml version="1.0" encoding="utf-8"?><Relationships xmlns="http://schemas.openxmlformats.org/package/2006/relationships"><Relationship Type="http://schemas.openxmlformats.org/officeDocument/2006/relationships/slideMaster" Target="/ppt/slideMasters/slideMaster1.xml" Id="R1e533dabec184062" /><Relationship Type="http://schemas.openxmlformats.org/officeDocument/2006/relationships/image" Target="/ppt/media/image7.png" Id="R7f4bfa3a8ea54686" /></Relationships>
</file>

<file path=ppt/slideLayouts/_rels/slideLayout52.xml.rels>&#65279;<?xml version="1.0" encoding="utf-8"?><Relationships xmlns="http://schemas.openxmlformats.org/package/2006/relationships"><Relationship Type="http://schemas.openxmlformats.org/officeDocument/2006/relationships/slideMaster" Target="/ppt/slideMasters/slideMaster1.xml" Id="R21ffa0bf214042b0" /></Relationships>
</file>

<file path=ppt/slideLayouts/_rels/slideLayout53.xml.rels>&#65279;<?xml version="1.0" encoding="utf-8"?><Relationships xmlns="http://schemas.openxmlformats.org/package/2006/relationships"><Relationship Type="http://schemas.openxmlformats.org/officeDocument/2006/relationships/slideMaster" Target="/ppt/slideMasters/slideMaster1.xml" Id="Rba1ad4c7a7dd4e6e" /></Relationships>
</file>

<file path=ppt/slideLayouts/_rels/slideLayout54.xml.rels>&#65279;<?xml version="1.0" encoding="utf-8"?><Relationships xmlns="http://schemas.openxmlformats.org/package/2006/relationships"><Relationship Type="http://schemas.openxmlformats.org/officeDocument/2006/relationships/slideMaster" Target="/ppt/slideMasters/slideMaster1.xml" Id="R1239b057cd154e8d" /><Relationship Type="http://schemas.openxmlformats.org/officeDocument/2006/relationships/image" Target="/ppt/media/image2.png" Id="R172a4c3253754a7c" /><Relationship Type="http://schemas.openxmlformats.org/officeDocument/2006/relationships/image" Target="/ppt/media/image.png" Id="Ra1e524ff100e4360" /><Relationship Type="http://schemas.openxmlformats.org/officeDocument/2006/relationships/image" Target="/ppt/media/image.svg" Id="R00a8fbe516d943e2" /></Relationships>
</file>

<file path=ppt/slideLayouts/_rels/slideLayout55.xml.rels>&#65279;<?xml version="1.0" encoding="utf-8"?><Relationships xmlns="http://schemas.openxmlformats.org/package/2006/relationships"><Relationship Type="http://schemas.openxmlformats.org/officeDocument/2006/relationships/slideMaster" Target="/ppt/slideMasters/slideMaster1.xml" Id="R93a389f929184903" /></Relationships>
</file>

<file path=ppt/slideLayouts/_rels/slideLayout56.xml.rels>&#65279;<?xml version="1.0" encoding="utf-8"?><Relationships xmlns="http://schemas.openxmlformats.org/package/2006/relationships"><Relationship Type="http://schemas.openxmlformats.org/officeDocument/2006/relationships/slideMaster" Target="/ppt/slideMasters/slideMaster1.xml" Id="R35bcf9cac06c4882" /></Relationships>
</file>

<file path=ppt/slideLayouts/slideLayout1.xml><?xml version="1.0" encoding="utf-8"?>
<p:sldLayout xmlns:p="http://schemas.openxmlformats.org/presentationml/2006/main" showMasterSp="0" preserve="1" userDrawn="1">
  <p:cSld name="Title Slide 1, Two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0368B8A-B8FA-06EC-E6D8-DF0F60F2EFDC}"/>
              </a:ext>
            </a:extLst>
          </p:cNvPr>
          <p:cNvSpPr>
            <a:spLocks xmlns:a="http://schemas.openxmlformats.org/drawingml/2006/main" noGrp="1"/>
          </p:cNvSpPr>
          <p:nvPr>
            <p:ph type="title" idx="0" hasCustomPrompt="1"/>
          </p:nvPr>
        </p:nvSpPr>
        <p:spPr>
          <a:xfrm xmlns:a="http://schemas.openxmlformats.org/drawingml/2006/main">
            <a:off x="323850" y="1871345"/>
            <a:ext cx="5048063" cy="1555148"/>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512820"/>
            <a:ext cx="5048063" cy="2286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a:lvl1pPr>
          </a:lstStyle>
          <a:p xmlns:a="http://schemas.openxmlformats.org/drawingml/2006/main">
            <a:pPr lvl="0">
              <a:buNone/>
            </a:pPr>
            <a:r>
              <a:t>Subtitle</a:t>
            </a:r>
          </a:p>
        </p:txBody>
      </p:sp>
      <p:sp>
        <p:nvSpPr>
          <p:cNvPr id="13" name="Text Placeholder 12">
            <a:extLst xmlns:a="http://schemas.openxmlformats.org/drawingml/2006/main">
              <a:ext uri="{FF2B5EF4-FFF2-40B4-BE49-F238E27FC236}">
                <a16:creationId xmlns:a16="http://schemas.microsoft.com/office/drawing/2014/main" id="{79E2B63B-5B68-90B7-7A62-17A839591C96}"/>
              </a:ext>
            </a:extLst>
          </p:cNvPr>
          <p:cNvSpPr>
            <a:spLocks xmlns:a="http://schemas.openxmlformats.org/drawingml/2006/main" noGrp="1"/>
          </p:cNvSpPr>
          <p:nvPr>
            <p:ph type="body" idx="16" hasCustomPrompt="1"/>
          </p:nvPr>
        </p:nvSpPr>
        <p:spPr>
          <a:xfrm xmlns:a="http://schemas.openxmlformats.org/drawingml/2006/main">
            <a:off x="323851" y="4061400"/>
            <a:ext cx="5048090" cy="457200"/>
          </a:xfrm>
        </p:spPr>
        <p:txBody>
          <a:bodyPr xmlns:a="http://schemas.openxmlformats.org/drawingml/2006/main" anchor="t"/>
          <a:lstStyle xmlns:a="http://schemas.openxmlformats.org/drawingml/2006/main">
            <a:lvl1pPr marL="0" indent="0">
              <a:spcBef>
                <a:spcPts val="0"/>
              </a:spcBef>
              <a:spcAft>
                <a:spcPts val="0"/>
              </a:spcAft>
              <a:buNone/>
              <a:defRPr sz="1400" kern="1200">
                <a:solidFill>
                  <a:schemeClr val="bg1"/>
                </a:solidFill>
                <a:latin typeface="+mn-lt"/>
                <a:ea typeface="+mn-lt"/>
                <a:cs typeface="+mn-lt"/>
              </a:defRPr>
            </a:lvl1pPr>
          </a:lstStyle>
          <a:p xmlns:a="http://schemas.openxmlformats.org/drawingml/2006/main">
            <a:pPr marL="182880" lvl="0" indent="-182880" algn="l" defTabSz="912276">
              <a:lnSpc>
                <a:spcPct val="100000"/>
              </a:lnSpc>
              <a:spcBef>
                <a:spcPts val="0"/>
              </a:spcBef>
              <a:spcAft>
                <a:spcPts val="0"/>
              </a:spcAft>
              <a:buClr>
                <a:schemeClr val="bg1"/>
              </a:buClr>
              <a:buSzPct val="100000"/>
              <a:buNone/>
            </a:pPr>
            <a:r>
              <a:t>Speaker Name</a:t>
            </a:r>
          </a:p>
          <a:p xmlns:a="http://schemas.openxmlformats.org/drawingml/2006/main">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xmlns:a="http://schemas.openxmlformats.org/drawingml/2006/main">
              <a:ext uri="{FF2B5EF4-FFF2-40B4-BE49-F238E27FC236}">
                <a16:creationId xmlns:a16="http://schemas.microsoft.com/office/drawing/2014/main" id="{80638510-2998-9359-2A51-B0CA834B6203}"/>
              </a:ext>
            </a:extLst>
          </p:cNvPr>
          <p:cNvSpPr>
            <a:spLocks xmlns:a="http://schemas.openxmlformats.org/drawingml/2006/main" noGrp="1"/>
          </p:cNvSpPr>
          <p:nvPr>
            <p:ph type="body" idx="14" hasCustomPrompt="1"/>
          </p:nvPr>
        </p:nvSpPr>
        <p:spPr>
          <a:xfrm xmlns:a="http://schemas.openxmlformats.org/drawingml/2006/main">
            <a:off x="323850" y="4676458"/>
            <a:ext cx="5047270" cy="459455"/>
          </a:xfrm>
          <a:prstGeom xmlns:a="http://schemas.openxmlformats.org/drawingml/2006/main" prst="rect">
            <a:avLst/>
          </a:prstGeom>
          <a:noFill xmlns:a="http://schemas.openxmlformats.org/drawingml/2006/main"/>
        </p:spPr>
        <p:txBody>
          <a:bodyPr xmlns:a="http://schemas.openxmlformats.org/drawingml/2006/main" anchor="t"/>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4643" y="6360518"/>
            <a:ext cx="3906838" cy="497482"/>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lgn="l">
              <a:buNone/>
              <a:defRPr sz="1400">
                <a:solidFill>
                  <a:schemeClr val="bg2"/>
                </a:solidFill>
              </a:defRPr>
            </a:lvl1pPr>
          </a:lstStyle>
          <a:p xmlns:a="http://schemas.openxmlformats.org/drawingml/2006/main">
            <a:pPr lvl="0">
              <a:buNone/>
            </a:pPr>
            <a:r>
              <a:t>Date</a:t>
            </a:r>
          </a:p>
        </p:txBody>
      </p:sp>
      <p:sp>
        <p:nvSpPr>
          <p:cNvPr id="23" name="Graphic 21">
            <a:extLst xmlns:a="http://schemas.openxmlformats.org/drawingml/2006/main">
              <a:ext uri="{FF2B5EF4-FFF2-40B4-BE49-F238E27FC236}">
                <a16:creationId xmlns:a16="http://schemas.microsoft.com/office/drawing/2014/main" id="{0B51E088-9CCC-0F69-112A-CEC9A65FADC5}"/>
              </a:ext>
            </a:extLst>
          </p:cNvPr>
          <p:cNvSpPr>
            <a:spLocks xmlns:a="http://schemas.openxmlformats.org/drawingml/2006/main" noGrp="1"/>
          </p:cNvSpPr>
          <p:nvPr/>
        </p:nvSpPr>
        <p:spPr>
          <a:xfrm xmlns:a="http://schemas.openxmlformats.org/drawingml/2006/main">
            <a:off x="6107248" y="781243"/>
            <a:ext cx="5303520" cy="5303520"/>
          </a:xfrm>
          <a:custGeom xmlns:a="http://schemas.openxmlformats.org/drawingml/2006/main">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xmlns:a="http://schemas.openxmlformats.org/drawingml/2006/main">
            <a:schemeClr val="tx1"/>
          </a:solidFill>
          <a:ln xmlns:a="http://schemas.openxmlformats.org/drawingml/2006/mai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xmlns:a="http://schemas.openxmlformats.org/drawingml/2006/main" anchor="ctr"/>
          <a:lstStyle xmlns:a="http://schemas.openxmlformats.org/drawingml/2006/main"/>
          <a:p xmlns:a="http://schemas.openxmlformats.org/drawingml/2006/main">
            <a:endParaRPr/>
          </a:p>
        </p:txBody>
      </p:sp>
      <p:pic>
        <p:nvPicPr>
          <p:cNvPr id="31" name="Picture 7"/>
          <p:cNvPicPr>
            <a:picLocks xmlns:a="http://schemas.openxmlformats.org/drawingml/2006/main" noChangeAspect="1"/>
          </p:cNvPicPr>
          <p:nvPr/>
        </p:nvPicPr>
        <p:blipFill>
          <a:blip xmlns:r="http://schemas.openxmlformats.org/officeDocument/2006/relationships" xmlns:a="http://schemas.openxmlformats.org/drawingml/2006/main" r:embed="R5b3befea24494b05">
            <a:extLst>
              <a:ext uri="{96DAC541-7B7A-43D3-8B79-37D633B846F1}">
                <asvg:svgBlip xmlns:asvg="http://schemas.microsoft.com/office/drawing/2016/SVG/main" r:embed="Rce091d681faf4da5"/>
              </a:ext>
            </a:extLst>
          </a:blip>
          <a:srcRect xmlns:a="http://schemas.openxmlformats.org/drawingml/2006/main" l="0" t="0" r="0" b="0"/>
          <a:stretch xmlns:a="http://schemas.openxmlformats.org/drawingml/2006/main"/>
        </p:blipFill>
        <p:spPr>
          <a:xfrm xmlns:a="http://schemas.openxmlformats.org/drawingml/2006/main">
            <a:off x="8281171" y="3181936"/>
            <a:ext cx="955675" cy="502135"/>
          </a:xfrm>
          <a:prstGeom xmlns:a="http://schemas.openxmlformats.org/drawingml/2006/main" prst="rect">
            <a:avLst/>
          </a:prstGeom>
        </p:spPr>
      </p:pic>
    </p:spTree>
  </p:cSld>
</p:sldLayout>
</file>

<file path=ppt/slideLayouts/slideLayout2.xml><?xml version="1.0" encoding="utf-8"?>
<p:sldLayout xmlns:p="http://schemas.openxmlformats.org/presentationml/2006/main" showMasterSp="0" preserve="1" userDrawn="1">
  <p:cSld name="Title Slide 2, Two Speakers">
    <p:bg>
      <p:bgPr>
        <a:blipFill xmlns:a="http://schemas.openxmlformats.org/drawingml/2006/main" rotWithShape="1">
          <a:blip xmlns:r="http://schemas.openxmlformats.org/officeDocument/2006/relationships" r:embed="R1c2b1e3e19664426">
            <a:lum/>
          </a:blip>
          <a:srcRect l="0" t="0" r="0" b="0"/>
          <a:stretch>
            <a:fillRect l="0" t="0" r="0" b="0"/>
          </a:stretch>
        </a:blip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AEFAB65E-774E-7C2F-9733-CE6410F8652F}"/>
              </a:ext>
            </a:extLst>
          </p:cNvPr>
          <p:cNvSpPr>
            <a:spLocks xmlns:a="http://schemas.openxmlformats.org/drawingml/2006/main" noGrp="1"/>
          </p:cNvSpPr>
          <p:nvPr/>
        </p:nvSpPr>
        <p:spPr>
          <a:xfrm xmlns:a="http://schemas.openxmlformats.org/drawingml/2006/main">
            <a:off x="0" y="1260471"/>
            <a:ext cx="10888663" cy="435134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18122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82746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436086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pic>
        <p:nvPicPr>
          <p:cNvPr id="19" name="Picture 7"/>
          <p:cNvPicPr>
            <a:picLocks xmlns:a="http://schemas.openxmlformats.org/drawingml/2006/main" noChangeAspect="1"/>
          </p:cNvPicPr>
          <p:nvPr/>
        </p:nvPicPr>
        <p:blipFill>
          <a:blip xmlns:r="http://schemas.openxmlformats.org/officeDocument/2006/relationships" xmlns:a="http://schemas.openxmlformats.org/drawingml/2006/main" r:embed="Rd0fc1435e0a44a41">
            <a:extLst>
              <a:ext uri="{96DAC541-7B7A-43D3-8B79-37D633B846F1}">
                <asvg:svgBlip xmlns:asvg="http://schemas.microsoft.com/office/drawing/2016/SVG/main" r:embed="R8ebf98084ff84592"/>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3.xml><?xml version="1.0" encoding="utf-8"?>
<p:sldLayout xmlns:p="http://schemas.openxmlformats.org/presentationml/2006/main" showMasterSp="0" preserve="1" userDrawn="1">
  <p:cSld name="Title Slide 1, Four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0368B8A-B8FA-06EC-E6D8-DF0F60F2EFDC}"/>
              </a:ext>
            </a:extLst>
          </p:cNvPr>
          <p:cNvSpPr>
            <a:spLocks xmlns:a="http://schemas.openxmlformats.org/drawingml/2006/main" noGrp="1"/>
          </p:cNvSpPr>
          <p:nvPr>
            <p:ph type="title" idx="0" hasCustomPrompt="1"/>
          </p:nvPr>
        </p:nvSpPr>
        <p:spPr>
          <a:xfrm xmlns:a="http://schemas.openxmlformats.org/drawingml/2006/main">
            <a:off x="323850" y="1244600"/>
            <a:ext cx="5048063" cy="1555148"/>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2886075"/>
            <a:ext cx="5048063" cy="2286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a:lvl1pPr>
          </a:lstStyle>
          <a:p xmlns:a="http://schemas.openxmlformats.org/drawingml/2006/main">
            <a:pPr lvl="0">
              <a:buNone/>
            </a:pPr>
            <a:r>
              <a:t>Subtitle</a:t>
            </a:r>
          </a:p>
        </p:txBody>
      </p:sp>
      <p:sp>
        <p:nvSpPr>
          <p:cNvPr id="13" name="Text Placeholder 12">
            <a:extLst xmlns:a="http://schemas.openxmlformats.org/drawingml/2006/main">
              <a:ext uri="{FF2B5EF4-FFF2-40B4-BE49-F238E27FC236}">
                <a16:creationId xmlns:a16="http://schemas.microsoft.com/office/drawing/2014/main" id="{79E2B63B-5B68-90B7-7A62-17A839591C96}"/>
              </a:ext>
            </a:extLst>
          </p:cNvPr>
          <p:cNvSpPr>
            <a:spLocks xmlns:a="http://schemas.openxmlformats.org/drawingml/2006/main" noGrp="1"/>
          </p:cNvSpPr>
          <p:nvPr>
            <p:ph type="body" idx="16" hasCustomPrompt="1"/>
          </p:nvPr>
        </p:nvSpPr>
        <p:spPr>
          <a:xfrm xmlns:a="http://schemas.openxmlformats.org/drawingml/2006/main">
            <a:off x="323851" y="3428789"/>
            <a:ext cx="5048090" cy="457200"/>
          </a:xfrm>
        </p:spPr>
        <p:txBody>
          <a:bodyPr xmlns:a="http://schemas.openxmlformats.org/drawingml/2006/main" anchor="b"/>
          <a:lstStyle xmlns:a="http://schemas.openxmlformats.org/drawingml/2006/main">
            <a:lvl1pPr marL="0" indent="0">
              <a:spcBef>
                <a:spcPts val="0"/>
              </a:spcBef>
              <a:spcAft>
                <a:spcPts val="0"/>
              </a:spcAft>
              <a:buNone/>
              <a:defRPr sz="1400" kern="1200">
                <a:solidFill>
                  <a:schemeClr val="bg1"/>
                </a:solidFill>
                <a:latin typeface="+mn-lt"/>
                <a:ea typeface="+mn-lt"/>
                <a:cs typeface="+mn-lt"/>
              </a:defRPr>
            </a:lvl1pPr>
          </a:lstStyle>
          <a:p xmlns:a="http://schemas.openxmlformats.org/drawingml/2006/main">
            <a:pPr marL="182880" lvl="0" indent="-182880" algn="l" defTabSz="912276">
              <a:lnSpc>
                <a:spcPct val="100000"/>
              </a:lnSpc>
              <a:spcBef>
                <a:spcPts val="0"/>
              </a:spcBef>
              <a:spcAft>
                <a:spcPts val="0"/>
              </a:spcAft>
              <a:buClr>
                <a:schemeClr val="bg1"/>
              </a:buClr>
              <a:buSzPct val="100000"/>
              <a:buNone/>
            </a:pPr>
            <a:r>
              <a:t>Speaker Name</a:t>
            </a:r>
          </a:p>
          <a:p xmlns:a="http://schemas.openxmlformats.org/drawingml/2006/main">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xmlns:a="http://schemas.openxmlformats.org/drawingml/2006/main">
              <a:ext uri="{FF2B5EF4-FFF2-40B4-BE49-F238E27FC236}">
                <a16:creationId xmlns:a16="http://schemas.microsoft.com/office/drawing/2014/main" id="{80638510-2998-9359-2A51-B0CA834B6203}"/>
              </a:ext>
            </a:extLst>
          </p:cNvPr>
          <p:cNvSpPr>
            <a:spLocks xmlns:a="http://schemas.openxmlformats.org/drawingml/2006/main" noGrp="1"/>
          </p:cNvSpPr>
          <p:nvPr>
            <p:ph type="body" idx="14" hasCustomPrompt="1"/>
          </p:nvPr>
        </p:nvSpPr>
        <p:spPr>
          <a:xfrm xmlns:a="http://schemas.openxmlformats.org/drawingml/2006/main">
            <a:off x="323850" y="4051300"/>
            <a:ext cx="5047270" cy="459455"/>
          </a:xfrm>
          <a:prstGeom xmlns:a="http://schemas.openxmlformats.org/drawingml/2006/main" prst="rect">
            <a:avLst/>
          </a:prstGeom>
          <a:noFill xmlns:a="http://schemas.openxmlformats.org/drawingml/2006/main"/>
        </p:spPr>
        <p:txBody>
          <a:bodyPr xmlns:a="http://schemas.openxmlformats.org/drawingml/2006/main" anchor="b"/>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5" name="Text Placeholder 4">
            <a:extLst xmlns:a="http://schemas.openxmlformats.org/drawingml/2006/main">
              <a:ext uri="{FF2B5EF4-FFF2-40B4-BE49-F238E27FC236}">
                <a16:creationId xmlns:a16="http://schemas.microsoft.com/office/drawing/2014/main" id="{1C0E61D1-59EB-7A86-0D12-9388193F45D9}"/>
              </a:ext>
            </a:extLst>
          </p:cNvPr>
          <p:cNvSpPr>
            <a:spLocks xmlns:a="http://schemas.openxmlformats.org/drawingml/2006/main" noGrp="1"/>
          </p:cNvSpPr>
          <p:nvPr>
            <p:ph type="body" idx="17" hasCustomPrompt="1"/>
          </p:nvPr>
        </p:nvSpPr>
        <p:spPr>
          <a:xfrm xmlns:a="http://schemas.openxmlformats.org/drawingml/2006/main">
            <a:off x="323849" y="4681134"/>
            <a:ext cx="5046663" cy="457200"/>
          </a:xfrm>
        </p:spPr>
        <p:txBody>
          <a:bodyPr xmlns:a="http://schemas.openxmlformats.org/drawingml/2006/main" anchor="b"/>
          <a:lstStyle xmlns:a="http://schemas.openxmlformats.org/drawingml/2006/main">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xmlns:a="http://schemas.openxmlformats.org/drawingml/2006/main">
            <a:pPr marL="0" lvl="0" indent="0" algn="l" defTabSz="912276">
              <a:lnSpc>
                <a:spcPct val="100000"/>
              </a:lnSpc>
              <a:spcBef>
                <a:spcPts val="0"/>
              </a:spcBef>
              <a:spcAft>
                <a:spcPts val="0"/>
              </a:spcAft>
              <a:buClr>
                <a:schemeClr val="bg1"/>
              </a:buClr>
              <a:buSzPct val="100000"/>
              <a:buFont typeface="Arial"/>
              <a:buNone/>
            </a:pPr>
            <a:r>
              <a:t>Speaker Name</a:t>
            </a:r>
          </a:p>
          <a:p xmlns:a="http://schemas.openxmlformats.org/drawingml/2006/main">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xmlns:a="http://schemas.openxmlformats.org/drawingml/2006/main">
              <a:ext uri="{FF2B5EF4-FFF2-40B4-BE49-F238E27FC236}">
                <a16:creationId xmlns:a16="http://schemas.microsoft.com/office/drawing/2014/main" id="{D175C0FC-DD02-0704-8A17-1B3037F861D2}"/>
              </a:ext>
            </a:extLst>
          </p:cNvPr>
          <p:cNvSpPr>
            <a:spLocks xmlns:a="http://schemas.openxmlformats.org/drawingml/2006/main" noGrp="1"/>
          </p:cNvSpPr>
          <p:nvPr>
            <p:ph type="body" idx="18" hasCustomPrompt="1"/>
          </p:nvPr>
        </p:nvSpPr>
        <p:spPr>
          <a:xfrm xmlns:a="http://schemas.openxmlformats.org/drawingml/2006/main">
            <a:off x="323848" y="5306439"/>
            <a:ext cx="5046663" cy="457200"/>
          </a:xfrm>
        </p:spPr>
        <p:txBody>
          <a:bodyPr xmlns:a="http://schemas.openxmlformats.org/drawingml/2006/main" anchor="b"/>
          <a:lstStyle xmlns:a="http://schemas.openxmlformats.org/drawingml/2006/main">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4643" y="6360518"/>
            <a:ext cx="3906838" cy="497482"/>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lgn="l">
              <a:buNone/>
              <a:defRPr sz="1400">
                <a:solidFill>
                  <a:schemeClr val="bg2"/>
                </a:solidFill>
              </a:defRPr>
            </a:lvl1pPr>
          </a:lstStyle>
          <a:p xmlns:a="http://schemas.openxmlformats.org/drawingml/2006/main">
            <a:pPr lvl="0">
              <a:buNone/>
            </a:pPr>
            <a:r>
              <a:t>Date</a:t>
            </a:r>
          </a:p>
        </p:txBody>
      </p:sp>
      <p:sp>
        <p:nvSpPr>
          <p:cNvPr id="23" name="Graphic 21">
            <a:extLst xmlns:a="http://schemas.openxmlformats.org/drawingml/2006/main">
              <a:ext uri="{FF2B5EF4-FFF2-40B4-BE49-F238E27FC236}">
                <a16:creationId xmlns:a16="http://schemas.microsoft.com/office/drawing/2014/main" id="{0B51E088-9CCC-0F69-112A-CEC9A65FADC5}"/>
              </a:ext>
            </a:extLst>
          </p:cNvPr>
          <p:cNvSpPr>
            <a:spLocks xmlns:a="http://schemas.openxmlformats.org/drawingml/2006/main" noGrp="1"/>
          </p:cNvSpPr>
          <p:nvPr/>
        </p:nvSpPr>
        <p:spPr>
          <a:xfrm xmlns:a="http://schemas.openxmlformats.org/drawingml/2006/main">
            <a:off x="6107248" y="781243"/>
            <a:ext cx="5303520" cy="5303520"/>
          </a:xfrm>
          <a:custGeom xmlns:a="http://schemas.openxmlformats.org/drawingml/2006/main">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xmlns:a="http://schemas.openxmlformats.org/drawingml/2006/main">
            <a:schemeClr val="tx1"/>
          </a:solidFill>
          <a:ln xmlns:a="http://schemas.openxmlformats.org/drawingml/2006/mai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xmlns:a="http://schemas.openxmlformats.org/drawingml/2006/main" anchor="ctr"/>
          <a:lstStyle xmlns:a="http://schemas.openxmlformats.org/drawingml/2006/main"/>
          <a:p xmlns:a="http://schemas.openxmlformats.org/drawingml/2006/main">
            <a:pPr lvl="0">
              <a:buNone/>
            </a:pPr>
            <a:endParaRPr/>
          </a:p>
        </p:txBody>
      </p:sp>
      <p:pic>
        <p:nvPicPr>
          <p:cNvPr id="33" name="Picture 7"/>
          <p:cNvPicPr>
            <a:picLocks xmlns:a="http://schemas.openxmlformats.org/drawingml/2006/main" noChangeAspect="1"/>
          </p:cNvPicPr>
          <p:nvPr/>
        </p:nvPicPr>
        <p:blipFill>
          <a:blip xmlns:r="http://schemas.openxmlformats.org/officeDocument/2006/relationships" xmlns:a="http://schemas.openxmlformats.org/drawingml/2006/main" r:embed="R065ffeeda8d344cc">
            <a:extLst>
              <a:ext uri="{96DAC541-7B7A-43D3-8B79-37D633B846F1}">
                <asvg:svgBlip xmlns:asvg="http://schemas.microsoft.com/office/drawing/2016/SVG/main" r:embed="Ra528d831bb7f45c4"/>
              </a:ext>
            </a:extLst>
          </a:blip>
          <a:srcRect xmlns:a="http://schemas.openxmlformats.org/drawingml/2006/main" l="0" t="0" r="0" b="0"/>
          <a:stretch xmlns:a="http://schemas.openxmlformats.org/drawingml/2006/main"/>
        </p:blipFill>
        <p:spPr>
          <a:xfrm xmlns:a="http://schemas.openxmlformats.org/drawingml/2006/main">
            <a:off x="8281171" y="3181936"/>
            <a:ext cx="955675" cy="502135"/>
          </a:xfrm>
          <a:prstGeom xmlns:a="http://schemas.openxmlformats.org/drawingml/2006/main" prst="rect">
            <a:avLst/>
          </a:prstGeom>
        </p:spPr>
      </p:pic>
    </p:spTree>
  </p:cSld>
</p:sldLayout>
</file>

<file path=ppt/slideLayouts/slideLayout4.xml><?xml version="1.0" encoding="utf-8"?>
<p:sldLayout xmlns:p="http://schemas.openxmlformats.org/presentationml/2006/main" showMasterSp="0" preserve="1" userDrawn="1">
  <p:cSld name="Title Slide 2, Four Speakers">
    <p:bg>
      <p:bgPr>
        <a:blipFill xmlns:a="http://schemas.openxmlformats.org/drawingml/2006/main" rotWithShape="1">
          <a:blip xmlns:r="http://schemas.openxmlformats.org/officeDocument/2006/relationships" r:embed="Ra5fa5fd207c745f5">
            <a:lum/>
          </a:blip>
          <a:srcRect l="0" t="0" r="0" b="0"/>
          <a:stretch>
            <a:fillRect l="0" t="0" r="0" b="0"/>
          </a:stretch>
        </a:blip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AEFAB65E-774E-7C2F-9733-CE6410F8652F}"/>
              </a:ext>
            </a:extLst>
          </p:cNvPr>
          <p:cNvSpPr>
            <a:spLocks xmlns:a="http://schemas.openxmlformats.org/drawingml/2006/main" noGrp="1"/>
          </p:cNvSpPr>
          <p:nvPr/>
        </p:nvSpPr>
        <p:spPr>
          <a:xfrm xmlns:a="http://schemas.openxmlformats.org/drawingml/2006/main">
            <a:off x="0" y="1260471"/>
            <a:ext cx="10888663" cy="435134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pic>
        <p:nvPicPr>
          <p:cNvPr id="21" name="Picture 7"/>
          <p:cNvPicPr>
            <a:picLocks xmlns:a="http://schemas.openxmlformats.org/drawingml/2006/main" noChangeAspect="1"/>
          </p:cNvPicPr>
          <p:nvPr/>
        </p:nvPicPr>
        <p:blipFill>
          <a:blip xmlns:r="http://schemas.openxmlformats.org/officeDocument/2006/relationships" xmlns:a="http://schemas.openxmlformats.org/drawingml/2006/main" r:embed="R8d88425df03c4318">
            <a:extLst>
              <a:ext uri="{96DAC541-7B7A-43D3-8B79-37D633B846F1}">
                <asvg:svgBlip xmlns:asvg="http://schemas.microsoft.com/office/drawing/2016/SVG/main" r:embed="R16640490467d42a3"/>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5.xml><?xml version="1.0" encoding="utf-8"?>
<p:sldLayout xmlns:p="http://schemas.openxmlformats.org/presentationml/2006/main" showMasterSp="0" preserve="1" userDrawn="1">
  <p:cSld name="Title Slide 3, Four Speakers">
    <p:bg>
      <p:bgPr>
        <a:solidFill xmlns:a="http://schemas.openxmlformats.org/drawingml/2006/main">
          <a:schemeClr val="tx1"/>
        </a:solidFill>
      </p:bgPr>
    </p:bg>
    <p:spTree>
      <p:nvGrpSpPr>
        <p:cNvPr id="1" name=""/>
        <p:cNvGrpSpPr/>
        <p:nvPr/>
      </p:nvGrpSpPr>
      <p:grpSpPr>
        <a:xfrm xmlns:a="http://schemas.openxmlformats.org/drawingml/2006/main"/>
      </p:grpSpPr>
      <p:pic>
        <p:nvPicPr>
          <p:cNvPr id="15" name="Picture 7"/>
          <p:cNvPicPr>
            <a:picLocks xmlns:a="http://schemas.openxmlformats.org/drawingml/2006/main" noChangeAspect="1"/>
          </p:cNvPicPr>
          <p:nvPr/>
        </p:nvPicPr>
        <p:blipFill>
          <a:blip xmlns:r="http://schemas.openxmlformats.org/officeDocument/2006/relationships" xmlns:a="http://schemas.openxmlformats.org/drawingml/2006/main" r:embed="Rf10eae70c8a346e4">
            <a:extLst>
              <a:ext uri="{96DAC541-7B7A-43D3-8B79-37D633B846F1}">
                <asvg:svgBlip xmlns:asvg="http://schemas.microsoft.com/office/drawing/2016/SVG/main" r:embed="R258026de41734353"/>
              </a:ext>
            </a:extLst>
          </a:blip>
          <a:srcRect xmlns:a="http://schemas.openxmlformats.org/drawingml/2006/main" l="0" t="0" r="0" b="0"/>
          <a:stretch xmlns:a="http://schemas.openxmlformats.org/drawingml/2006/main"/>
        </p:blipFill>
        <p:spPr>
          <a:xfrm xmlns:a="http://schemas.openxmlformats.org/drawingml/2006/main">
            <a:off x="323850" y="320675"/>
            <a:ext cx="792163" cy="416221"/>
          </a:xfrm>
          <a:prstGeom xmlns:a="http://schemas.openxmlformats.org/drawingml/2006/main" prst="rect">
            <a:avLst/>
          </a:prstGeom>
        </p:spPr>
      </p:pic>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492374"/>
            <a:ext cx="10167938" cy="1243019"/>
          </a:xfrm>
        </p:spPr>
        <p:txBody>
          <a:bodyPr xmlns:a="http://schemas.openxmlformats.org/drawingml/2006/main" anchor="b"/>
          <a:lstStyle xmlns:a="http://schemas.openxmlformats.org/drawingml/2006/main">
            <a:lvl1pPr>
              <a:buNone/>
              <a:defRPr sz="3600">
                <a:solidFill>
                  <a:schemeClr val="bg1"/>
                </a:solidFill>
              </a:defRPr>
            </a:lvl1pPr>
          </a:lstStyle>
          <a:p xmlns:a="http://schemas.openxmlformats.org/drawingml/2006/main">
            <a:r>
              <a:t>Presentation Slide Title Layout 3</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49" y="3827463"/>
            <a:ext cx="1016793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7" name="Text Placeholder 6">
            <a:extLst xmlns:a="http://schemas.openxmlformats.org/drawingml/2006/main">
              <a:ext uri="{FF2B5EF4-FFF2-40B4-BE49-F238E27FC236}">
                <a16:creationId xmlns:a16="http://schemas.microsoft.com/office/drawing/2014/main" id="{872EFECA-80DB-74BA-813F-3952A15A5022}"/>
              </a:ext>
            </a:extLst>
          </p:cNvPr>
          <p:cNvSpPr>
            <a:spLocks xmlns:a="http://schemas.openxmlformats.org/drawingml/2006/main" noGrp="1"/>
          </p:cNvSpPr>
          <p:nvPr>
            <p:ph type="body" idx="15" hasCustomPrompt="1"/>
          </p:nvPr>
        </p:nvSpPr>
        <p:spPr>
          <a:xfrm xmlns:a="http://schemas.openxmlformats.org/drawingml/2006/main">
            <a:off x="4230688" y="4360863"/>
            <a:ext cx="4886325" cy="457200"/>
          </a:xfrm>
        </p:spPr>
        <p:txBody>
          <a:bodyPr xmlns:a="http://schemas.openxmlformats.org/drawingml/2006/main"/>
          <a:lstStyle xmlns:a="http://schemas.openxmlformats.org/drawingml/2006/main">
            <a:lvl1pPr marL="0" indent="0">
              <a:spcAft>
                <a:spcPts val="0"/>
              </a:spcAft>
              <a:buNone/>
              <a:defRPr sz="1400"/>
            </a:lvl1pPr>
            <a:lvl2pPr>
              <a:buNone/>
              <a:defRPr sz="1400"/>
            </a:lvl2pPr>
            <a:lvl3pPr>
              <a:buNone/>
              <a:defRPr sz="1200"/>
            </a:lvl3pPr>
            <a:lvl4pPr>
              <a:buNone/>
              <a:defRPr sz="1100"/>
            </a:lvl4pPr>
            <a:lvl5pPr>
              <a:buNone/>
              <a:defRPr sz="105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323850" y="4990779"/>
            <a:ext cx="3725863"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13" name="Text Placeholder 12">
            <a:extLst xmlns:a="http://schemas.openxmlformats.org/drawingml/2006/main">
              <a:ext uri="{FF2B5EF4-FFF2-40B4-BE49-F238E27FC236}">
                <a16:creationId xmlns:a16="http://schemas.microsoft.com/office/drawing/2014/main" id="{2BBB47F0-F6D2-5FD5-1C2D-8963A9B280F8}"/>
              </a:ext>
            </a:extLst>
          </p:cNvPr>
          <p:cNvSpPr>
            <a:spLocks xmlns:a="http://schemas.openxmlformats.org/drawingml/2006/main" noGrp="1"/>
          </p:cNvSpPr>
          <p:nvPr>
            <p:ph type="body" idx="16" hasCustomPrompt="1"/>
          </p:nvPr>
        </p:nvSpPr>
        <p:spPr>
          <a:xfrm xmlns:a="http://schemas.openxmlformats.org/drawingml/2006/main">
            <a:off x="4230688" y="4990779"/>
            <a:ext cx="4886325" cy="457200"/>
          </a:xfrm>
        </p:spPr>
        <p:txBody>
          <a:bodyPr xmlns:a="http://schemas.openxmlformats.org/drawingml/2006/main"/>
          <a:lstStyle xmlns:a="http://schemas.openxmlformats.org/drawingml/2006/main">
            <a:lvl1pPr marL="0" indent="0">
              <a:spcAft>
                <a:spcPts val="0"/>
              </a:spcAft>
              <a:buNone/>
              <a:defRPr sz="1400"/>
            </a:lvl1pPr>
            <a:lvl2pPr>
              <a:buNone/>
              <a:defRPr sz="1400"/>
            </a:lvl2pPr>
            <a:lvl3pPr>
              <a:buNone/>
              <a:defRPr sz="1200"/>
            </a:lvl3pPr>
            <a:lvl4pPr>
              <a:buNone/>
              <a:defRPr sz="1100"/>
            </a:lvl4pPr>
            <a:lvl5pPr>
              <a:buNone/>
              <a:defRPr sz="105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6.xml><?xml version="1.0" encoding="utf-8"?>
<p:sldLayout xmlns:p="http://schemas.openxmlformats.org/presentationml/2006/main" showMasterSp="0" preserve="1" userDrawn="1">
  <p:cSld name="Event Only Title Slide 1, Two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18122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82746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436086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7.xml><?xml version="1.0" encoding="utf-8"?>
<p:sldLayout xmlns:p="http://schemas.openxmlformats.org/presentationml/2006/main" showMasterSp="0" preserve="1" userDrawn="1">
  <p:cSld name="Event Only Title Slide 2, Four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8.xml><?xml version="1.0" encoding="utf-8"?>
<p:sldLayout xmlns:p="http://schemas.openxmlformats.org/presentationml/2006/main" showMasterSp="0" preserve="1" userDrawn="1">
  <p:cSld name="Event Only Title Slide 3, Six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7" name="Text Placeholder 5">
            <a:extLst xmlns:a="http://schemas.openxmlformats.org/drawingml/2006/main">
              <a:ext uri="{FF2B5EF4-FFF2-40B4-BE49-F238E27FC236}">
                <a16:creationId xmlns:a16="http://schemas.microsoft.com/office/drawing/2014/main" id="{B989D1F9-5949-EAFF-931D-8121D6A66AA8}"/>
              </a:ext>
            </a:extLst>
          </p:cNvPr>
          <p:cNvSpPr>
            <a:spLocks xmlns:a="http://schemas.openxmlformats.org/drawingml/2006/main" noGrp="1"/>
          </p:cNvSpPr>
          <p:nvPr>
            <p:ph type="body" idx="17" hasCustomPrompt="1"/>
          </p:nvPr>
        </p:nvSpPr>
        <p:spPr>
          <a:xfrm xmlns:a="http://schemas.openxmlformats.org/drawingml/2006/main">
            <a:off x="323850" y="4986338"/>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8" name="Text Placeholder 9">
            <a:extLst xmlns:a="http://schemas.openxmlformats.org/drawingml/2006/main">
              <a:ext uri="{FF2B5EF4-FFF2-40B4-BE49-F238E27FC236}">
                <a16:creationId xmlns:a16="http://schemas.microsoft.com/office/drawing/2014/main" id="{3D1ACE7D-3D09-2D50-1C06-DBAD3893A921}"/>
              </a:ext>
            </a:extLst>
          </p:cNvPr>
          <p:cNvSpPr>
            <a:spLocks xmlns:a="http://schemas.openxmlformats.org/drawingml/2006/main" noGrp="1"/>
          </p:cNvSpPr>
          <p:nvPr>
            <p:ph type="body" idx="18" hasCustomPrompt="1"/>
          </p:nvPr>
        </p:nvSpPr>
        <p:spPr>
          <a:xfrm xmlns:a="http://schemas.openxmlformats.org/drawingml/2006/main">
            <a:off x="4230687" y="4986338"/>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Tree>
  </p:cSld>
</p:sldLayout>
</file>

<file path=ppt/slideLayouts/slideLayout9.xml><?xml version="1.0" encoding="utf-8"?>
<p:sldLayout xmlns:p="http://schemas.openxmlformats.org/presentationml/2006/main" preserve="1" userDrawn="1">
  <p:cSld name="Agenda 1">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E637F1A5-67B6-4A78-7FA7-0860E1B6F9B0}"/>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2" name="Slide Number Placeholder 1">
            <a:extLst xmlns:a="http://schemas.openxmlformats.org/drawingml/2006/main">
              <a:ext uri="{FF2B5EF4-FFF2-40B4-BE49-F238E27FC236}">
                <a16:creationId xmlns:a16="http://schemas.microsoft.com/office/drawing/2014/main" id="{FB200302-2202-F22C-D162-871BF904F46C}"/>
              </a:ext>
            </a:extLst>
          </p:cNvPr>
          <p:cNvSpPr>
            <a:spLocks xmlns:a="http://schemas.openxmlformats.org/drawingml/2006/main" noGrp="1"/>
          </p:cNvSpPr>
          <p:nvPr>
            <p:ph type="sldNum" idx="19"/>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0.xml><?xml version="1.0" encoding="utf-8"?>
<p:sldLayout xmlns:p="http://schemas.openxmlformats.org/presentationml/2006/main" preserve="1" userDrawn="1">
  <p:cSld name="Title Onl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1.xml><?xml version="1.0" encoding="utf-8"?>
<p:sldLayout xmlns:p="http://schemas.openxmlformats.org/presentationml/2006/main" preserve="1" userDrawn="1">
  <p:cSld name="Title, Subtitle Only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2.xml><?xml version="1.0" encoding="utf-8"?>
<p:sldLayout xmlns:p="http://schemas.openxmlformats.org/presentationml/2006/main" preserve="1" userDrawn="1">
  <p:cSld name="1/2 Slide Title, Top Subheading">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AEFB629D-1461-3E6E-194F-1E2781C58CDE}"/>
              </a:ext>
            </a:extLst>
          </p:cNvPr>
          <p:cNvSpPr>
            <a:spLocks xmlns:a="http://schemas.openxmlformats.org/drawingml/2006/main" noGrp="1"/>
          </p:cNvSpPr>
          <p:nvPr>
            <p:ph type="title" idx="0"/>
          </p:nvPr>
        </p:nvSpPr>
        <p:spPr>
          <a:xfrm xmlns:a="http://schemas.openxmlformats.org/drawingml/2006/main">
            <a:off x="323850" y="298146"/>
            <a:ext cx="4703763" cy="946454"/>
          </a:xfrm>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3402D1E1-C16C-597A-29F4-4F0B59039571}"/>
              </a:ext>
            </a:extLst>
          </p:cNvPr>
          <p:cNvSpPr>
            <a:spLocks xmlns:a="http://schemas.openxmlformats.org/drawingml/2006/main" noGrp="1"/>
          </p:cNvSpPr>
          <p:nvPr>
            <p:ph type="body" idx="11" hasCustomPrompt="1"/>
          </p:nvPr>
        </p:nvSpPr>
        <p:spPr>
          <a:xfrm xmlns:a="http://schemas.openxmlformats.org/drawingml/2006/main">
            <a:off x="6184900" y="320675"/>
            <a:ext cx="5683250" cy="923925"/>
          </a:xfrm>
        </p:spPr>
        <p:txBody>
          <a:bodyPr xmlns:a="http://schemas.openxmlformats.org/drawingml/2006/main"/>
          <a:lstStyle xmlns:a="http://schemas.openxmlformats.org/drawingml/2006/main">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xmlns:a="http://schemas.openxmlformats.org/drawingml/2006/main">
            <a:pPr lvl="0">
              <a:buNone/>
            </a:pPr>
            <a:r>
              <a:t>Subheading placeholder</a:t>
            </a:r>
          </a:p>
        </p:txBody>
      </p:sp>
      <p:sp>
        <p:nvSpPr>
          <p:cNvPr id="4" name="Footer Placeholder 3">
            <a:extLst xmlns:a="http://schemas.openxmlformats.org/drawingml/2006/main">
              <a:ext uri="{FF2B5EF4-FFF2-40B4-BE49-F238E27FC236}">
                <a16:creationId xmlns:a16="http://schemas.microsoft.com/office/drawing/2014/main" id="{60599622-5FA2-FEEE-3C33-0A896ADDB122}"/>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3.xml><?xml version="1.0" encoding="utf-8"?>
<p:sldLayout xmlns:p="http://schemas.openxmlformats.org/presentationml/2006/main" preserve="1" userDrawn="1">
  <p:cSld name="Section, Title Only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solidFill>
                  <a:schemeClr val="bg1"/>
                </a:solidFill>
              </a:defRPr>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4.xml><?xml version="1.0" encoding="utf-8"?>
<p:sldLayout xmlns:p="http://schemas.openxmlformats.org/presentationml/2006/main" preserve="1" userDrawn="1">
  <p:cSld name="Section, Title, Subtitle">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6A259C3D-581C-B8BC-32B4-EE2B22A753A2}"/>
              </a:ext>
            </a:extLst>
          </p:cNvPr>
          <p:cNvSpPr>
            <a:spLocks xmlns:a="http://schemas.openxmlformats.org/drawingml/2006/main" noGrp="1"/>
          </p:cNvSpPr>
          <p:nvPr>
            <p:ph type="body" idx="13" hasCustomPrompt="1"/>
          </p:nvPr>
        </p:nvSpPr>
        <p:spPr>
          <a:xfrm xmlns:a="http://schemas.openxmlformats.org/drawingml/2006/main">
            <a:off x="323850" y="1114425"/>
            <a:ext cx="5772150" cy="441325"/>
          </a:xfrm>
        </p:spPr>
        <p:txBody>
          <a:bodyPr xmlns:a="http://schemas.openxmlformats.org/drawingml/2006/main"/>
          <a:lstStyle xmlns:a="http://schemas.openxmlformats.org/drawingml/2006/main">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5.xml><?xml version="1.0" encoding="utf-8"?>
<p:sldLayout xmlns:p="http://schemas.openxmlformats.org/presentationml/2006/main" preserve="1" userDrawn="1">
  <p:cSld name="1/2 Slide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6.xml><?xml version="1.0" encoding="utf-8"?>
<p:sldLayout xmlns:p="http://schemas.openxmlformats.org/presentationml/2006/main" preserve="1" userDrawn="1">
  <p:cSld name="1/2 Slide, Section, Title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D9785467-C0DB-C17E-5173-C6C6A323A1C3}"/>
              </a:ext>
            </a:extLst>
          </p:cNvPr>
          <p:cNvSpPr>
            <a:spLocks xmlns:a="http://schemas.openxmlformats.org/drawingml/2006/main" noGrp="1"/>
          </p:cNvSpPr>
          <p:nvPr>
            <p:ph type="body" idx="12" hasCustomPrompt="1"/>
          </p:nvPr>
        </p:nvSpPr>
        <p:spPr>
          <a:xfrm xmlns:a="http://schemas.openxmlformats.org/drawingml/2006/main">
            <a:off x="323850" y="0"/>
            <a:ext cx="5772150" cy="466342"/>
          </a:xfrm>
        </p:spPr>
        <p:txBody>
          <a:bodyPr xmlns:a="http://schemas.openxmlformats.org/drawingml/2006/main" anchor="b"/>
          <a:lstStyle xmlns:a="http://schemas.openxmlformats.org/drawingml/2006/main">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5281613" cy="1247775"/>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7.xml><?xml version="1.0" encoding="utf-8"?>
<p:sldLayout xmlns:p="http://schemas.openxmlformats.org/presentationml/2006/main" preserve="1" userDrawn="1">
  <p:cSld name="1/2 Slide, Section, Title 2">
    <p:spTree>
      <p:nvGrpSpPr>
        <p:cNvPr id="1" name=""/>
        <p:cNvGrpSpPr/>
        <p:nvPr/>
      </p:nvGrpSpPr>
      <p:grpSpPr>
        <a:xfrm xmlns:a="http://schemas.openxmlformats.org/drawingml/2006/main"/>
      </p:grpSpPr>
      <p:sp>
        <p:nvSpPr>
          <p:cNvPr id="7" name="Text Placeholder 6">
            <a:extLst xmlns:a="http://schemas.openxmlformats.org/drawingml/2006/main">
              <a:ext uri="{FF2B5EF4-FFF2-40B4-BE49-F238E27FC236}">
                <a16:creationId xmlns:a16="http://schemas.microsoft.com/office/drawing/2014/main" id="{F5376922-1A18-EB35-1718-708DF44FBF1B}"/>
              </a:ext>
            </a:extLst>
          </p:cNvPr>
          <p:cNvSpPr>
            <a:spLocks xmlns:a="http://schemas.openxmlformats.org/drawingml/2006/main" noGrp="1"/>
          </p:cNvSpPr>
          <p:nvPr>
            <p:ph type="body" idx="13" hasCustomPrompt="1"/>
          </p:nvPr>
        </p:nvSpPr>
        <p:spPr>
          <a:xfrm xmlns:a="http://schemas.openxmlformats.org/drawingml/2006/main">
            <a:off x="323850" y="0"/>
            <a:ext cx="5772150" cy="466344"/>
          </a:xfrm>
        </p:spPr>
        <p:txBody>
          <a:bodyPr xmlns:a="http://schemas.openxmlformats.org/drawingml/2006/main" anchor="b"/>
          <a:lstStyle xmlns:a="http://schemas.openxmlformats.org/drawingml/2006/main">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8.xml><?xml version="1.0" encoding="utf-8"?>
<p:sldLayout xmlns:p="http://schemas.openxmlformats.org/presentationml/2006/main" preserve="1" userDrawn="1">
  <p:cSld name="1/2 Slide Title, Body Cop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D6125826-3231-68F4-7FEE-8A01F6F42B51}"/>
              </a:ext>
            </a:extLst>
          </p:cNvPr>
          <p:cNvSpPr>
            <a:spLocks xmlns:a="http://schemas.openxmlformats.org/drawingml/2006/main" noGrp="1"/>
          </p:cNvSpPr>
          <p:nvPr>
            <p:ph type="body" idx="12"/>
          </p:nvPr>
        </p:nvSpPr>
        <p:spPr>
          <a:xfrm xmlns:a="http://schemas.openxmlformats.org/drawingml/2006/main">
            <a:off x="6581774" y="1244600"/>
            <a:ext cx="5286375" cy="4367213"/>
          </a:xfrm>
        </p:spPr>
        <p:txBody>
          <a:bodyPr xmlns:a="http://schemas.openxmlformats.org/drawingml/2006/main" anchor="ct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19.xml><?xml version="1.0" encoding="utf-8"?>
<p:sldLayout xmlns:p="http://schemas.openxmlformats.org/presentationml/2006/main" preserve="1" userDrawn="1">
  <p:cSld name="1/2 Slide Section, Title, Body Cop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D6125826-3231-68F4-7FEE-8A01F6F42B51}"/>
              </a:ext>
            </a:extLst>
          </p:cNvPr>
          <p:cNvSpPr>
            <a:spLocks xmlns:a="http://schemas.openxmlformats.org/drawingml/2006/main" noGrp="1"/>
          </p:cNvSpPr>
          <p:nvPr>
            <p:ph type="body" idx="12"/>
          </p:nvPr>
        </p:nvSpPr>
        <p:spPr>
          <a:xfrm xmlns:a="http://schemas.openxmlformats.org/drawingml/2006/main">
            <a:off x="6581774" y="1244600"/>
            <a:ext cx="5286375" cy="4367213"/>
          </a:xfrm>
        </p:spPr>
        <p:txBody>
          <a:bodyPr xmlns:a="http://schemas.openxmlformats.org/drawingml/2006/main" anchor="ct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8" name="Text Placeholder 7">
            <a:extLst xmlns:a="http://schemas.openxmlformats.org/drawingml/2006/main">
              <a:ext uri="{FF2B5EF4-FFF2-40B4-BE49-F238E27FC236}">
                <a16:creationId xmlns:a16="http://schemas.microsoft.com/office/drawing/2014/main" id="{73B0377C-E9B5-910F-ED3D-37BEFE794881}"/>
              </a:ext>
            </a:extLst>
          </p:cNvPr>
          <p:cNvSpPr>
            <a:spLocks xmlns:a="http://schemas.openxmlformats.org/drawingml/2006/main" noGrp="1"/>
          </p:cNvSpPr>
          <p:nvPr>
            <p:ph type="body" idx="14" hasCustomPrompt="1"/>
          </p:nvPr>
        </p:nvSpPr>
        <p:spPr>
          <a:xfrm xmlns:a="http://schemas.openxmlformats.org/drawingml/2006/main">
            <a:off x="323850" y="0"/>
            <a:ext cx="5772150" cy="466344"/>
          </a:xfrm>
        </p:spPr>
        <p:txBody>
          <a:bodyPr xmlns:a="http://schemas.openxmlformats.org/drawingml/2006/main" anchor="b"/>
          <a:lstStyle xmlns:a="http://schemas.openxmlformats.org/drawingml/2006/main">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xmlns:a="http://schemas.openxmlformats.org/drawingml/2006/main">
            <a:pPr lvl="0">
              <a:buNone/>
            </a:pPr>
            <a:r>
              <a:t>Section title</a:t>
            </a:r>
          </a:p>
        </p:txBody>
      </p:sp>
    </p:spTree>
  </p:cSld>
</p:sldLayout>
</file>

<file path=ppt/slideLayouts/slideLayout20.xml><?xml version="1.0" encoding="utf-8"?>
<p:sldLayout xmlns:p="http://schemas.openxmlformats.org/presentationml/2006/main" preserve="1" userDrawn="1">
  <p:cSld name="Title, 1 Column with Bullets">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141A00D0-7712-950D-34B2-5551B85F9E7B}"/>
              </a:ext>
            </a:extLst>
          </p:cNvPr>
          <p:cNvSpPr>
            <a:spLocks xmlns:a="http://schemas.openxmlformats.org/drawingml/2006/main" noGrp="1"/>
          </p:cNvSpPr>
          <p:nvPr>
            <p:ph type="body" idx="12"/>
          </p:nvPr>
        </p:nvSpPr>
        <p:spPr>
          <a:xfrm xmlns:a="http://schemas.openxmlformats.org/drawingml/2006/main">
            <a:off x="323850" y="952500"/>
            <a:ext cx="11544300" cy="5122863"/>
          </a:xfrm>
        </p:spPr>
        <p:txBody>
          <a:bodyPr xmlns:a="http://schemas.openxmlformats.org/drawingml/2006/main"/>
          <a:lstStyle xmlns:a="http://schemas.openxmlformats.org/drawingml/2006/main">
            <a:lvl1pPr>
              <a:buNone/>
              <a:defRPr sz="2000"/>
            </a:lvl1pPr>
            <a:lvl2pPr>
              <a:buNone/>
              <a:defRPr sz="2000"/>
            </a:lvl2pPr>
            <a:lvl3pPr>
              <a:buNone/>
              <a:defRPr sz="2000"/>
            </a:lvl3pPr>
            <a:lvl4pPr>
              <a:buNone/>
              <a:defRPr sz="2000"/>
            </a:lvl4pPr>
            <a:lvl5pPr>
              <a:buNone/>
              <a:defRPr sz="20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1.xml><?xml version="1.0" encoding="utf-8"?>
<p:sldLayout xmlns:p="http://schemas.openxmlformats.org/presentationml/2006/main" preserve="1" userDrawn="1">
  <p:cSld name="Title, 2 Columns with Bullet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23851" y="249237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81751" y="249475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2.xml><?xml version="1.0" encoding="utf-8"?>
<p:sldLayout xmlns:p="http://schemas.openxmlformats.org/presentationml/2006/main" preserve="1" userDrawn="1">
  <p:cSld name="Title, Subtitle, 2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23851" y="249237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81751" y="249475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3.xml><?xml version="1.0" encoding="utf-8"?>
<p:sldLayout xmlns:p="http://schemas.openxmlformats.org/presentationml/2006/main" preserve="1" userDrawn="1">
  <p:cSld name="Title, Subtitle, 3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23848" y="2179638"/>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4358639" y="2179638"/>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8393430" y="2181225"/>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4.xml><?xml version="1.0" encoding="utf-8"?>
<p:sldLayout xmlns:p="http://schemas.openxmlformats.org/presentationml/2006/main" preserve="1" userDrawn="1">
  <p:cSld name="Title, Subtitle, 4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30200"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351107"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72014"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7" name="Text Placeholder 16">
            <a:extLst xmlns:a="http://schemas.openxmlformats.org/drawingml/2006/main">
              <a:ext uri="{FF2B5EF4-FFF2-40B4-BE49-F238E27FC236}">
                <a16:creationId xmlns:a16="http://schemas.microsoft.com/office/drawing/2014/main" id="{DDFF45C9-081C-CA2E-F4A7-8383A93B6B05}"/>
              </a:ext>
            </a:extLst>
          </p:cNvPr>
          <p:cNvSpPr>
            <a:spLocks xmlns:a="http://schemas.openxmlformats.org/drawingml/2006/main" noGrp="1"/>
          </p:cNvSpPr>
          <p:nvPr>
            <p:ph type="body" idx="16"/>
          </p:nvPr>
        </p:nvSpPr>
        <p:spPr>
          <a:xfrm xmlns:a="http://schemas.openxmlformats.org/drawingml/2006/main">
            <a:off x="9392920"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5.xml><?xml version="1.0" encoding="utf-8"?>
<p:sldLayout xmlns:p="http://schemas.openxmlformats.org/presentationml/2006/main" preserve="1" userDrawn="1">
  <p:cSld name="Title, Subtitle, 5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3020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271018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509016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7" name="Text Placeholder 16">
            <a:extLst xmlns:a="http://schemas.openxmlformats.org/drawingml/2006/main">
              <a:ext uri="{FF2B5EF4-FFF2-40B4-BE49-F238E27FC236}">
                <a16:creationId xmlns:a16="http://schemas.microsoft.com/office/drawing/2014/main" id="{DDFF45C9-081C-CA2E-F4A7-8383A93B6B05}"/>
              </a:ext>
            </a:extLst>
          </p:cNvPr>
          <p:cNvSpPr>
            <a:spLocks xmlns:a="http://schemas.openxmlformats.org/drawingml/2006/main" noGrp="1"/>
          </p:cNvSpPr>
          <p:nvPr>
            <p:ph type="body" idx="16"/>
          </p:nvPr>
        </p:nvSpPr>
        <p:spPr>
          <a:xfrm xmlns:a="http://schemas.openxmlformats.org/drawingml/2006/main">
            <a:off x="747014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4" name="Text Placeholder 13">
            <a:extLst xmlns:a="http://schemas.openxmlformats.org/drawingml/2006/main">
              <a:ext uri="{FF2B5EF4-FFF2-40B4-BE49-F238E27FC236}">
                <a16:creationId xmlns:a16="http://schemas.microsoft.com/office/drawing/2014/main" id="{3B7038BF-5DE9-94EF-1E39-92627DD8ACA8}"/>
              </a:ext>
            </a:extLst>
          </p:cNvPr>
          <p:cNvSpPr>
            <a:spLocks xmlns:a="http://schemas.openxmlformats.org/drawingml/2006/main" noGrp="1"/>
          </p:cNvSpPr>
          <p:nvPr>
            <p:ph type="body" idx="17"/>
          </p:nvPr>
        </p:nvSpPr>
        <p:spPr>
          <a:xfrm xmlns:a="http://schemas.openxmlformats.org/drawingml/2006/main">
            <a:off x="9850120" y="2181225"/>
            <a:ext cx="2011680" cy="2493963"/>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6.xml><?xml version="1.0" encoding="utf-8"?>
<p:sldLayout xmlns:p="http://schemas.openxmlformats.org/presentationml/2006/main" preserve="1" userDrawn="1">
  <p:cSld name="1/2 Slide, Title, Photo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5281613" cy="12588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6107430" y="320675"/>
            <a:ext cx="5760720" cy="5759451"/>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7.xml><?xml version="1.0" encoding="utf-8"?>
<p:sldLayout xmlns:p="http://schemas.openxmlformats.org/presentationml/2006/main" preserve="1" userDrawn="1">
  <p:cSld name="1/3 Photo,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7235825" cy="94773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8140700" y="320675"/>
            <a:ext cx="3727450" cy="5759451"/>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55448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8.xml><?xml version="1.0" encoding="utf-8"?>
<p:sldLayout xmlns:p="http://schemas.openxmlformats.org/presentationml/2006/main" preserve="1" userDrawn="1">
  <p:cSld name="2/3 Photo,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3328987" cy="12588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4049713" y="320676"/>
            <a:ext cx="7818436" cy="5754688"/>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9.xml><?xml version="1.0" encoding="utf-8"?>
<p:sldLayout xmlns:p="http://schemas.openxmlformats.org/presentationml/2006/main" preserve="1" userDrawn="1">
  <p:cSld name="1/2 Slide Title, Photo 3">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3116793"/>
            <a:ext cx="5284788" cy="12461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6" name="Picture Placeholder 5">
            <a:extLst xmlns:a="http://schemas.openxmlformats.org/drawingml/2006/main">
              <a:ext uri="{FF2B5EF4-FFF2-40B4-BE49-F238E27FC236}">
                <a16:creationId xmlns:a16="http://schemas.microsoft.com/office/drawing/2014/main" id="{903A889C-4BCD-59AA-132B-C3FD4F8E65F1}"/>
              </a:ext>
            </a:extLst>
          </p:cNvPr>
          <p:cNvSpPr>
            <a:spLocks xmlns:a="http://schemas.openxmlformats.org/drawingml/2006/main" noGrp="1"/>
          </p:cNvSpPr>
          <p:nvPr>
            <p:ph type="pic" idx="12" hasCustomPrompt="1"/>
          </p:nvPr>
        </p:nvSpPr>
        <p:spPr>
          <a:xfrm xmlns:a="http://schemas.openxmlformats.org/drawingml/2006/main">
            <a:off x="6184901" y="795338"/>
            <a:ext cx="5284788" cy="5284788"/>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0.xml><?xml version="1.0" encoding="utf-8"?>
<p:sldLayout xmlns:p="http://schemas.openxmlformats.org/presentationml/2006/main" preserve="1" userDrawn="1">
  <p:cSld name="1/3 Slide Title, Section, Body, 2/3 Photo">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solidFill>
                  <a:schemeClr val="bg1"/>
                </a:solidFill>
              </a:defRPr>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49" y="622300"/>
            <a:ext cx="3328989" cy="1558925"/>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7" name="Text Placeholder 6">
            <a:extLst xmlns:a="http://schemas.openxmlformats.org/drawingml/2006/main">
              <a:ext uri="{FF2B5EF4-FFF2-40B4-BE49-F238E27FC236}">
                <a16:creationId xmlns:a16="http://schemas.microsoft.com/office/drawing/2014/main" id="{A6653D0B-638B-EB5D-F379-EF10C80DCCA3}"/>
              </a:ext>
            </a:extLst>
          </p:cNvPr>
          <p:cNvSpPr>
            <a:spLocks xmlns:a="http://schemas.openxmlformats.org/drawingml/2006/main" noGrp="1"/>
          </p:cNvSpPr>
          <p:nvPr>
            <p:ph type="body" idx="13"/>
          </p:nvPr>
        </p:nvSpPr>
        <p:spPr>
          <a:xfrm xmlns:a="http://schemas.openxmlformats.org/drawingml/2006/main">
            <a:off x="323851" y="3429000"/>
            <a:ext cx="3328988" cy="2646363"/>
          </a:xfrm>
        </p:spPr>
        <p:txBody>
          <a:bodyPr xmlns:a="http://schemas.openxmlformats.org/drawingml/2006/main" anchor="b"/>
          <a:lstStyle xmlns:a="http://schemas.openxmlformats.org/drawingml/2006/main">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Picture Placeholder 5">
            <a:extLst xmlns:a="http://schemas.openxmlformats.org/drawingml/2006/main">
              <a:ext uri="{FF2B5EF4-FFF2-40B4-BE49-F238E27FC236}">
                <a16:creationId xmlns:a16="http://schemas.microsoft.com/office/drawing/2014/main" id="{798C8AA3-6350-A299-E288-D693A8EC8932}"/>
              </a:ext>
            </a:extLst>
          </p:cNvPr>
          <p:cNvSpPr>
            <a:spLocks xmlns:a="http://schemas.openxmlformats.org/drawingml/2006/main" noGrp="1"/>
          </p:cNvSpPr>
          <p:nvPr>
            <p:ph type="pic" idx="14" hasCustomPrompt="1"/>
          </p:nvPr>
        </p:nvSpPr>
        <p:spPr>
          <a:xfrm xmlns:a="http://schemas.openxmlformats.org/drawingml/2006/main">
            <a:off x="4049713" y="622300"/>
            <a:ext cx="7818436" cy="5453063"/>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1.xml><?xml version="1.0" encoding="utf-8"?>
<p:sldLayout xmlns:p="http://schemas.openxmlformats.org/presentationml/2006/main" preserve="1" userDrawn="1">
  <p:cSld name="1/2 Slide Section, Title 1, Photo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D9785467-C0DB-C17E-5173-C6C6A323A1C3}"/>
              </a:ext>
            </a:extLst>
          </p:cNvPr>
          <p:cNvSpPr>
            <a:spLocks xmlns:a="http://schemas.openxmlformats.org/drawingml/2006/main" noGrp="1"/>
          </p:cNvSpPr>
          <p:nvPr>
            <p:ph type="body" idx="12" hasCustomPrompt="1"/>
          </p:nvPr>
        </p:nvSpPr>
        <p:spPr>
          <a:xfrm xmlns:a="http://schemas.openxmlformats.org/drawingml/2006/main">
            <a:off x="323850" y="0"/>
            <a:ext cx="5772150" cy="466342"/>
          </a:xfrm>
        </p:spPr>
        <p:txBody>
          <a:bodyPr xmlns:a="http://schemas.openxmlformats.org/drawingml/2006/main" anchor="b"/>
          <a:lstStyle xmlns:a="http://schemas.openxmlformats.org/drawingml/2006/main">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5281613" cy="1247775"/>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2739B37-658D-FBF5-94C3-66EECB73F7D0}"/>
              </a:ext>
            </a:extLst>
          </p:cNvPr>
          <p:cNvSpPr>
            <a:spLocks xmlns:a="http://schemas.openxmlformats.org/drawingml/2006/main" noGrp="1"/>
          </p:cNvSpPr>
          <p:nvPr>
            <p:ph type="pic" idx="13" hasCustomPrompt="1"/>
          </p:nvPr>
        </p:nvSpPr>
        <p:spPr>
          <a:xfrm xmlns:a="http://schemas.openxmlformats.org/drawingml/2006/main">
            <a:off x="6096001" y="320675"/>
            <a:ext cx="5766436" cy="5754687"/>
          </a:xfrm>
          <a:prstGeom xmlns:a="http://schemas.openxmlformats.org/drawingml/2006/main" prst="roundRect">
            <a:avLst>
              <a:gd name="adj" fmla="val 1714"/>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a:t>
            </a:r>
            <a:br/>
            <a:r>
              <a:t>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2.xml><?xml version="1.0" encoding="utf-8"?>
<p:sldLayout xmlns:p="http://schemas.openxmlformats.org/presentationml/2006/main" preserve="1" userDrawn="1">
  <p:cSld name="Title, Full Margin Photo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323850" y="952500"/>
            <a:ext cx="11544300" cy="5122863"/>
          </a:xfrm>
          <a:prstGeom xmlns:a="http://schemas.openxmlformats.org/drawingml/2006/main" prst="roundRect">
            <a:avLst>
              <a:gd name="adj" fmla="val 1503"/>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Tree>
  </p:cSld>
</p:sldLayout>
</file>

<file path=ppt/slideLayouts/slideLayout33.xml><?xml version="1.0" encoding="utf-8"?>
<p:sldLayout xmlns:p="http://schemas.openxmlformats.org/presentationml/2006/main" preserve="1" userDrawn="1">
  <p:cSld name="Title, Subtitle, Full Margin Photo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1154430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2" name="Picture Placeholder 5">
            <a:extLst xmlns:a="http://schemas.openxmlformats.org/drawingml/2006/main">
              <a:ext uri="{FF2B5EF4-FFF2-40B4-BE49-F238E27FC236}">
                <a16:creationId xmlns:a16="http://schemas.microsoft.com/office/drawing/2014/main" id="{99D23610-D323-6271-753B-C40A3678BD66}"/>
              </a:ext>
            </a:extLst>
          </p:cNvPr>
          <p:cNvSpPr>
            <a:spLocks xmlns:a="http://schemas.openxmlformats.org/drawingml/2006/main" noGrp="1"/>
          </p:cNvSpPr>
          <p:nvPr>
            <p:ph type="pic" idx="13" hasCustomPrompt="1"/>
          </p:nvPr>
        </p:nvSpPr>
        <p:spPr>
          <a:xfrm xmlns:a="http://schemas.openxmlformats.org/drawingml/2006/main">
            <a:off x="323850" y="1244600"/>
            <a:ext cx="11544300" cy="4830763"/>
          </a:xfrm>
          <a:prstGeom xmlns:a="http://schemas.openxmlformats.org/drawingml/2006/main" prst="roundRect">
            <a:avLst>
              <a:gd name="adj" fmla="val 1897"/>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4.xml><?xml version="1.0" encoding="utf-8"?>
<p:sldLayout xmlns:p="http://schemas.openxmlformats.org/presentationml/2006/main" preserve="1" userDrawn="1">
  <p:cSld name="Section, Title, Full Margin Photo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170B322-9DD5-07FB-D258-3DA95EF8E7B1}"/>
              </a:ext>
            </a:extLst>
          </p:cNvPr>
          <p:cNvSpPr>
            <a:spLocks xmlns:a="http://schemas.openxmlformats.org/drawingml/2006/main" noGrp="1"/>
          </p:cNvSpPr>
          <p:nvPr>
            <p:ph type="pic" idx="13" hasCustomPrompt="1"/>
          </p:nvPr>
        </p:nvSpPr>
        <p:spPr>
          <a:xfrm xmlns:a="http://schemas.openxmlformats.org/drawingml/2006/main">
            <a:off x="323850" y="1244600"/>
            <a:ext cx="11544300" cy="4830763"/>
          </a:xfrm>
          <a:prstGeom xmlns:a="http://schemas.openxmlformats.org/drawingml/2006/main" prst="roundRect">
            <a:avLst>
              <a:gd name="adj" fmla="val 1897"/>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5.xml><?xml version="1.0" encoding="utf-8"?>
<p:sldLayout xmlns:p="http://schemas.openxmlformats.org/presentationml/2006/main" preserve="1" userDrawn="1">
  <p:cSld name="Full-bleed Photo, Title 1">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DB168980-BFE5-40AF-63BF-9DB031B379C4}"/>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5" name="Slide Number Placeholder 4">
            <a:extLst xmlns:a="http://schemas.openxmlformats.org/drawingml/2006/main">
              <a:ext uri="{FF2B5EF4-FFF2-40B4-BE49-F238E27FC236}">
                <a16:creationId xmlns:a16="http://schemas.microsoft.com/office/drawing/2014/main" id="{7E7B9760-CDAA-BC58-F236-F1837F40C2DB}"/>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6.xml><?xml version="1.0" encoding="utf-8"?>
<p:sldLayout xmlns:p="http://schemas.openxmlformats.org/presentationml/2006/main" preserve="1" userDrawn="1">
  <p:cSld name="Full Bleed Photo, Title 2">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722312" y="4540250"/>
            <a:ext cx="10747375" cy="1071563"/>
          </a:xfrm>
        </p:spPr>
        <p:txBody>
          <a:bodyPr xmlns:a="http://schemas.openxmlformats.org/drawingml/2006/main" anchor="b"/>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7.xml><?xml version="1.0" encoding="utf-8"?>
<p:sldLayout xmlns:p="http://schemas.openxmlformats.org/presentationml/2006/main" preserve="1" userDrawn="1">
  <p:cSld name="Full-bleed Photo, Section, Title 1">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1697038" y="-7937"/>
            <a:ext cx="8794750" cy="466344"/>
          </a:xfrm>
        </p:spPr>
        <p:txBody>
          <a:bodyPr xmlns:a="http://schemas.openxmlformats.org/drawingml/2006/main" anchor="b"/>
          <a:lstStyle xmlns:a="http://schemas.openxmlformats.org/drawingml/2006/main">
            <a:lvl1pPr marL="0" indent="0" algn="ctr">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8.xml><?xml version="1.0" encoding="utf-8"?>
<p:sldLayout xmlns:p="http://schemas.openxmlformats.org/presentationml/2006/main" preserve="1" userDrawn="1">
  <p:cSld name="Full-bleed Photo, Section, Title 2">
    <p:bg>
      <p:bgPr>
        <a:blipFill xmlns:a="http://schemas.openxmlformats.org/drawingml/2006/main" rotWithShape="1">
          <a:blip xmlns:r="http://schemas.openxmlformats.org/officeDocument/2006/relationships" r:embed="R4a13af8402364706">
            <a:lum/>
          </a:blip>
          <a:srcRect l="0" t="0" r="0" b="0"/>
          <a:stretch>
            <a:fillRect l="0" t="0" r="0" b="0"/>
          </a:stretch>
        </a:blipFill>
      </p:bgPr>
    </p:bg>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1697038" y="-7937"/>
            <a:ext cx="8794750" cy="466344"/>
          </a:xfrm>
        </p:spPr>
        <p:txBody>
          <a:bodyPr xmlns:a="http://schemas.openxmlformats.org/drawingml/2006/main" anchor="b"/>
          <a:lstStyle xmlns:a="http://schemas.openxmlformats.org/drawingml/2006/main">
            <a:lvl1pPr marL="0" indent="0" algn="ctr">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9.xml><?xml version="1.0" encoding="utf-8"?>
<p:sldLayout xmlns:p="http://schemas.openxmlformats.org/presentationml/2006/main" preserve="1" userDrawn="1">
  <p:cSld name="Upper 2/3 Photo, Section, Title">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4675188"/>
          </a:xfrm>
          <a:prstGeom xmlns:a="http://schemas.openxmlformats.org/drawingml/2006/main" prst="roundRect">
            <a:avLst>
              <a:gd name="adj" fmla="val 0"/>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323850" y="-7937"/>
            <a:ext cx="8612188" cy="466344"/>
          </a:xfrm>
        </p:spPr>
        <p:txBody>
          <a:bodyPr xmlns:a="http://schemas.openxmlformats.org/drawingml/2006/main" anchor="b"/>
          <a:lstStyle xmlns:a="http://schemas.openxmlformats.org/drawingml/2006/main">
            <a:lvl1pPr marL="0" indent="0" algn="l">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323850" y="5003800"/>
            <a:ext cx="8612188" cy="1071563"/>
          </a:xfrm>
        </p:spPr>
        <p:txBody>
          <a:bodyPr xmlns:a="http://schemas.openxmlformats.org/drawingml/2006/main"/>
          <a:lstStyle xmlns:a="http://schemas.openxmlformats.org/drawingml/2006/main">
            <a:lvl1pPr algn="l">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0.xml><?xml version="1.0" encoding="utf-8"?>
<p:sldLayout xmlns:p="http://schemas.openxmlformats.org/presentationml/2006/main" preserve="1" userDrawn="1">
  <p:cSld name="Quote 1">
    <p:spTree>
      <p:nvGrpSpPr>
        <p:cNvPr id="1" name=""/>
        <p:cNvGrpSpPr/>
        <p:nvPr/>
      </p:nvGrpSpPr>
      <p:grpSpPr>
        <a:xfrm xmlns:a="http://schemas.openxmlformats.org/drawingml/2006/main"/>
      </p:grpSpPr>
      <p:sp>
        <p:nvSpPr>
          <p:cNvPr id="6" name="Graphic 4">
            <a:extLst xmlns:a="http://schemas.openxmlformats.org/drawingml/2006/main">
              <a:ext uri="{FF2B5EF4-FFF2-40B4-BE49-F238E27FC236}">
                <a16:creationId xmlns:a16="http://schemas.microsoft.com/office/drawing/2014/main" id="{4B52BC46-48EA-B916-39B5-C5FF3FB612BC}"/>
              </a:ext>
            </a:extLst>
          </p:cNvPr>
          <p:cNvSpPr>
            <a:spLocks xmlns:a="http://schemas.openxmlformats.org/drawingml/2006/main" noGrp="1"/>
          </p:cNvSpPr>
          <p:nvPr/>
        </p:nvSpPr>
        <p:spPr>
          <a:xfrm xmlns:a="http://schemas.openxmlformats.org/drawingml/2006/main">
            <a:off x="5731161" y="1132840"/>
            <a:ext cx="516694" cy="416701"/>
          </a:xfrm>
          <a:custGeom xmlns:a="http://schemas.openxmlformats.org/drawingml/2006/main">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xmlns:a="http://schemas.openxmlformats.org/drawingml/2006/main"/>
          <a:ln xmlns:a="http://schemas.openxmlformats.org/drawingml/2006/main" w="15875">
            <a:gradFill rotWithShape="1">
              <a:gsLst>
                <a:gs pos="0">
                  <a:schemeClr val="accent1"/>
                </a:gs>
                <a:gs pos="100000">
                  <a:schemeClr val="accent2"/>
                </a:gs>
              </a:gsLst>
              <a:lin ang="2700000" scaled="1"/>
              <a:tileRect/>
            </a:gradFill>
            <a:prstDash val="solid"/>
          </a:ln>
        </p:spPr>
        <p:txBody>
          <a:bodyPr xmlns:a="http://schemas.openxmlformats.org/drawingml/2006/main" anchor="ctr"/>
          <a:lstStyle xmlns:a="http://schemas.openxmlformats.org/drawingml/2006/main"/>
          <a:p xmlns:a="http://schemas.openxmlformats.org/drawingml/2006/main">
            <a:endParaRPr>
              <a:gradFill>
                <a:gsLst>
                  <a:gs pos="0">
                    <a:srgbClr val="009DE2"/>
                  </a:gs>
                  <a:gs pos="100000">
                    <a:schemeClr val="accent2"/>
                  </a:gs>
                </a:gsLst>
                <a:lin ang="2700000" scaled="1"/>
              </a:gradFill>
            </a:endParaRPr>
          </a:p>
        </p:txBody>
      </p:sp>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1697038" y="1876424"/>
            <a:ext cx="8794750" cy="2174875"/>
          </a:xfrm>
        </p:spPr>
        <p:txBody>
          <a:bodyPr xmlns:a="http://schemas.openxmlformats.org/drawingml/2006/main"/>
          <a:lstStyle xmlns:a="http://schemas.openxmlformats.org/drawingml/2006/main">
            <a:lvl1pPr algn="ctr">
              <a:buNone/>
              <a:defRPr sz="4000"/>
            </a:lvl1pPr>
          </a:lstStyle>
          <a:p xmlns:a="http://schemas.openxmlformats.org/drawingml/2006/main">
            <a:r>
              <a:t>Quote slide 1, Lorem ipsum dolor sit amet, consectetuer adipiscing elit, sed diam nonummy nibh euismod tincidunt ut laoreet dolore</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1697038" y="4360863"/>
            <a:ext cx="8794750" cy="625475"/>
          </a:xfrm>
        </p:spPr>
        <p:txBody>
          <a:bodyPr xmlns:a="http://schemas.openxmlformats.org/drawingml/2006/main"/>
          <a:lstStyle xmlns:a="http://schemas.openxmlformats.org/drawingml/2006/main">
            <a:lvl1pPr marL="0" indent="0" algn="ctr">
              <a:lnSpc>
                <a:spcPct val="110000"/>
              </a:lnSpc>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1.xml><?xml version="1.0" encoding="utf-8"?>
<p:sldLayout xmlns:p="http://schemas.openxmlformats.org/presentationml/2006/main" preserve="1" userDrawn="1">
  <p:cSld name="Quote 2">
    <p:bg>
      <p:bgPr>
        <a:blipFill xmlns:a="http://schemas.openxmlformats.org/drawingml/2006/main" rotWithShape="1">
          <a:blip xmlns:r="http://schemas.openxmlformats.org/officeDocument/2006/relationships" r:embed="Re53d72f9e058402e">
            <a:lum/>
          </a:blip>
          <a:srcRect l="0" t="0" r="0" b="0"/>
          <a:stretch>
            <a:fillRect l="0" t="0" r="0" b="0"/>
          </a:stretch>
        </a:blipFill>
      </p:bgPr>
    </p:bg>
    <p:spTree>
      <p:nvGrpSpPr>
        <p:cNvPr id="1" name=""/>
        <p:cNvGrpSpPr/>
        <p:nvPr/>
      </p:nvGrpSpPr>
      <p:grpSpPr>
        <a:xfrm xmlns:a="http://schemas.openxmlformats.org/drawingml/2006/main"/>
      </p:grpSpPr>
      <p:sp>
        <p:nvSpPr>
          <p:cNvPr id="6" name="Graphic 4">
            <a:extLst xmlns:a="http://schemas.openxmlformats.org/drawingml/2006/main">
              <a:ext uri="{FF2B5EF4-FFF2-40B4-BE49-F238E27FC236}">
                <a16:creationId xmlns:a16="http://schemas.microsoft.com/office/drawing/2014/main" id="{4B52BC46-48EA-B916-39B5-C5FF3FB612BC}"/>
              </a:ext>
            </a:extLst>
          </p:cNvPr>
          <p:cNvSpPr>
            <a:spLocks xmlns:a="http://schemas.openxmlformats.org/drawingml/2006/main" noGrp="1"/>
          </p:cNvSpPr>
          <p:nvPr/>
        </p:nvSpPr>
        <p:spPr>
          <a:xfrm xmlns:a="http://schemas.openxmlformats.org/drawingml/2006/main">
            <a:off x="5731161" y="963295"/>
            <a:ext cx="516694" cy="416701"/>
          </a:xfrm>
          <a:custGeom xmlns:a="http://schemas.openxmlformats.org/drawingml/2006/main">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xmlns:a="http://schemas.openxmlformats.org/drawingml/2006/main"/>
          <a:ln xmlns:a="http://schemas.openxmlformats.org/drawingml/2006/main" w="15875">
            <a:solidFill>
              <a:schemeClr val="bg1"/>
            </a:solidFill>
            <a:prstDash val="solid"/>
          </a:ln>
        </p:spPr>
        <p:txBody>
          <a:bodyPr xmlns:a="http://schemas.openxmlformats.org/drawingml/2006/main" anchor="ctr"/>
          <a:lstStyle xmlns:a="http://schemas.openxmlformats.org/drawingml/2006/main"/>
          <a:p xmlns:a="http://schemas.openxmlformats.org/drawingml/2006/main">
            <a:endParaRPr/>
          </a:p>
        </p:txBody>
      </p:sp>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1697038" y="1706879"/>
            <a:ext cx="8794750" cy="2174875"/>
          </a:xfrm>
        </p:spPr>
        <p:txBody>
          <a:bodyPr xmlns:a="http://schemas.openxmlformats.org/drawingml/2006/main"/>
          <a:lstStyle xmlns:a="http://schemas.openxmlformats.org/drawingml/2006/main">
            <a:lvl1pPr algn="ctr">
              <a:buNone/>
              <a:defRPr sz="4000"/>
            </a:lvl1pPr>
          </a:lstStyle>
          <a:p xmlns:a="http://schemas.openxmlformats.org/drawingml/2006/main">
            <a:r>
              <a:t>Quote slide 1, Lorem ipsum dolor sit amet, consectetuer adipiscing elit, sed diam nonummy nibh euismod tincidunt ut laoreet dolore</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1697038" y="4191318"/>
            <a:ext cx="8794750" cy="625475"/>
          </a:xfrm>
        </p:spPr>
        <p:txBody>
          <a:bodyPr xmlns:a="http://schemas.openxmlformats.org/drawingml/2006/main"/>
          <a:lstStyle xmlns:a="http://schemas.openxmlformats.org/drawingml/2006/main">
            <a:lvl1pPr marL="0" indent="0" algn="ctr">
              <a:lnSpc>
                <a:spcPct val="110000"/>
              </a:lnSpc>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2.xml><?xml version="1.0" encoding="utf-8"?>
<p:sldLayout xmlns:p="http://schemas.openxmlformats.org/presentationml/2006/main" preserve="1" userDrawn="1">
  <p:cSld name="Quote 3">
    <p:bg>
      <p:bgPr>
        <a:blipFill xmlns:a="http://schemas.openxmlformats.org/drawingml/2006/main" rotWithShape="1">
          <a:blip xmlns:r="http://schemas.openxmlformats.org/officeDocument/2006/relationships" r:embed="R711dccb14577411c">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6096000" y="1244600"/>
            <a:ext cx="5373688" cy="3167380"/>
          </a:xfrm>
        </p:spPr>
        <p:txBody>
          <a:bodyPr xmlns:a="http://schemas.openxmlformats.org/drawingml/2006/main"/>
          <a:lstStyle xmlns:a="http://schemas.openxmlformats.org/drawingml/2006/main">
            <a:lvl1pPr algn="l">
              <a:buNone/>
              <a:defRPr sz="4000"/>
            </a:lvl1pPr>
          </a:lstStyle>
          <a:p xmlns:a="http://schemas.openxmlformats.org/drawingml/2006/main">
            <a:r>
              <a:t>“Quote slide 1, Lorem ipsum dolor sit amet, consect adipiscing elit, sed diam no nummy nibh euismod tincidunt ut laoreet”</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6096000" y="4726305"/>
            <a:ext cx="5373688" cy="673417"/>
          </a:xfrm>
        </p:spPr>
        <p:txBody>
          <a:bodyPr xmlns:a="http://schemas.openxmlformats.org/drawingml/2006/main"/>
          <a:lstStyle xmlns:a="http://schemas.openxmlformats.org/drawingml/2006/main">
            <a:lvl1pPr marL="0" indent="0" algn="l">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3.xml><?xml version="1.0" encoding="utf-8"?>
<p:sldLayout xmlns:p="http://schemas.openxmlformats.org/presentationml/2006/main" preserve="1" userDrawn="1">
  <p:cSld name="1/2 Slide, Title, Body Copy, Graphic">
    <p:bg>
      <p:bgPr>
        <a:blipFill xmlns:a="http://schemas.openxmlformats.org/drawingml/2006/main" rotWithShape="1">
          <a:blip xmlns:r="http://schemas.openxmlformats.org/officeDocument/2006/relationships" r:embed="R6fc21f51de7c4292">
            <a:lum/>
          </a:blip>
          <a:srcRect l="0" t="0" r="0" b="0"/>
          <a:stretch>
            <a:fillRect l="0" t="0" r="0" b="0"/>
          </a:stretch>
        </a:blipFill>
      </p:bgPr>
    </p:bg>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AEFB629D-1461-3E6E-194F-1E2781C58CDE}"/>
              </a:ext>
            </a:extLst>
          </p:cNvPr>
          <p:cNvSpPr>
            <a:spLocks xmlns:a="http://schemas.openxmlformats.org/drawingml/2006/main" noGrp="1"/>
          </p:cNvSpPr>
          <p:nvPr>
            <p:ph type="title" idx="0"/>
          </p:nvPr>
        </p:nvSpPr>
        <p:spPr>
          <a:xfrm xmlns:a="http://schemas.openxmlformats.org/drawingml/2006/main">
            <a:off x="323850" y="298146"/>
            <a:ext cx="5683250" cy="946454"/>
          </a:xfrm>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3402D1E1-C16C-597A-29F4-4F0B59039571}"/>
              </a:ext>
            </a:extLst>
          </p:cNvPr>
          <p:cNvSpPr>
            <a:spLocks xmlns:a="http://schemas.openxmlformats.org/drawingml/2006/main" noGrp="1"/>
          </p:cNvSpPr>
          <p:nvPr>
            <p:ph type="body" idx="11" hasCustomPrompt="1"/>
          </p:nvPr>
        </p:nvSpPr>
        <p:spPr>
          <a:xfrm xmlns:a="http://schemas.openxmlformats.org/drawingml/2006/main">
            <a:off x="323850" y="1555750"/>
            <a:ext cx="5683250" cy="923925"/>
          </a:xfrm>
        </p:spPr>
        <p:txBody>
          <a:bodyPr xmlns:a="http://schemas.openxmlformats.org/drawingml/2006/main"/>
          <a:lstStyle xmlns:a="http://schemas.openxmlformats.org/drawingml/2006/main">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xmlns:a="http://schemas.openxmlformats.org/drawingml/2006/main">
            <a:pPr lvl="0">
              <a:buNone/>
            </a:pPr>
            <a:r>
              <a:t>Body copy placeholder</a:t>
            </a:r>
          </a:p>
        </p:txBody>
      </p:sp>
      <p:sp>
        <p:nvSpPr>
          <p:cNvPr id="4" name="Footer Placeholder 3">
            <a:extLst xmlns:a="http://schemas.openxmlformats.org/drawingml/2006/main">
              <a:ext uri="{FF2B5EF4-FFF2-40B4-BE49-F238E27FC236}">
                <a16:creationId xmlns:a16="http://schemas.microsoft.com/office/drawing/2014/main" id="{60599622-5FA2-FEEE-3C33-0A896ADDB122}"/>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4.xml><?xml version="1.0" encoding="utf-8"?>
<p:sldLayout xmlns:p="http://schemas.openxmlformats.org/presentationml/2006/main" preserve="1" userDrawn="1">
  <p:cSld name="Blank">
    <p:spTree>
      <p:nvGrpSpPr>
        <p:cNvPr id="1" name=""/>
        <p:cNvGrpSpPr/>
        <p:nvPr/>
      </p:nvGrpSpPr>
      <p:grpSpPr>
        <a:xfrm xmlns:a="http://schemas.openxmlformats.org/drawingml/2006/main"/>
      </p:grpSpPr>
      <p:sp>
        <p:nvSpPr>
          <p:cNvPr id="3" name="Slide Number Placeholder 2">
            <a:extLst xmlns:a="http://schemas.openxmlformats.org/drawingml/2006/main">
              <a:ext uri="{FF2B5EF4-FFF2-40B4-BE49-F238E27FC236}">
                <a16:creationId xmlns:a16="http://schemas.microsoft.com/office/drawing/2014/main" id="{5EC50E13-06E5-F6BB-7667-EE8E9893D04E}"/>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2" name="Footer Placeholder 1">
            <a:extLst xmlns:a="http://schemas.openxmlformats.org/drawingml/2006/main">
              <a:ext uri="{FF2B5EF4-FFF2-40B4-BE49-F238E27FC236}">
                <a16:creationId xmlns:a16="http://schemas.microsoft.com/office/drawing/2014/main" id="{8005315C-F3C4-4817-6DB5-825E9E8E969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Tree>
  </p:cSld>
</p:sldLayout>
</file>

<file path=ppt/slideLayouts/slideLayout45.xml><?xml version="1.0" encoding="utf-8"?>
<p:sldLayout xmlns:p="http://schemas.openxmlformats.org/presentationml/2006/main" preserve="1" userDrawn="1">
  <p:cSld name="Title, Subtitle, Chart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9" name="Chart Placeholder 8">
            <a:extLst xmlns:a="http://schemas.openxmlformats.org/drawingml/2006/main">
              <a:ext uri="{FF2B5EF4-FFF2-40B4-BE49-F238E27FC236}">
                <a16:creationId xmlns:a16="http://schemas.microsoft.com/office/drawing/2014/main" id="{BD67761C-12AC-06B4-1032-66C47B765FE0}"/>
              </a:ext>
            </a:extLst>
          </p:cNvPr>
          <p:cNvSpPr>
            <a:spLocks xmlns:a="http://schemas.openxmlformats.org/drawingml/2006/main" noGrp="1"/>
          </p:cNvSpPr>
          <p:nvPr>
            <p:ph type="chart" idx="13" hasCustomPrompt="1"/>
          </p:nvPr>
        </p:nvSpPr>
        <p:spPr>
          <a:xfrm xmlns:a="http://schemas.openxmlformats.org/drawingml/2006/main">
            <a:off x="722313" y="1555750"/>
            <a:ext cx="10747375" cy="4519613"/>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on icon below to add a chart</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6.xml><?xml version="1.0" encoding="utf-8"?>
<p:sldLayout xmlns:p="http://schemas.openxmlformats.org/presentationml/2006/main" preserve="1" userDrawn="1">
  <p:cSld name="Title, Subtitle, Table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7" name="Table Placeholder 6">
            <a:extLst xmlns:a="http://schemas.openxmlformats.org/drawingml/2006/main">
              <a:ext uri="{FF2B5EF4-FFF2-40B4-BE49-F238E27FC236}">
                <a16:creationId xmlns:a16="http://schemas.microsoft.com/office/drawing/2014/main" id="{B0E688F9-03DF-D354-A8AF-EF5349F39C6B}"/>
              </a:ext>
            </a:extLst>
          </p:cNvPr>
          <p:cNvSpPr>
            <a:spLocks xmlns:a="http://schemas.openxmlformats.org/drawingml/2006/main" noGrp="1"/>
          </p:cNvSpPr>
          <p:nvPr>
            <p:ph type="tbl" idx="13" hasCustomPrompt="1"/>
          </p:nvPr>
        </p:nvSpPr>
        <p:spPr>
          <a:xfrm xmlns:a="http://schemas.openxmlformats.org/drawingml/2006/main">
            <a:off x="323850" y="1555750"/>
            <a:ext cx="11544300" cy="4519613"/>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on icon below to add a table</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7.xml><?xml version="1.0" encoding="utf-8"?>
<p:sldLayout xmlns:p="http://schemas.openxmlformats.org/presentationml/2006/main" preserve="1" userDrawn="1">
  <p:cSld name="1/2 Slide Title, Chart">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6" name="Chart Placeholder 5">
            <a:extLst xmlns:a="http://schemas.openxmlformats.org/drawingml/2006/main">
              <a:ext uri="{FF2B5EF4-FFF2-40B4-BE49-F238E27FC236}">
                <a16:creationId xmlns:a16="http://schemas.microsoft.com/office/drawing/2014/main" id="{89EC94CF-F758-4A7C-3B39-A1EFC1EA815A}"/>
              </a:ext>
            </a:extLst>
          </p:cNvPr>
          <p:cNvSpPr>
            <a:spLocks xmlns:a="http://schemas.openxmlformats.org/drawingml/2006/main" noGrp="1"/>
          </p:cNvSpPr>
          <p:nvPr>
            <p:ph type="chart" idx="12" hasCustomPrompt="1"/>
          </p:nvPr>
        </p:nvSpPr>
        <p:spPr>
          <a:xfrm xmlns:a="http://schemas.openxmlformats.org/drawingml/2006/main">
            <a:off x="6581775" y="952500"/>
            <a:ext cx="4887913" cy="4968875"/>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icon below to add chart</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8.xml><?xml version="1.0" encoding="utf-8"?>
<p:sldLayout xmlns:p="http://schemas.openxmlformats.org/presentationml/2006/main" preserve="1" userDrawn="1">
  <p:cSld name="Statement 1, Title, Subtitle">
    <p:bg>
      <p:bgPr>
        <a:blipFill xmlns:a="http://schemas.openxmlformats.org/drawingml/2006/main" rotWithShape="1">
          <a:blip xmlns:r="http://schemas.openxmlformats.org/officeDocument/2006/relationships" r:embed="R163923178ea045d5">
            <a:lum/>
          </a:blip>
          <a:srcRect l="0" t="0" r="0" b="0"/>
          <a:stretch>
            <a:fillRect l="0" t="0" r="0" b="0"/>
          </a:stretch>
        </a:blipFill>
      </p:bgPr>
    </p:bg>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EE0C9451-8976-3C96-3C4E-F9624BB318AB}"/>
              </a:ext>
            </a:extLst>
          </p:cNvPr>
          <p:cNvSpPr>
            <a:spLocks xmlns:a="http://schemas.openxmlformats.org/drawingml/2006/main" noGrp="1"/>
          </p:cNvSpPr>
          <p:nvPr>
            <p:ph type="title" idx="0"/>
          </p:nvPr>
        </p:nvSpPr>
        <p:spPr>
          <a:xfrm xmlns:a="http://schemas.openxmlformats.org/drawingml/2006/main">
            <a:off x="2278063" y="952500"/>
            <a:ext cx="7634288" cy="2476500"/>
          </a:xfrm>
        </p:spPr>
        <p:txBody>
          <a:bodyPr xmlns:a="http://schemas.openxmlformats.org/drawingml/2006/main" anchor="b"/>
          <a:lstStyle xmlns:a="http://schemas.openxmlformats.org/drawingml/2006/main">
            <a:lvl1pPr algn="ctr">
              <a:buNone/>
              <a:defRPr sz="4000"/>
            </a:lvl1pPr>
          </a:lstStyle>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96D4A8F9-F7CA-7BED-9594-D64F51EE92BB}"/>
              </a:ext>
            </a:extLst>
          </p:cNvPr>
          <p:cNvSpPr>
            <a:spLocks xmlns:a="http://schemas.openxmlformats.org/drawingml/2006/main" noGrp="1"/>
          </p:cNvSpPr>
          <p:nvPr>
            <p:ph type="body" idx="11"/>
          </p:nvPr>
        </p:nvSpPr>
        <p:spPr>
          <a:xfrm xmlns:a="http://schemas.openxmlformats.org/drawingml/2006/main">
            <a:off x="2278063" y="3738563"/>
            <a:ext cx="7634287" cy="936625"/>
          </a:xfrm>
        </p:spPr>
        <p:txBody>
          <a:bodyPr xmlns:a="http://schemas.openxmlformats.org/drawingml/2006/main"/>
          <a:lstStyle xmlns:a="http://schemas.openxmlformats.org/drawingml/2006/main">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Footer Placeholder 3">
            <a:extLst xmlns:a="http://schemas.openxmlformats.org/drawingml/2006/main">
              <a:ext uri="{FF2B5EF4-FFF2-40B4-BE49-F238E27FC236}">
                <a16:creationId xmlns:a16="http://schemas.microsoft.com/office/drawing/2014/main" id="{663146B2-9533-23DF-7DA9-0EBFD969778A}"/>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8FD4EDA1-89C5-8341-7EDE-FCCAAA0607CB}"/>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9.xml><?xml version="1.0" encoding="utf-8"?>
<p:sldLayout xmlns:p="http://schemas.openxmlformats.org/presentationml/2006/main" preserve="1" userDrawn="1">
  <p:cSld name="Photo Statement 1, Title, Subtitle">
    <p:bg>
      <p:bgPr>
        <a:solidFill xmlns:a="http://schemas.openxmlformats.org/drawingml/2006/main">
          <a:schemeClr val="tx1"/>
        </a:solidFill>
      </p:bgPr>
    </p:bg>
    <p:spTree>
      <p:nvGrpSpPr>
        <p:cNvPr id="1" name=""/>
        <p:cNvGrpSpPr/>
        <p:nvPr/>
      </p:nvGrpSpPr>
      <p:grpSpPr>
        <a:xfrm xmlns:a="http://schemas.openxmlformats.org/drawingml/2006/main"/>
      </p:grpSpPr>
      <p:sp>
        <p:nvSpPr>
          <p:cNvPr id="7" name="Picture Placeholder 6">
            <a:extLst xmlns:a="http://schemas.openxmlformats.org/drawingml/2006/main">
              <a:ext uri="{FF2B5EF4-FFF2-40B4-BE49-F238E27FC236}">
                <a16:creationId xmlns:a16="http://schemas.microsoft.com/office/drawing/2014/main" id="{ABE3366F-F43E-6996-B128-0A001300FD22}"/>
              </a:ext>
            </a:extLst>
          </p:cNvPr>
          <p:cNvSpPr>
            <a:spLocks xmlns:a="http://schemas.openxmlformats.org/drawingml/2006/main" noGrp="1"/>
          </p:cNvSpPr>
          <p:nvPr>
            <p:ph type="pic" idx="13" hasCustomPrompt="1"/>
          </p:nvPr>
        </p:nvSpPr>
        <p:spPr>
          <a:xfrm xmlns:a="http://schemas.openxmlformats.org/drawingml/2006/main">
            <a:off x="0" y="0"/>
            <a:ext cx="12192000" cy="6858000"/>
          </a:xfrm>
        </p:spPr>
        <p:txBody>
          <a:bodyPr xmlns:a="http://schemas.openxmlformats.org/drawingml/2006/main" tIns="274320"/>
          <a:lstStyle xmlns:a="http://schemas.openxmlformats.org/drawingml/2006/main">
            <a:lvl1pPr marL="0" indent="0" algn="ctr">
              <a:buNone/>
              <a:defRPr/>
            </a:lvl1pPr>
          </a:lstStyle>
          <a:p xmlns:a="http://schemas.openxmlformats.org/drawingml/2006/main">
            <a:r>
              <a:t>Image placeholder</a:t>
            </a:r>
          </a:p>
        </p:txBody>
      </p:sp>
      <p:sp>
        <p:nvSpPr>
          <p:cNvPr id="6" name="Title 5">
            <a:extLst xmlns:a="http://schemas.openxmlformats.org/drawingml/2006/main">
              <a:ext uri="{FF2B5EF4-FFF2-40B4-BE49-F238E27FC236}">
                <a16:creationId xmlns:a16="http://schemas.microsoft.com/office/drawing/2014/main" id="{576B6A35-8740-9D1E-A189-71BC5C742FCC}"/>
              </a:ext>
            </a:extLst>
          </p:cNvPr>
          <p:cNvSpPr>
            <a:spLocks xmlns:a="http://schemas.openxmlformats.org/drawingml/2006/main" noGrp="1"/>
          </p:cNvSpPr>
          <p:nvPr>
            <p:ph type="title" idx="0"/>
          </p:nvPr>
        </p:nvSpPr>
        <p:spPr>
          <a:xfrm xmlns:a="http://schemas.openxmlformats.org/drawingml/2006/main">
            <a:off x="2278063" y="952500"/>
            <a:ext cx="7634288" cy="1537465"/>
          </a:xfrm>
        </p:spPr>
        <p:txBody>
          <a:bodyPr xmlns:a="http://schemas.openxmlformats.org/drawingml/2006/main" anchor="b"/>
          <a:lstStyle xmlns:a="http://schemas.openxmlformats.org/drawingml/2006/main">
            <a:lvl1pPr algn="ctr">
              <a:buNone/>
              <a:defRPr sz="4000"/>
            </a:lvl1pPr>
          </a:lstStyle>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96D4A8F9-F7CA-7BED-9594-D64F51EE92BB}"/>
              </a:ext>
            </a:extLst>
          </p:cNvPr>
          <p:cNvSpPr>
            <a:spLocks xmlns:a="http://schemas.openxmlformats.org/drawingml/2006/main" noGrp="1"/>
          </p:cNvSpPr>
          <p:nvPr>
            <p:ph type="body" idx="11"/>
          </p:nvPr>
        </p:nvSpPr>
        <p:spPr>
          <a:xfrm xmlns:a="http://schemas.openxmlformats.org/drawingml/2006/main">
            <a:off x="2278063" y="2492374"/>
            <a:ext cx="7634287" cy="311152"/>
          </a:xfrm>
        </p:spPr>
        <p:txBody>
          <a:bodyPr xmlns:a="http://schemas.openxmlformats.org/drawingml/2006/main"/>
          <a:lstStyle xmlns:a="http://schemas.openxmlformats.org/drawingml/2006/main">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xmlns:a="http://schemas.openxmlformats.org/drawingml/2006/main">
            <a:pPr lvl="0">
              <a:buNone/>
            </a:pPr>
            <a:r>
              <a:t>Click to edit Master text styles</a:t>
            </a:r>
          </a:p>
        </p:txBody>
      </p:sp>
      <p:sp>
        <p:nvSpPr>
          <p:cNvPr id="3" name="Footer Placeholder 2">
            <a:extLst xmlns:a="http://schemas.openxmlformats.org/drawingml/2006/main">
              <a:ext uri="{FF2B5EF4-FFF2-40B4-BE49-F238E27FC236}">
                <a16:creationId xmlns:a16="http://schemas.microsoft.com/office/drawing/2014/main" id="{5D703969-9100-4398-1394-9B9B34222C6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D6CFB270-12CC-4B92-85FD-B7710644F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50.xml><?xml version="1.0" encoding="utf-8"?>
<p:sldLayout xmlns:p="http://schemas.openxmlformats.org/presentationml/2006/main" showMasterSp="0" preserve="1" userDrawn="1">
  <p:cSld name="Segue 1">
    <p:bg>
      <p:bgPr>
        <a:blipFill xmlns:a="http://schemas.openxmlformats.org/drawingml/2006/main" rotWithShape="1">
          <a:blip xmlns:r="http://schemas.openxmlformats.org/officeDocument/2006/relationships" r:embed="R6a1f70e92ce14be8">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a:xfrm xmlns:a="http://schemas.openxmlformats.org/drawingml/2006/main">
            <a:off x="323850" y="2492231"/>
            <a:ext cx="7634288" cy="1870075"/>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1.xml><?xml version="1.0" encoding="utf-8"?>
<p:sldLayout xmlns:p="http://schemas.openxmlformats.org/presentationml/2006/main" showMasterSp="0" preserve="1" userDrawn="1">
  <p:cSld name="Segue 2">
    <p:bg>
      <p:bgPr>
        <a:blipFill xmlns:a="http://schemas.openxmlformats.org/drawingml/2006/main" rotWithShape="1">
          <a:blip xmlns:r="http://schemas.openxmlformats.org/officeDocument/2006/relationships" r:embed="R7f4bfa3a8ea54686">
            <a:lum/>
          </a:blip>
          <a:srcRect l="0" t="0" r="0" b="0"/>
          <a:stretch>
            <a:fillRect l="0" t="0" r="0" b="0"/>
          </a:stretch>
        </a:blip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9DF17AB4-9E08-0A74-D302-44EB1D55BE7A}"/>
              </a:ext>
            </a:extLst>
          </p:cNvPr>
          <p:cNvSpPr>
            <a:spLocks xmlns:a="http://schemas.openxmlformats.org/drawingml/2006/main" noGrp="1"/>
          </p:cNvSpPr>
          <p:nvPr>
            <p:ph type="title" idx="0"/>
          </p:nvPr>
        </p:nvSpPr>
        <p:spPr>
          <a:xfrm xmlns:a="http://schemas.openxmlformats.org/drawingml/2006/main">
            <a:off x="323850" y="2492375"/>
            <a:ext cx="7634288" cy="1868488"/>
          </a:xfrm>
        </p:spPr>
        <p:txBody>
          <a:bodyPr xmlns:a="http://schemas.openxmlformats.org/drawingml/2006/main" wrap="square" anchor="ctr">
            <a:noAutofit/>
          </a:bodyPr>
          <a:lstStyle xmlns:a="http://schemas.openxmlformats.org/drawingml/2006/main">
            <a:lvl1pPr>
              <a:buNone/>
              <a:defRPr sz="4000"/>
            </a:lvl1pPr>
          </a:lstStyle>
          <a:p xmlns:a="http://schemas.openxmlformats.org/drawingml/2006/main">
            <a:r>
              <a:t>Click to edit Master title style</a:t>
            </a:r>
          </a:p>
        </p:txBody>
      </p:sp>
    </p:spTree>
  </p:cSld>
</p:sldLayout>
</file>

<file path=ppt/slideLayouts/slideLayout52.xml><?xml version="1.0" encoding="utf-8"?>
<p:sldLayout xmlns:p="http://schemas.openxmlformats.org/presentationml/2006/main" showMasterSp="0" preserve="1" userDrawn="1">
  <p:cSld name="Segue 3">
    <p:bg>
      <p:bgPr>
        <a:solidFill xmlns:a="http://schemas.openxmlformats.org/drawingml/2006/main">
          <a:schemeClr val="tx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591CEAE-269F-9001-82E1-E63AB48127E3}"/>
              </a:ext>
            </a:extLst>
          </p:cNvPr>
          <p:cNvSpPr>
            <a:spLocks xmlns:a="http://schemas.openxmlformats.org/drawingml/2006/main" noGrp="1"/>
          </p:cNvSpPr>
          <p:nvPr>
            <p:ph type="title" idx="0"/>
          </p:nvPr>
        </p:nvSpPr>
        <p:spPr>
          <a:xfrm xmlns:a="http://schemas.openxmlformats.org/drawingml/2006/main">
            <a:off x="323850" y="2492375"/>
            <a:ext cx="7634288" cy="1868487"/>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3.xml><?xml version="1.0" encoding="utf-8"?>
<p:sldLayout xmlns:p="http://schemas.openxmlformats.org/presentationml/2006/main" showMasterSp="0" preserve="1" userDrawn="1">
  <p:cSld name="Segue 4">
    <p:bg>
      <p:bgPr>
        <a:solidFill xmlns:a="http://schemas.openxmlformats.org/drawingml/2006/main">
          <a:schemeClr val="tx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591CEAE-269F-9001-82E1-E63AB48127E3}"/>
              </a:ext>
            </a:extLst>
          </p:cNvPr>
          <p:cNvSpPr>
            <a:spLocks xmlns:a="http://schemas.openxmlformats.org/drawingml/2006/main" noGrp="1"/>
          </p:cNvSpPr>
          <p:nvPr>
            <p:ph type="title" idx="0"/>
          </p:nvPr>
        </p:nvSpPr>
        <p:spPr>
          <a:xfrm xmlns:a="http://schemas.openxmlformats.org/drawingml/2006/main">
            <a:off x="323850" y="2492375"/>
            <a:ext cx="7235825" cy="1868487"/>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4.xml><?xml version="1.0" encoding="utf-8"?>
<p:sldLayout xmlns:p="http://schemas.openxmlformats.org/presentationml/2006/main" showMasterSp="0" preserve="1" userDrawn="1">
  <p:cSld name="Thank you 1">
    <p:bg>
      <p:bgPr>
        <a:blipFill xmlns:a="http://schemas.openxmlformats.org/drawingml/2006/main" rotWithShape="1">
          <a:blip xmlns:r="http://schemas.openxmlformats.org/officeDocument/2006/relationships" r:embed="R172a4c3253754a7c">
            <a:lum/>
          </a:blip>
          <a:srcRect l="0" t="0" r="0" b="0"/>
          <a:stretch>
            <a:fillRect l="0" t="0" r="0" b="0"/>
          </a:stretch>
        </a:blip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25412D7-A614-E163-F131-6847698E7759}"/>
              </a:ext>
            </a:extLst>
          </p:cNvPr>
          <p:cNvSpPr>
            <a:spLocks xmlns:a="http://schemas.openxmlformats.org/drawingml/2006/main" noGrp="1"/>
          </p:cNvSpPr>
          <p:nvPr/>
        </p:nvSpPr>
        <p:spPr>
          <a:xfrm xmlns:a="http://schemas.openxmlformats.org/drawingml/2006/main">
            <a:off x="0" y="1244601"/>
            <a:ext cx="10888663" cy="436721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8BFD99A5-A6E1-0514-02DB-84C6BD18783A}"/>
              </a:ext>
            </a:extLst>
          </p:cNvPr>
          <p:cNvSpPr>
            <a:spLocks xmlns:a="http://schemas.openxmlformats.org/drawingml/2006/main" noGrp="1"/>
          </p:cNvSpPr>
          <p:nvPr>
            <p:ph type="title" idx="0" hasCustomPrompt="1"/>
          </p:nvPr>
        </p:nvSpPr>
        <p:spPr>
          <a:xfrm xmlns:a="http://schemas.openxmlformats.org/drawingml/2006/main">
            <a:off x="323850" y="3114676"/>
            <a:ext cx="2749550" cy="623888"/>
          </a:xfrm>
        </p:spPr>
        <p:txBody>
          <a:bodyPr xmlns:a="http://schemas.openxmlformats.org/drawingml/2006/main" anchor="ctr"/>
          <a:lstStyle xmlns:a="http://schemas.openxmlformats.org/drawingml/2006/main">
            <a:lvl1pPr>
              <a:buNone/>
              <a:defRPr/>
            </a:lvl1pPr>
          </a:lstStyle>
          <a:p xmlns:a="http://schemas.openxmlformats.org/drawingml/2006/main">
            <a:r>
              <a:t>Thank you</a:t>
            </a:r>
          </a:p>
        </p:txBody>
      </p:sp>
      <p:pic>
        <p:nvPicPr>
          <p:cNvPr id="7" name="Picture 7"/>
          <p:cNvPicPr>
            <a:picLocks xmlns:a="http://schemas.openxmlformats.org/drawingml/2006/main" noChangeAspect="1"/>
          </p:cNvPicPr>
          <p:nvPr/>
        </p:nvPicPr>
        <p:blipFill>
          <a:blip xmlns:r="http://schemas.openxmlformats.org/officeDocument/2006/relationships" xmlns:a="http://schemas.openxmlformats.org/drawingml/2006/main" r:embed="Ra1e524ff100e4360">
            <a:extLst>
              <a:ext uri="{96DAC541-7B7A-43D3-8B79-37D633B846F1}">
                <asvg:svgBlip xmlns:asvg="http://schemas.microsoft.com/office/drawing/2016/SVG/main" r:embed="R00a8fbe516d943e2"/>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55.xml><?xml version="1.0" encoding="utf-8"?>
<p:sldLayout xmlns:p="http://schemas.openxmlformats.org/presentationml/2006/main" showMasterSp="0" preserve="1" userDrawn="1">
  <p:cSld name="Thank you 2">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8BFD99A5-A6E1-0514-02DB-84C6BD18783A}"/>
              </a:ext>
            </a:extLst>
          </p:cNvPr>
          <p:cNvSpPr>
            <a:spLocks xmlns:a="http://schemas.openxmlformats.org/drawingml/2006/main" noGrp="1"/>
          </p:cNvSpPr>
          <p:nvPr>
            <p:ph type="title" idx="0" hasCustomPrompt="1"/>
          </p:nvPr>
        </p:nvSpPr>
        <p:spPr>
          <a:xfrm xmlns:a="http://schemas.openxmlformats.org/drawingml/2006/main">
            <a:off x="323850" y="3114676"/>
            <a:ext cx="2749550" cy="623888"/>
          </a:xfrm>
        </p:spPr>
        <p:txBody>
          <a:bodyPr xmlns:a="http://schemas.openxmlformats.org/drawingml/2006/main" anchor="ctr"/>
          <a:lstStyle xmlns:a="http://schemas.openxmlformats.org/drawingml/2006/main">
            <a:lvl1pPr>
              <a:buNone/>
              <a:defRPr/>
            </a:lvl1pPr>
          </a:lstStyle>
          <a:p xmlns:a="http://schemas.openxmlformats.org/drawingml/2006/main">
            <a:r>
              <a:t>Thank you</a:t>
            </a:r>
          </a:p>
        </p:txBody>
      </p:sp>
    </p:spTree>
  </p:cSld>
</p:sldLayout>
</file>

<file path=ppt/slideLayouts/slideLayout56.xml><?xml version="1.0" encoding="utf-8"?>
<p:sldLayout xmlns:p="http://schemas.openxmlformats.org/presentationml/2006/main" showMasterSp="0" preserve="1" userDrawn="1">
  <p:cSld name="Closing 1">
    <p:spTree>
      <p:nvGrpSpPr>
        <p:cNvPr id="1" name=""/>
        <p:cNvGrpSpPr/>
        <p:nvPr/>
      </p:nvGrpSpPr>
      <p:grpSpPr>
        <a:xfrm xmlns:a="http://schemas.openxmlformats.org/drawingml/2006/main"/>
      </p:grpSpPr>
      <p:sp>
        <p:nvSpPr>
          <p:cNvPr id="4" name="Freeform 24">
            <a:extLst xmlns:a="http://schemas.openxmlformats.org/drawingml/2006/main">
              <a:ext uri="{FF2B5EF4-FFF2-40B4-BE49-F238E27FC236}">
                <a16:creationId xmlns:a16="http://schemas.microsoft.com/office/drawing/2014/main" id="{0848F511-CD0C-4E21-1411-CA7D0F6E3A43}"/>
              </a:ext>
            </a:extLst>
          </p:cNvPr>
          <p:cNvSpPr>
            <a:spLocks xmlns:a="http://schemas.openxmlformats.org/drawingml/2006/main" noGrp="1"/>
          </p:cNvSpPr>
          <p:nvPr/>
        </p:nvSpPr>
        <p:spPr>
          <a:xfrm xmlns:a="http://schemas.openxmlformats.org/drawingml/2006/main">
            <a:off x="5831690" y="3403715"/>
            <a:ext cx="53378" cy="210276"/>
          </a:xfrm>
          <a:custGeom xmlns:a="http://schemas.openxmlformats.org/drawingml/2006/main">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rect l="l" t="t" r="r" b="b"/>
            <a:pathLst>
              <a:path w="44467" h="175170">
                <a:moveTo>
                  <a:pt x="0" y="0"/>
                </a:moveTo>
                <a:lnTo>
                  <a:pt x="44467" y="0"/>
                </a:lnTo>
                <a:lnTo>
                  <a:pt x="44467" y="175170"/>
                </a:lnTo>
                <a:lnTo>
                  <a:pt x="0" y="175170"/>
                </a:lnTo>
                <a:close/>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xmlns:a="http://schemas.openxmlformats.org/drawingml/2006/main">
              <a:ext uri="{FF2B5EF4-FFF2-40B4-BE49-F238E27FC236}">
                <a16:creationId xmlns:a16="http://schemas.microsoft.com/office/drawing/2014/main" id="{CE7BD058-D0FF-047D-F5E7-7A0A610E086D}"/>
              </a:ext>
            </a:extLst>
          </p:cNvPr>
          <p:cNvSpPr>
            <a:spLocks xmlns:a="http://schemas.openxmlformats.org/drawingml/2006/main" noGrp="1"/>
          </p:cNvSpPr>
          <p:nvPr/>
        </p:nvSpPr>
        <p:spPr>
          <a:xfrm xmlns:a="http://schemas.openxmlformats.org/drawingml/2006/main">
            <a:off x="6154144" y="3400033"/>
            <a:ext cx="161334" cy="217748"/>
          </a:xfrm>
          <a:custGeom xmlns:a="http://schemas.openxmlformats.org/drawingml/2006/main">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xmlns:a="http://schemas.openxmlformats.org/drawingml/2006/main">
              <a:ext uri="{FF2B5EF4-FFF2-40B4-BE49-F238E27FC236}">
                <a16:creationId xmlns:a16="http://schemas.microsoft.com/office/drawing/2014/main" id="{83623A44-0F0F-1370-66F6-0846CAF90985}"/>
              </a:ext>
            </a:extLst>
          </p:cNvPr>
          <p:cNvSpPr>
            <a:spLocks xmlns:a="http://schemas.openxmlformats.org/drawingml/2006/main" noGrp="1"/>
          </p:cNvSpPr>
          <p:nvPr/>
        </p:nvSpPr>
        <p:spPr>
          <a:xfrm xmlns:a="http://schemas.openxmlformats.org/drawingml/2006/main">
            <a:off x="5597040" y="3400033"/>
            <a:ext cx="161553" cy="217748"/>
          </a:xfrm>
          <a:custGeom xmlns:a="http://schemas.openxmlformats.org/drawingml/2006/main">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xmlns:a="http://schemas.openxmlformats.org/drawingml/2006/main">
              <a:ext uri="{FF2B5EF4-FFF2-40B4-BE49-F238E27FC236}">
                <a16:creationId xmlns:a16="http://schemas.microsoft.com/office/drawing/2014/main" id="{8ABAB402-379C-A6D8-AF39-B22717AC8652}"/>
              </a:ext>
            </a:extLst>
          </p:cNvPr>
          <p:cNvSpPr>
            <a:spLocks xmlns:a="http://schemas.openxmlformats.org/drawingml/2006/main" noGrp="1"/>
          </p:cNvSpPr>
          <p:nvPr/>
        </p:nvSpPr>
        <p:spPr>
          <a:xfrm xmlns:a="http://schemas.openxmlformats.org/drawingml/2006/main">
            <a:off x="6375724" y="3399999"/>
            <a:ext cx="219185" cy="218412"/>
          </a:xfrm>
          <a:custGeom xmlns:a="http://schemas.openxmlformats.org/drawingml/2006/main">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xmlns:a="http://schemas.openxmlformats.org/drawingml/2006/main">
              <a:ext uri="{FF2B5EF4-FFF2-40B4-BE49-F238E27FC236}">
                <a16:creationId xmlns:a16="http://schemas.microsoft.com/office/drawing/2014/main" id="{A0F49F63-D861-23D0-7A32-6898EA38AA9E}"/>
              </a:ext>
            </a:extLst>
          </p:cNvPr>
          <p:cNvSpPr>
            <a:spLocks xmlns:a="http://schemas.openxmlformats.org/drawingml/2006/main" noGrp="1"/>
          </p:cNvSpPr>
          <p:nvPr/>
        </p:nvSpPr>
        <p:spPr>
          <a:xfrm xmlns:a="http://schemas.openxmlformats.org/drawingml/2006/main">
            <a:off x="5956314" y="3399925"/>
            <a:ext cx="145321" cy="217856"/>
          </a:xfrm>
          <a:custGeom xmlns:a="http://schemas.openxmlformats.org/drawingml/2006/main">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xmlns:a="http://schemas.openxmlformats.org/drawingml/2006/main">
              <a:ext uri="{FF2B5EF4-FFF2-40B4-BE49-F238E27FC236}">
                <a16:creationId xmlns:a16="http://schemas.microsoft.com/office/drawing/2014/main" id="{62CA1BBC-594E-0B3B-ACB5-5180E647EB68}"/>
              </a:ext>
            </a:extLst>
          </p:cNvPr>
          <p:cNvSpPr>
            <a:spLocks xmlns:a="http://schemas.openxmlformats.org/drawingml/2006/main" noGrp="1"/>
          </p:cNvSpPr>
          <p:nvPr/>
        </p:nvSpPr>
        <p:spPr>
          <a:xfrm xmlns:a="http://schemas.openxmlformats.org/drawingml/2006/main">
            <a:off x="5487122" y="3151534"/>
            <a:ext cx="53051" cy="106155"/>
          </a:xfrm>
          <a:custGeom xmlns:a="http://schemas.openxmlformats.org/drawingml/2006/main">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xmlns:a="http://schemas.openxmlformats.org/drawingml/2006/main">
              <a:ext uri="{FF2B5EF4-FFF2-40B4-BE49-F238E27FC236}">
                <a16:creationId xmlns:a16="http://schemas.microsoft.com/office/drawing/2014/main" id="{51B57147-07A3-179D-3B44-669E31BA0779}"/>
              </a:ext>
            </a:extLst>
          </p:cNvPr>
          <p:cNvSpPr>
            <a:spLocks xmlns:a="http://schemas.openxmlformats.org/drawingml/2006/main" noGrp="1"/>
          </p:cNvSpPr>
          <p:nvPr/>
        </p:nvSpPr>
        <p:spPr>
          <a:xfrm xmlns:a="http://schemas.openxmlformats.org/drawingml/2006/main">
            <a:off x="5632989" y="3079095"/>
            <a:ext cx="52943" cy="180175"/>
          </a:xfrm>
          <a:custGeom xmlns:a="http://schemas.openxmlformats.org/drawingml/2006/main">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xmlns:a="http://schemas.openxmlformats.org/drawingml/2006/main">
              <a:ext uri="{FF2B5EF4-FFF2-40B4-BE49-F238E27FC236}">
                <a16:creationId xmlns:a16="http://schemas.microsoft.com/office/drawing/2014/main" id="{D2F4977B-6C3A-1749-28D3-74067758D800}"/>
              </a:ext>
            </a:extLst>
          </p:cNvPr>
          <p:cNvSpPr>
            <a:spLocks xmlns:a="http://schemas.openxmlformats.org/drawingml/2006/main" noGrp="1"/>
          </p:cNvSpPr>
          <p:nvPr/>
        </p:nvSpPr>
        <p:spPr>
          <a:xfrm xmlns:a="http://schemas.openxmlformats.org/drawingml/2006/main">
            <a:off x="5778528" y="2980021"/>
            <a:ext cx="52943" cy="331765"/>
          </a:xfrm>
          <a:custGeom xmlns:a="http://schemas.openxmlformats.org/drawingml/2006/main">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xmlns:a="http://schemas.openxmlformats.org/drawingml/2006/main">
              <a:ext uri="{FF2B5EF4-FFF2-40B4-BE49-F238E27FC236}">
                <a16:creationId xmlns:a16="http://schemas.microsoft.com/office/drawing/2014/main" id="{7539BE40-6861-0AFB-E72A-25B2630122C7}"/>
              </a:ext>
            </a:extLst>
          </p:cNvPr>
          <p:cNvSpPr>
            <a:spLocks xmlns:a="http://schemas.openxmlformats.org/drawingml/2006/main" noGrp="1"/>
          </p:cNvSpPr>
          <p:nvPr/>
        </p:nvSpPr>
        <p:spPr>
          <a:xfrm xmlns:a="http://schemas.openxmlformats.org/drawingml/2006/main">
            <a:off x="5924177" y="3079095"/>
            <a:ext cx="52943" cy="180175"/>
          </a:xfrm>
          <a:custGeom xmlns:a="http://schemas.openxmlformats.org/drawingml/2006/main">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xmlns:a="http://schemas.openxmlformats.org/drawingml/2006/main">
              <a:ext uri="{FF2B5EF4-FFF2-40B4-BE49-F238E27FC236}">
                <a16:creationId xmlns:a16="http://schemas.microsoft.com/office/drawing/2014/main" id="{8726BE87-6F3D-1887-CD70-E89DF7FE7BFC}"/>
              </a:ext>
            </a:extLst>
          </p:cNvPr>
          <p:cNvSpPr>
            <a:spLocks xmlns:a="http://schemas.openxmlformats.org/drawingml/2006/main" noGrp="1"/>
          </p:cNvSpPr>
          <p:nvPr/>
        </p:nvSpPr>
        <p:spPr>
          <a:xfrm xmlns:a="http://schemas.openxmlformats.org/drawingml/2006/main">
            <a:off x="6069283" y="3151531"/>
            <a:ext cx="52943" cy="107738"/>
          </a:xfrm>
          <a:custGeom xmlns:a="http://schemas.openxmlformats.org/drawingml/2006/main">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xmlns:a="http://schemas.openxmlformats.org/drawingml/2006/main">
              <a:ext uri="{FF2B5EF4-FFF2-40B4-BE49-F238E27FC236}">
                <a16:creationId xmlns:a16="http://schemas.microsoft.com/office/drawing/2014/main" id="{EB3564BA-B2F9-645B-AD4D-30EC3199A221}"/>
              </a:ext>
            </a:extLst>
          </p:cNvPr>
          <p:cNvSpPr>
            <a:spLocks xmlns:a="http://schemas.openxmlformats.org/drawingml/2006/main" noGrp="1"/>
          </p:cNvSpPr>
          <p:nvPr/>
        </p:nvSpPr>
        <p:spPr>
          <a:xfrm xmlns:a="http://schemas.openxmlformats.org/drawingml/2006/main">
            <a:off x="6215310" y="3077407"/>
            <a:ext cx="52946" cy="181863"/>
          </a:xfrm>
          <a:custGeom xmlns:a="http://schemas.openxmlformats.org/drawingml/2006/main">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xmlns:a="http://schemas.openxmlformats.org/drawingml/2006/main">
              <a:ext uri="{FF2B5EF4-FFF2-40B4-BE49-F238E27FC236}">
                <a16:creationId xmlns:a16="http://schemas.microsoft.com/office/drawing/2014/main" id="{0B4EEF7D-1D1F-7611-2AD6-3168E2EE165C}"/>
              </a:ext>
            </a:extLst>
          </p:cNvPr>
          <p:cNvSpPr>
            <a:spLocks xmlns:a="http://schemas.openxmlformats.org/drawingml/2006/main" noGrp="1"/>
          </p:cNvSpPr>
          <p:nvPr/>
        </p:nvSpPr>
        <p:spPr>
          <a:xfrm xmlns:a="http://schemas.openxmlformats.org/drawingml/2006/main">
            <a:off x="6360959" y="2978332"/>
            <a:ext cx="52948" cy="335140"/>
          </a:xfrm>
          <a:custGeom xmlns:a="http://schemas.openxmlformats.org/drawingml/2006/main">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xmlns:a="http://schemas.openxmlformats.org/drawingml/2006/main">
              <a:ext uri="{FF2B5EF4-FFF2-40B4-BE49-F238E27FC236}">
                <a16:creationId xmlns:a16="http://schemas.microsoft.com/office/drawing/2014/main" id="{9A55B643-50C9-ECA1-F047-7AF4A01DADB7}"/>
              </a:ext>
            </a:extLst>
          </p:cNvPr>
          <p:cNvSpPr>
            <a:spLocks xmlns:a="http://schemas.openxmlformats.org/drawingml/2006/main" noGrp="1"/>
          </p:cNvSpPr>
          <p:nvPr/>
        </p:nvSpPr>
        <p:spPr>
          <a:xfrm xmlns:a="http://schemas.openxmlformats.org/drawingml/2006/main">
            <a:off x="6506338" y="3078987"/>
            <a:ext cx="53160" cy="180286"/>
          </a:xfrm>
          <a:custGeom xmlns:a="http://schemas.openxmlformats.org/drawingml/2006/main">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xmlns:a="http://schemas.openxmlformats.org/drawingml/2006/main">
              <a:ext uri="{FF2B5EF4-FFF2-40B4-BE49-F238E27FC236}">
                <a16:creationId xmlns:a16="http://schemas.microsoft.com/office/drawing/2014/main" id="{46A6ACD1-E596-9055-243C-B9CF5CFB813D}"/>
              </a:ext>
            </a:extLst>
          </p:cNvPr>
          <p:cNvSpPr>
            <a:spLocks xmlns:a="http://schemas.openxmlformats.org/drawingml/2006/main" noGrp="1"/>
          </p:cNvSpPr>
          <p:nvPr/>
        </p:nvSpPr>
        <p:spPr>
          <a:xfrm xmlns:a="http://schemas.openxmlformats.org/drawingml/2006/main">
            <a:off x="6651932" y="3151534"/>
            <a:ext cx="52946" cy="109425"/>
          </a:xfrm>
          <a:custGeom xmlns:a="http://schemas.openxmlformats.org/drawingml/2006/main">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2dfd5e7777944196" /><Relationship Type="http://schemas.openxmlformats.org/officeDocument/2006/relationships/image" Target="/ppt/media/image.svg" Id="R3258f7dfaae14668" /><Relationship Type="http://schemas.openxmlformats.org/officeDocument/2006/relationships/theme" Target="/ppt/slideMasters/theme/theme2.xml" Id="R7f99cc48572c47c6" /><Relationship Type="http://schemas.openxmlformats.org/officeDocument/2006/relationships/slideLayout" Target="/ppt/slideLayouts/slideLayout1.xml" Id="R6349f84c878946b2" /><Relationship Type="http://schemas.openxmlformats.org/officeDocument/2006/relationships/slideLayout" Target="/ppt/slideLayouts/slideLayout2.xml" Id="Rbcb007d29c624640" /><Relationship Type="http://schemas.openxmlformats.org/officeDocument/2006/relationships/slideLayout" Target="/ppt/slideLayouts/slideLayout3.xml" Id="R37da21cfe4d94305" /><Relationship Type="http://schemas.openxmlformats.org/officeDocument/2006/relationships/slideLayout" Target="/ppt/slideLayouts/slideLayout4.xml" Id="Rf8a8c32de4df4dd3" /><Relationship Type="http://schemas.openxmlformats.org/officeDocument/2006/relationships/slideLayout" Target="/ppt/slideLayouts/slideLayout5.xml" Id="R3e16e5fffc614e64" /><Relationship Type="http://schemas.openxmlformats.org/officeDocument/2006/relationships/slideLayout" Target="/ppt/slideLayouts/slideLayout6.xml" Id="R969cb10f48874d8a" /><Relationship Type="http://schemas.openxmlformats.org/officeDocument/2006/relationships/slideLayout" Target="/ppt/slideLayouts/slideLayout7.xml" Id="R9c1481a012804c7c" /><Relationship Type="http://schemas.openxmlformats.org/officeDocument/2006/relationships/slideLayout" Target="/ppt/slideLayouts/slideLayout8.xml" Id="R99b6bc8865184321" /><Relationship Type="http://schemas.openxmlformats.org/officeDocument/2006/relationships/slideLayout" Target="/ppt/slideLayouts/slideLayout9.xml" Id="R0a5ade31932d45c5" /><Relationship Type="http://schemas.openxmlformats.org/officeDocument/2006/relationships/slideLayout" Target="/ppt/slideLayouts/slideLayout10.xml" Id="Recca4053dd0b445f" /><Relationship Type="http://schemas.openxmlformats.org/officeDocument/2006/relationships/slideLayout" Target="/ppt/slideLayouts/slideLayout11.xml" Id="Rb30d8cfa73f14adc" /><Relationship Type="http://schemas.openxmlformats.org/officeDocument/2006/relationships/slideLayout" Target="/ppt/slideLayouts/slideLayout12.xml" Id="R60c3a990b2524be1" /><Relationship Type="http://schemas.openxmlformats.org/officeDocument/2006/relationships/slideLayout" Target="/ppt/slideLayouts/slideLayout13.xml" Id="Re6ac77de3e844bcc" /><Relationship Type="http://schemas.openxmlformats.org/officeDocument/2006/relationships/slideLayout" Target="/ppt/slideLayouts/slideLayout14.xml" Id="Rf60761821fd544d4" /><Relationship Type="http://schemas.openxmlformats.org/officeDocument/2006/relationships/slideLayout" Target="/ppt/slideLayouts/slideLayout15.xml" Id="Ra24afd9f0bae4ae2" /><Relationship Type="http://schemas.openxmlformats.org/officeDocument/2006/relationships/slideLayout" Target="/ppt/slideLayouts/slideLayout16.xml" Id="Rc1fc676d81964533" /><Relationship Type="http://schemas.openxmlformats.org/officeDocument/2006/relationships/slideLayout" Target="/ppt/slideLayouts/slideLayout17.xml" Id="Re3a0ea964a794eba" /><Relationship Type="http://schemas.openxmlformats.org/officeDocument/2006/relationships/slideLayout" Target="/ppt/slideLayouts/slideLayout18.xml" Id="Re6648176d1cc405f" /><Relationship Type="http://schemas.openxmlformats.org/officeDocument/2006/relationships/slideLayout" Target="/ppt/slideLayouts/slideLayout19.xml" Id="R355c67812e9e4b1d" /><Relationship Type="http://schemas.openxmlformats.org/officeDocument/2006/relationships/slideLayout" Target="/ppt/slideLayouts/slideLayout20.xml" Id="Rab05620782cd4966" /><Relationship Type="http://schemas.openxmlformats.org/officeDocument/2006/relationships/slideLayout" Target="/ppt/slideLayouts/slideLayout21.xml" Id="R96dc183ddce348fd" /><Relationship Type="http://schemas.openxmlformats.org/officeDocument/2006/relationships/slideLayout" Target="/ppt/slideLayouts/slideLayout22.xml" Id="R2817bfd3aaaf48a3" /><Relationship Type="http://schemas.openxmlformats.org/officeDocument/2006/relationships/slideLayout" Target="/ppt/slideLayouts/slideLayout23.xml" Id="Ree61441b94974e84" /><Relationship Type="http://schemas.openxmlformats.org/officeDocument/2006/relationships/slideLayout" Target="/ppt/slideLayouts/slideLayout24.xml" Id="Ra4aab906b8d44414" /><Relationship Type="http://schemas.openxmlformats.org/officeDocument/2006/relationships/slideLayout" Target="/ppt/slideLayouts/slideLayout25.xml" Id="R2ec2e0249d1942ed" /><Relationship Type="http://schemas.openxmlformats.org/officeDocument/2006/relationships/slideLayout" Target="/ppt/slideLayouts/slideLayout26.xml" Id="R8c65cc0efa4f4584" /><Relationship Type="http://schemas.openxmlformats.org/officeDocument/2006/relationships/slideLayout" Target="/ppt/slideLayouts/slideLayout27.xml" Id="R52b9660b54a54488" /><Relationship Type="http://schemas.openxmlformats.org/officeDocument/2006/relationships/slideLayout" Target="/ppt/slideLayouts/slideLayout28.xml" Id="R8db56c1ee0074bd9" /><Relationship Type="http://schemas.openxmlformats.org/officeDocument/2006/relationships/slideLayout" Target="/ppt/slideLayouts/slideLayout29.xml" Id="Ra941f0648bda42e2" /><Relationship Type="http://schemas.openxmlformats.org/officeDocument/2006/relationships/slideLayout" Target="/ppt/slideLayouts/slideLayout30.xml" Id="R8b51aaa20e7b4aa3" /><Relationship Type="http://schemas.openxmlformats.org/officeDocument/2006/relationships/slideLayout" Target="/ppt/slideLayouts/slideLayout31.xml" Id="Rc289d98332084c1d" /><Relationship Type="http://schemas.openxmlformats.org/officeDocument/2006/relationships/slideLayout" Target="/ppt/slideLayouts/slideLayout32.xml" Id="R60f1a2a6e5c14e58" /><Relationship Type="http://schemas.openxmlformats.org/officeDocument/2006/relationships/slideLayout" Target="/ppt/slideLayouts/slideLayout33.xml" Id="R4d2b6d0084e6405e" /><Relationship Type="http://schemas.openxmlformats.org/officeDocument/2006/relationships/slideLayout" Target="/ppt/slideLayouts/slideLayout34.xml" Id="R935d94f25307460b" /><Relationship Type="http://schemas.openxmlformats.org/officeDocument/2006/relationships/slideLayout" Target="/ppt/slideLayouts/slideLayout35.xml" Id="Rdf7f482ee59b44f0" /><Relationship Type="http://schemas.openxmlformats.org/officeDocument/2006/relationships/slideLayout" Target="/ppt/slideLayouts/slideLayout36.xml" Id="R379dab5ba399442b" /><Relationship Type="http://schemas.openxmlformats.org/officeDocument/2006/relationships/slideLayout" Target="/ppt/slideLayouts/slideLayout37.xml" Id="R9e021a110caf4e44" /><Relationship Type="http://schemas.openxmlformats.org/officeDocument/2006/relationships/slideLayout" Target="/ppt/slideLayouts/slideLayout38.xml" Id="Rbc9344ed71ac4a17" /><Relationship Type="http://schemas.openxmlformats.org/officeDocument/2006/relationships/slideLayout" Target="/ppt/slideLayouts/slideLayout39.xml" Id="Rb417250898ff458d" /><Relationship Type="http://schemas.openxmlformats.org/officeDocument/2006/relationships/slideLayout" Target="/ppt/slideLayouts/slideLayout40.xml" Id="R5543c7bdfbb14e71" /><Relationship Type="http://schemas.openxmlformats.org/officeDocument/2006/relationships/slideLayout" Target="/ppt/slideLayouts/slideLayout41.xml" Id="R132e638afa4b478f" /><Relationship Type="http://schemas.openxmlformats.org/officeDocument/2006/relationships/slideLayout" Target="/ppt/slideLayouts/slideLayout42.xml" Id="Rd05583b1f05a42d3" /><Relationship Type="http://schemas.openxmlformats.org/officeDocument/2006/relationships/slideLayout" Target="/ppt/slideLayouts/slideLayout43.xml" Id="Rc70c32e320d9476d" /><Relationship Type="http://schemas.openxmlformats.org/officeDocument/2006/relationships/slideLayout" Target="/ppt/slideLayouts/slideLayout44.xml" Id="R487a527115974bff" /><Relationship Type="http://schemas.openxmlformats.org/officeDocument/2006/relationships/slideLayout" Target="/ppt/slideLayouts/slideLayout45.xml" Id="R55e7c1c7cbd64edc" /><Relationship Type="http://schemas.openxmlformats.org/officeDocument/2006/relationships/slideLayout" Target="/ppt/slideLayouts/slideLayout46.xml" Id="R209e88da55134483" /><Relationship Type="http://schemas.openxmlformats.org/officeDocument/2006/relationships/slideLayout" Target="/ppt/slideLayouts/slideLayout47.xml" Id="R05fcea5771434a02" /><Relationship Type="http://schemas.openxmlformats.org/officeDocument/2006/relationships/slideLayout" Target="/ppt/slideLayouts/slideLayout48.xml" Id="Rdf7cf02bfbc44bc6" /><Relationship Type="http://schemas.openxmlformats.org/officeDocument/2006/relationships/slideLayout" Target="/ppt/slideLayouts/slideLayout49.xml" Id="R990e2eb0382c46b8" /><Relationship Type="http://schemas.openxmlformats.org/officeDocument/2006/relationships/slideLayout" Target="/ppt/slideLayouts/slideLayout50.xml" Id="R211f967604da4dcc" /><Relationship Type="http://schemas.openxmlformats.org/officeDocument/2006/relationships/slideLayout" Target="/ppt/slideLayouts/slideLayout51.xml" Id="Rc83566562ef54b0a" /><Relationship Type="http://schemas.openxmlformats.org/officeDocument/2006/relationships/slideLayout" Target="/ppt/slideLayouts/slideLayout52.xml" Id="R8aedea82da424121" /><Relationship Type="http://schemas.openxmlformats.org/officeDocument/2006/relationships/slideLayout" Target="/ppt/slideLayouts/slideLayout53.xml" Id="R10039c69d42f4065" /><Relationship Type="http://schemas.openxmlformats.org/officeDocument/2006/relationships/slideLayout" Target="/ppt/slideLayouts/slideLayout54.xml" Id="R08a776d608f44acc" /><Relationship Type="http://schemas.openxmlformats.org/officeDocument/2006/relationships/slideLayout" Target="/ppt/slideLayouts/slideLayout55.xml" Id="R0439cd071fcb46b4" /><Relationship Type="http://schemas.openxmlformats.org/officeDocument/2006/relationships/slideLayout" Target="/ppt/slideLayouts/slideLayout56.xml" Id="Re7bbf3faa4e243cd" /></Relationships>
</file>

<file path=ppt/slideMasters/slideMaster1.xml><?xml version="1.0" encoding="utf-8"?>
<p:sldMaster xmlns:p="http://schemas.openxmlformats.org/presentationml/2006/main">
  <p:cSld>
    <p:bg>
      <p:bgPr>
        <a:solidFill xmlns:a="http://schemas.openxmlformats.org/drawingml/2006/main">
          <a:schemeClr val="tx1"/>
        </a:solidFill>
      </p:bgPr>
    </p:bg>
    <p:spTree>
      <p:nvGrpSpPr>
        <p:cNvPr id="1" name=""/>
        <p:cNvGrpSpPr/>
        <p:nvPr/>
      </p:nvGrpSpPr>
      <p:grpSpPr>
        <a:xfrm xmlns:a="http://schemas.openxmlformats.org/drawingml/2006/main"/>
      </p:grpSpPr>
      <p:sp>
        <p:nvSpPr>
          <p:cNvPr id="3" name="Title Placeholder 1">
            <a:extLst xmlns:a="http://schemas.openxmlformats.org/drawingml/2006/main">
              <a:ext uri="{FF2B5EF4-FFF2-40B4-BE49-F238E27FC236}">
                <a16:creationId xmlns:a16="http://schemas.microsoft.com/office/drawing/2014/main" id="{F21F2830-F0A3-2EAC-C709-5C928A8C49EF}"/>
              </a:ext>
            </a:extLst>
          </p:cNvPr>
          <p:cNvSpPr>
            <a:spLocks xmlns:a="http://schemas.openxmlformats.org/drawingml/2006/main" noGrp="1"/>
          </p:cNvSpPr>
          <p:nvPr>
            <p:ph type="title" idx="0"/>
          </p:nvPr>
        </p:nvSpPr>
        <p:spPr>
          <a:xfrm xmlns:a="http://schemas.openxmlformats.org/drawingml/2006/main">
            <a:off x="323850" y="298146"/>
            <a:ext cx="11544300" cy="492443"/>
          </a:xfrm>
          <a:prstGeom xmlns:a="http://schemas.openxmlformats.org/drawingml/2006/main" prst="rect">
            <a:avLst/>
          </a:prstGeom>
          <a:noFill xmlns:a="http://schemas.openxmlformats.org/drawingml/2006/main"/>
        </p:spPr>
        <p:txBody>
          <a:bodyPr xmlns:a="http://schemas.openxmlformats.org/drawingml/2006/main" vert="horz" lIns="0" tIns="0" rIns="0" bIns="0" anchor="t">
            <a:noAutofit/>
          </a:bodyPr>
          <a:lstStyle xmlns:a="http://schemas.openxmlformats.org/drawingml/2006/main"/>
          <a:p xmlns:a="http://schemas.openxmlformats.org/drawingml/2006/main">
            <a:r>
              <a:t>Click to edit Master title style</a:t>
            </a:r>
          </a:p>
        </p:txBody>
      </p:sp>
      <p:sp>
        <p:nvSpPr>
          <p:cNvPr id="7" name="Text Placeholder 2">
            <a:extLst xmlns:a="http://schemas.openxmlformats.org/drawingml/2006/main">
              <a:ext uri="{FF2B5EF4-FFF2-40B4-BE49-F238E27FC236}">
                <a16:creationId xmlns:a16="http://schemas.microsoft.com/office/drawing/2014/main" id="{455BE63C-8C0C-FC75-3DF2-F8F96A3C87BE}"/>
              </a:ext>
            </a:extLst>
          </p:cNvPr>
          <p:cNvSpPr>
            <a:spLocks xmlns:a="http://schemas.openxmlformats.org/drawingml/2006/main" noGrp="1"/>
          </p:cNvSpPr>
          <p:nvPr>
            <p:ph type="body" idx="1"/>
          </p:nvPr>
        </p:nvSpPr>
        <p:spPr>
          <a:xfrm xmlns:a="http://schemas.openxmlformats.org/drawingml/2006/main">
            <a:off x="323754" y="1244599"/>
            <a:ext cx="11544396" cy="4835321"/>
          </a:xfrm>
          <a:prstGeom xmlns:a="http://schemas.openxmlformats.org/drawingml/2006/main" prst="rect">
            <a:avLst/>
          </a:prstGeom>
          <a:noFill xmlns:a="http://schemas.openxmlformats.org/drawingml/2006/main"/>
        </p:spPr>
        <p:txBody>
          <a:bodyPr xmlns:a="http://schemas.openxmlformats.org/drawingml/2006/main" vert="horz" lIns="0" tIns="0" rIns="0" bIns="0">
            <a:no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Rectangle 4">
            <a:extLst xmlns:a="http://schemas.openxmlformats.org/drawingml/2006/main">
              <a:ext uri="{FF2B5EF4-FFF2-40B4-BE49-F238E27FC236}">
                <a16:creationId xmlns:a16="http://schemas.microsoft.com/office/drawing/2014/main" id="{239B4362-70A2-3ADC-C4AA-ADA6E4E09C94}"/>
              </a:ext>
            </a:extLst>
          </p:cNvPr>
          <p:cNvSpPr>
            <a:spLocks xmlns:a="http://schemas.openxmlformats.org/drawingml/2006/main" noGrp="1"/>
          </p:cNvSpPr>
          <p:nvPr/>
        </p:nvSpPr>
        <p:spPr>
          <a:xfrm xmlns:a="http://schemas.openxmlformats.org/drawingml/2006/main">
            <a:off x="323850" y="6448930"/>
            <a:ext cx="3285935" cy="409069"/>
          </a:xfrm>
          <a:prstGeom xmlns:a="http://schemas.openxmlformats.org/drawingml/2006/main" prst="rect">
            <a:avLst/>
          </a:prstGeom>
          <a:noFill xmlns:a="http://schemas.openxmlformats.org/drawingml/2006/main"/>
          <a:ln xmlns:a="http://schemas.openxmlformats.org/drawingml/2006/main" w="9525">
            <a:noFill/>
          </a:ln>
        </p:spPr>
        <p:txBody>
          <a:bodyPr xmlns:a="http://schemas.openxmlformats.org/drawingml/2006/main" wrap="square" lIns="0" tIns="0" rIns="0" bIns="0" anchor="t">
            <a:noAutofit/>
          </a:bodyPr>
          <a:lstStyle xmlns:a="http://schemas.openxmlformats.org/drawingml/2006/main"/>
          <a:p xmlns:a="http://schemas.openxmlformats.org/drawingml/2006/main">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xmlns:a="http://schemas.openxmlformats.org/drawingml/2006/main">
              <a:ext uri="{FF2B5EF4-FFF2-40B4-BE49-F238E27FC236}">
                <a16:creationId xmlns:a16="http://schemas.microsoft.com/office/drawing/2014/main" id="{B042B348-7CFA-9BD7-7FBA-A3E160A67776}"/>
              </a:ext>
            </a:extLst>
          </p:cNvPr>
          <p:cNvSpPr>
            <a:spLocks xmlns:a="http://schemas.openxmlformats.org/drawingml/2006/main" noGrp="1"/>
          </p:cNvSpPr>
          <p:nvPr>
            <p:ph type="ftr" idx="3"/>
          </p:nvPr>
        </p:nvSpPr>
        <p:spPr>
          <a:xfrm xmlns:a="http://schemas.openxmlformats.org/drawingml/2006/main">
            <a:off x="4230688" y="6445885"/>
            <a:ext cx="3727450" cy="411480"/>
          </a:xfrm>
          <a:prstGeom xmlns:a="http://schemas.openxmlformats.org/drawingml/2006/main" prst="rect">
            <a:avLst/>
          </a:prstGeom>
        </p:spPr>
        <p:txBody>
          <a:bodyPr xmlns:a="http://schemas.openxmlformats.org/drawingml/2006/main" vert="horz" lIns="0" tIns="0" rIns="0" bIns="0" anchor="t"/>
          <a:lstStyle xmlns:a="http://schemas.openxmlformats.org/drawingml/2006/main">
            <a:lvl1pPr algn="ctr">
              <a:buNone/>
              <a:defRPr sz="700" b="0" i="0" u="none" kern="1200" cap="none" spc="0" baseline="0">
                <a:ln>
                  <a:noFill/>
                </a:ln>
                <a:solidFill>
                  <a:schemeClr val="bg1"/>
                </a:solidFill>
                <a:latin typeface="+mn-lt"/>
                <a:ea typeface="+mn-lt"/>
                <a:cs typeface="+mn-lt"/>
              </a:defRPr>
            </a:lvl1pPr>
          </a:lstStyle>
          <a:p xmlns:a="http://schemas.openxmlformats.org/drawingml/2006/main">
            <a:pPr defTabSz="814318">
              <a:buNone/>
            </a:pPr>
            <a:r>
              <a:t>Session ID: BRKSEC-XXXX</a:t>
            </a:r>
          </a:p>
        </p:txBody>
      </p:sp>
      <p:sp>
        <p:nvSpPr>
          <p:cNvPr id="2" name="Slide Number Placeholder 1">
            <a:extLst xmlns:a="http://schemas.openxmlformats.org/drawingml/2006/main">
              <a:ext uri="{FF2B5EF4-FFF2-40B4-BE49-F238E27FC236}">
                <a16:creationId xmlns:a16="http://schemas.microsoft.com/office/drawing/2014/main" id="{10ECAE8E-F596-3416-3914-B7C065191A87}"/>
              </a:ext>
            </a:extLst>
          </p:cNvPr>
          <p:cNvSpPr>
            <a:spLocks xmlns:a="http://schemas.openxmlformats.org/drawingml/2006/main" noGrp="1"/>
          </p:cNvSpPr>
          <p:nvPr>
            <p:ph type="sldNum" idx="4"/>
          </p:nvPr>
        </p:nvSpPr>
        <p:spPr>
          <a:xfrm xmlns:a="http://schemas.openxmlformats.org/drawingml/2006/main">
            <a:off x="9115425" y="6448929"/>
            <a:ext cx="1773238" cy="411480"/>
          </a:xfrm>
          <a:prstGeom xmlns:a="http://schemas.openxmlformats.org/drawingml/2006/main" prst="rect">
            <a:avLst/>
          </a:prstGeom>
        </p:spPr>
        <p:txBody>
          <a:bodyPr xmlns:a="http://schemas.openxmlformats.org/drawingml/2006/main" vert="horz" lIns="0" tIns="0" rIns="0" bIns="0" anchor="t"/>
          <a:lstStyle xmlns:a="http://schemas.openxmlformats.org/drawingml/2006/main">
            <a:lvl1pPr algn="r">
              <a:buNone/>
              <a:defRPr sz="700" b="0" i="0" u="none" kern="1200" cap="none" spc="0" baseline="0">
                <a:ln>
                  <a:noFill/>
                </a:ln>
                <a:solidFill>
                  <a:schemeClr val="bg1"/>
                </a:solidFill>
                <a:latin typeface="+mn-lt"/>
                <a:ea typeface="+mn-lt"/>
                <a:cs typeface="+mn-lt"/>
              </a:defRPr>
            </a:lvl1pPr>
          </a:lstStyle>
          <a:p xmlns:a="http://schemas.openxmlformats.org/drawingml/2006/main">
            <a:fld id="{C3C42FAE-7A31-41D3-A712-51D9B15D0B10}" type="slidenum">
              <a:t>‹#›</a:t>
            </a:fld>
            <a:endParaRPr/>
          </a:p>
        </p:txBody>
      </p:sp>
      <p:pic>
        <p:nvPicPr>
          <p:cNvPr id="16" name="Picture 7"/>
          <p:cNvPicPr>
            <a:picLocks xmlns:a="http://schemas.openxmlformats.org/drawingml/2006/main" noChangeAspect="1"/>
          </p:cNvPicPr>
          <p:nvPr/>
        </p:nvPicPr>
        <p:blipFill>
          <a:blip xmlns:r="http://schemas.openxmlformats.org/officeDocument/2006/relationships" xmlns:a="http://schemas.openxmlformats.org/drawingml/2006/main" r:embed="R2dfd5e7777944196">
            <a:extLst>
              <a:ext uri="{96DAC541-7B7A-43D3-8B79-37D633B846F1}">
                <asvg:svgBlip xmlns:asvg="http://schemas.microsoft.com/office/drawing/2016/SVG/main" r:embed="R3258f7dfaae14668"/>
              </a:ext>
            </a:extLst>
          </a:blip>
          <a:srcRect xmlns:a="http://schemas.openxmlformats.org/drawingml/2006/main" l="0" t="0" r="0" b="0"/>
          <a:stretch xmlns:a="http://schemas.openxmlformats.org/drawingml/2006/main"/>
        </p:blipFill>
        <p:spPr>
          <a:xfrm xmlns:a="http://schemas.openxmlformats.org/drawingml/2006/main">
            <a:off x="11520088" y="6354445"/>
            <a:ext cx="348061" cy="182880"/>
          </a:xfrm>
          <a:prstGeom xmlns:a="http://schemas.openxmlformats.org/drawingml/2006/main" prst="rect">
            <a:avLst/>
          </a:prstGeom>
        </p:spPr>
      </p:pic>
      <p:sp>
        <p:nvSpPr>
          <p:cNvPr id="8" name="TextBox 7">
            <a:extLst xmlns:a="http://schemas.openxmlformats.org/drawingml/2006/main">
              <a:ext uri="{FF2B5EF4-FFF2-40B4-BE49-F238E27FC236}">
                <a16:creationId xmlns:a16="http://schemas.microsoft.com/office/drawing/2014/main" id="{DCAE3397-B7E0-F9B7-D1AC-C859F3CFC5AF}"/>
              </a:ext>
            </a:extLst>
          </p:cNvPr>
          <p:cNvSpPr>
            <a:spLocks xmlns:a="http://schemas.openxmlformats.org/drawingml/2006/main" noGrp="1"/>
          </p:cNvSpPr>
          <p:nvPr/>
        </p:nvSpPr>
        <p:spPr>
          <a:xfrm xmlns:a="http://schemas.openxmlformats.org/drawingml/2006/main">
            <a:off x="11385550" y="6672580"/>
            <a:ext cx="765175" cy="107722"/>
          </a:xfrm>
          <a:prstGeom xmlns:a="http://schemas.openxmlformats.org/drawingml/2006/main" prst="rect">
            <a:avLst/>
          </a:prstGeom>
        </p:spPr>
        <p:txBody>
          <a:bodyPr xmlns:a="http://schemas.openxmlformats.org/drawingml/2006/main" lIns="0" tIns="0" rIns="0" bIns="0">
            <a:spAutoFit/>
          </a:bodyPr>
          <a:lstStyle xmlns:a="http://schemas.openxmlformats.org/drawingml/2006/main"/>
          <a:p xmlns:a="http://schemas.openxmlformats.org/drawingml/2006/main">
            <a:pPr algn="l">
              <a:buNone/>
            </a:pPr>
            <a:r>
              <a:rPr sz="700">
                <a:solidFill>
                  <a:schemeClr val="bg2"/>
                </a:solidFill>
                <a:latin typeface="Calibri"/>
                <a:ea typeface="Calibri"/>
                <a:cs typeface="Calibri"/>
              </a:rPr>
              <a:t>Cisco Confidential</a:t>
            </a:r>
          </a:p>
        </p:txBody>
      </p:sp>
      <p:sp>
        <p:nvSpPr>
          <p:cNvPr id="9" name="TextBox 8">
            <a:extLst xmlns:a="http://schemas.openxmlformats.org/drawingml/2006/main">
              <a:ext uri="{FF2B5EF4-FFF2-40B4-BE49-F238E27FC236}">
                <a16:creationId xmlns:a16="http://schemas.microsoft.com/office/drawing/2014/main" id="{2BC0E387-A96C-0DC7-22A9-9C48F9850C74}"/>
              </a:ext>
            </a:extLst>
          </p:cNvPr>
          <p:cNvSpPr>
            <a:spLocks xmlns:a="http://schemas.openxmlformats.org/drawingml/2006/main" noGrp="1"/>
          </p:cNvSpPr>
          <p:nvPr/>
        </p:nvSpPr>
        <p:spPr>
          <a:xfrm xmlns:a="http://schemas.openxmlformats.org/drawingml/2006/main">
            <a:off x="11315700" y="6672580"/>
            <a:ext cx="833438" cy="121920"/>
          </a:xfrm>
          <a:prstGeom xmlns:a="http://schemas.openxmlformats.org/drawingml/2006/main" prst="rect">
            <a:avLst/>
          </a:prstGeom>
        </p:spPr>
        <p:txBody>
          <a:bodyPr xmlns:a="http://schemas.openxmlformats.org/drawingml/2006/main" lIns="0" tIns="0" rIns="0" bIns="0">
            <a:spAutoFit/>
          </a:bodyPr>
          <a:lstStyle xmlns:a="http://schemas.openxmlformats.org/drawingml/2006/main"/>
          <a:p xmlns:a="http://schemas.openxmlformats.org/drawingml/2006/main">
            <a:pPr algn="l">
              <a:buNone/>
            </a:pPr>
            <a:r>
              <a:rPr sz="800">
                <a:solidFill>
                  <a:srgbClr val="000000">
                    <a:alpha val="50000"/>
                  </a:srgbClr>
                </a:solidFill>
                <a:latin typeface="Aptos"/>
                <a:ea typeface="Aptos"/>
                <a:cs typeface="Aptos"/>
              </a:rPr>
              <a:t>Cisco Confidential</a:t>
            </a:r>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6349f84c878946b2"/>
    <p:sldLayoutId xmlns:r="http://schemas.openxmlformats.org/officeDocument/2006/relationships" id="2147483650" r:id="Rbcb007d29c624640"/>
    <p:sldLayoutId xmlns:r="http://schemas.openxmlformats.org/officeDocument/2006/relationships" id="2147483651" r:id="R37da21cfe4d94305"/>
    <p:sldLayoutId xmlns:r="http://schemas.openxmlformats.org/officeDocument/2006/relationships" id="2147483652" r:id="Rf8a8c32de4df4dd3"/>
    <p:sldLayoutId xmlns:r="http://schemas.openxmlformats.org/officeDocument/2006/relationships" id="2147483653" r:id="R3e16e5fffc614e64"/>
    <p:sldLayoutId xmlns:r="http://schemas.openxmlformats.org/officeDocument/2006/relationships" id="2147483654" r:id="R969cb10f48874d8a"/>
    <p:sldLayoutId xmlns:r="http://schemas.openxmlformats.org/officeDocument/2006/relationships" id="2147483655" r:id="R9c1481a012804c7c"/>
    <p:sldLayoutId xmlns:r="http://schemas.openxmlformats.org/officeDocument/2006/relationships" id="2147483656" r:id="R99b6bc8865184321"/>
    <p:sldLayoutId xmlns:r="http://schemas.openxmlformats.org/officeDocument/2006/relationships" id="2147483657" r:id="R0a5ade31932d45c5"/>
    <p:sldLayoutId xmlns:r="http://schemas.openxmlformats.org/officeDocument/2006/relationships" id="2147483658" r:id="Recca4053dd0b445f"/>
    <p:sldLayoutId xmlns:r="http://schemas.openxmlformats.org/officeDocument/2006/relationships" id="2147483659" r:id="Rb30d8cfa73f14adc"/>
    <p:sldLayoutId xmlns:r="http://schemas.openxmlformats.org/officeDocument/2006/relationships" id="2147483660" r:id="R60c3a990b2524be1"/>
    <p:sldLayoutId xmlns:r="http://schemas.openxmlformats.org/officeDocument/2006/relationships" id="2147483661" r:id="Re6ac77de3e844bcc"/>
    <p:sldLayoutId xmlns:r="http://schemas.openxmlformats.org/officeDocument/2006/relationships" id="2147483662" r:id="Rf60761821fd544d4"/>
    <p:sldLayoutId xmlns:r="http://schemas.openxmlformats.org/officeDocument/2006/relationships" id="2147483663" r:id="Ra24afd9f0bae4ae2"/>
    <p:sldLayoutId xmlns:r="http://schemas.openxmlformats.org/officeDocument/2006/relationships" id="2147483664" r:id="Rc1fc676d81964533"/>
    <p:sldLayoutId xmlns:r="http://schemas.openxmlformats.org/officeDocument/2006/relationships" id="2147483665" r:id="Re3a0ea964a794eba"/>
    <p:sldLayoutId xmlns:r="http://schemas.openxmlformats.org/officeDocument/2006/relationships" id="2147483666" r:id="Re6648176d1cc405f"/>
    <p:sldLayoutId xmlns:r="http://schemas.openxmlformats.org/officeDocument/2006/relationships" id="2147483667" r:id="R355c67812e9e4b1d"/>
    <p:sldLayoutId xmlns:r="http://schemas.openxmlformats.org/officeDocument/2006/relationships" id="2147483668" r:id="Rab05620782cd4966"/>
    <p:sldLayoutId xmlns:r="http://schemas.openxmlformats.org/officeDocument/2006/relationships" id="2147483669" r:id="R96dc183ddce348fd"/>
    <p:sldLayoutId xmlns:r="http://schemas.openxmlformats.org/officeDocument/2006/relationships" id="2147483670" r:id="R2817bfd3aaaf48a3"/>
    <p:sldLayoutId xmlns:r="http://schemas.openxmlformats.org/officeDocument/2006/relationships" id="2147483671" r:id="Ree61441b94974e84"/>
    <p:sldLayoutId xmlns:r="http://schemas.openxmlformats.org/officeDocument/2006/relationships" id="2147483672" r:id="Ra4aab906b8d44414"/>
    <p:sldLayoutId xmlns:r="http://schemas.openxmlformats.org/officeDocument/2006/relationships" id="2147483673" r:id="R2ec2e0249d1942ed"/>
    <p:sldLayoutId xmlns:r="http://schemas.openxmlformats.org/officeDocument/2006/relationships" id="2147483674" r:id="R8c65cc0efa4f4584"/>
    <p:sldLayoutId xmlns:r="http://schemas.openxmlformats.org/officeDocument/2006/relationships" id="2147483675" r:id="R52b9660b54a54488"/>
    <p:sldLayoutId xmlns:r="http://schemas.openxmlformats.org/officeDocument/2006/relationships" id="2147483676" r:id="R8db56c1ee0074bd9"/>
    <p:sldLayoutId xmlns:r="http://schemas.openxmlformats.org/officeDocument/2006/relationships" id="2147483677" r:id="Ra941f0648bda42e2"/>
    <p:sldLayoutId xmlns:r="http://schemas.openxmlformats.org/officeDocument/2006/relationships" id="2147483678" r:id="R8b51aaa20e7b4aa3"/>
    <p:sldLayoutId xmlns:r="http://schemas.openxmlformats.org/officeDocument/2006/relationships" id="2147483679" r:id="Rc289d98332084c1d"/>
    <p:sldLayoutId xmlns:r="http://schemas.openxmlformats.org/officeDocument/2006/relationships" id="2147483680" r:id="R60f1a2a6e5c14e58"/>
    <p:sldLayoutId xmlns:r="http://schemas.openxmlformats.org/officeDocument/2006/relationships" id="2147483681" r:id="R4d2b6d0084e6405e"/>
    <p:sldLayoutId xmlns:r="http://schemas.openxmlformats.org/officeDocument/2006/relationships" id="2147483682" r:id="R935d94f25307460b"/>
    <p:sldLayoutId xmlns:r="http://schemas.openxmlformats.org/officeDocument/2006/relationships" id="2147483683" r:id="Rdf7f482ee59b44f0"/>
    <p:sldLayoutId xmlns:r="http://schemas.openxmlformats.org/officeDocument/2006/relationships" id="2147483684" r:id="R379dab5ba399442b"/>
    <p:sldLayoutId xmlns:r="http://schemas.openxmlformats.org/officeDocument/2006/relationships" id="2147483685" r:id="R9e021a110caf4e44"/>
    <p:sldLayoutId xmlns:r="http://schemas.openxmlformats.org/officeDocument/2006/relationships" id="2147483686" r:id="Rbc9344ed71ac4a17"/>
    <p:sldLayoutId xmlns:r="http://schemas.openxmlformats.org/officeDocument/2006/relationships" id="2147483687" r:id="Rb417250898ff458d"/>
    <p:sldLayoutId xmlns:r="http://schemas.openxmlformats.org/officeDocument/2006/relationships" id="2147483688" r:id="R5543c7bdfbb14e71"/>
    <p:sldLayoutId xmlns:r="http://schemas.openxmlformats.org/officeDocument/2006/relationships" id="2147483689" r:id="R132e638afa4b478f"/>
    <p:sldLayoutId xmlns:r="http://schemas.openxmlformats.org/officeDocument/2006/relationships" id="2147483690" r:id="Rd05583b1f05a42d3"/>
    <p:sldLayoutId xmlns:r="http://schemas.openxmlformats.org/officeDocument/2006/relationships" id="2147483691" r:id="Rc70c32e320d9476d"/>
    <p:sldLayoutId xmlns:r="http://schemas.openxmlformats.org/officeDocument/2006/relationships" id="2147483692" r:id="R487a527115974bff"/>
    <p:sldLayoutId xmlns:r="http://schemas.openxmlformats.org/officeDocument/2006/relationships" id="2147483693" r:id="R55e7c1c7cbd64edc"/>
    <p:sldLayoutId xmlns:r="http://schemas.openxmlformats.org/officeDocument/2006/relationships" id="2147483694" r:id="R209e88da55134483"/>
    <p:sldLayoutId xmlns:r="http://schemas.openxmlformats.org/officeDocument/2006/relationships" id="2147483695" r:id="R05fcea5771434a02"/>
    <p:sldLayoutId xmlns:r="http://schemas.openxmlformats.org/officeDocument/2006/relationships" id="2147483696" r:id="Rdf7cf02bfbc44bc6"/>
    <p:sldLayoutId xmlns:r="http://schemas.openxmlformats.org/officeDocument/2006/relationships" id="2147483697" r:id="R990e2eb0382c46b8"/>
    <p:sldLayoutId xmlns:r="http://schemas.openxmlformats.org/officeDocument/2006/relationships" id="2147483698" r:id="R211f967604da4dcc"/>
    <p:sldLayoutId xmlns:r="http://schemas.openxmlformats.org/officeDocument/2006/relationships" id="2147483699" r:id="Rc83566562ef54b0a"/>
    <p:sldLayoutId xmlns:r="http://schemas.openxmlformats.org/officeDocument/2006/relationships" id="2147483700" r:id="R8aedea82da424121"/>
    <p:sldLayoutId xmlns:r="http://schemas.openxmlformats.org/officeDocument/2006/relationships" id="2147483701" r:id="R10039c69d42f4065"/>
    <p:sldLayoutId xmlns:r="http://schemas.openxmlformats.org/officeDocument/2006/relationships" id="2147483702" r:id="R08a776d608f44acc"/>
    <p:sldLayoutId xmlns:r="http://schemas.openxmlformats.org/officeDocument/2006/relationships" id="2147483703" r:id="R0439cd071fcb46b4"/>
    <p:sldLayoutId xmlns:r="http://schemas.openxmlformats.org/officeDocument/2006/relationships" id="2147483704" r:id="Re7bbf3faa4e243cd"/>
  </p:sldLayoutIdLst>
  <p:hf sldNum="0" hdr="0" ftr="0" dt="0"/>
  <p:txStyles>
    <p:titleStyle>
      <a:lvl1pPr xmlns:a="http://schemas.openxmlformats.org/drawingml/2006/main"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2pPr>
      <a:lvl3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3pPr>
      <a:lvl4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4pPr>
      <a:lvl5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5pPr>
      <a:lvl6pPr xmlns:a="http://schemas.openxmlformats.org/drawingml/2006/main" marL="609595" algn="l" defTabSz="912276">
        <a:lnSpc>
          <a:spcPct val="80000"/>
        </a:lnSpc>
        <a:spcBef>
          <a:spcPct val="0"/>
        </a:spcBef>
        <a:spcAft>
          <a:spcPct val="0"/>
        </a:spcAft>
        <a:buNone/>
        <a:defRPr sz="4267">
          <a:solidFill>
            <a:srgbClr val="676767"/>
          </a:solidFill>
          <a:latin typeface="Arial"/>
          <a:ea typeface="Arial"/>
          <a:cs typeface="Arial"/>
        </a:defRPr>
      </a:lvl6pPr>
      <a:lvl7pPr xmlns:a="http://schemas.openxmlformats.org/drawingml/2006/main" marL="1219190" algn="l" defTabSz="912276">
        <a:lnSpc>
          <a:spcPct val="80000"/>
        </a:lnSpc>
        <a:spcBef>
          <a:spcPct val="0"/>
        </a:spcBef>
        <a:spcAft>
          <a:spcPct val="0"/>
        </a:spcAft>
        <a:buNone/>
        <a:defRPr sz="4267">
          <a:solidFill>
            <a:srgbClr val="676767"/>
          </a:solidFill>
          <a:latin typeface="Arial"/>
          <a:ea typeface="Arial"/>
          <a:cs typeface="Arial"/>
        </a:defRPr>
      </a:lvl7pPr>
      <a:lvl8pPr xmlns:a="http://schemas.openxmlformats.org/drawingml/2006/main" marL="1828785" algn="l" defTabSz="912276">
        <a:lnSpc>
          <a:spcPct val="80000"/>
        </a:lnSpc>
        <a:spcBef>
          <a:spcPct val="0"/>
        </a:spcBef>
        <a:spcAft>
          <a:spcPct val="0"/>
        </a:spcAft>
        <a:buNone/>
        <a:defRPr sz="4267">
          <a:solidFill>
            <a:srgbClr val="676767"/>
          </a:solidFill>
          <a:latin typeface="Arial"/>
          <a:ea typeface="Arial"/>
          <a:cs typeface="Arial"/>
        </a:defRPr>
      </a:lvl8pPr>
      <a:lvl9pPr xmlns:a="http://schemas.openxmlformats.org/drawingml/2006/main"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xmlns:a="http://schemas.openxmlformats.org/drawingml/2006/main"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xmlns:a="http://schemas.openxmlformats.org/drawingml/2006/main"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xmlns:a="http://schemas.openxmlformats.org/drawingml/2006/main"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xmlns:a="http://schemas.openxmlformats.org/drawingml/2006/main"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xmlns:a="http://schemas.openxmlformats.org/drawingml/2006/main"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xmlns:a="http://schemas.openxmlformats.org/drawingml/2006/main" marL="1151798" indent="-228592" algn="l" defTabSz="914362">
        <a:spcBef>
          <a:spcPts val="800"/>
        </a:spcBef>
        <a:buFont typeface="Arial"/>
        <a:buChar char="•"/>
        <a:defRPr sz="1200" kern="1200" baseline="0">
          <a:solidFill>
            <a:schemeClr val="tx1"/>
          </a:solidFill>
          <a:latin typeface="+mn-lt"/>
          <a:ea typeface="+mn-lt"/>
          <a:cs typeface="+mn-lt"/>
        </a:defRPr>
      </a:lvl6pPr>
      <a:lvl7pPr xmlns:a="http://schemas.openxmlformats.org/drawingml/2006/main" marL="1247781" indent="-228561" algn="l" defTabSz="914362">
        <a:spcBef>
          <a:spcPts val="800"/>
        </a:spcBef>
        <a:buFont typeface="Arial"/>
        <a:buChar char="•"/>
        <a:defRPr sz="1067" kern="1200" baseline="0">
          <a:solidFill>
            <a:schemeClr val="tx1"/>
          </a:solidFill>
          <a:latin typeface="+mn-lt"/>
          <a:ea typeface="+mn-lt"/>
          <a:cs typeface="+mn-lt"/>
        </a:defRPr>
      </a:lvl7pPr>
      <a:lvl8pPr xmlns:a="http://schemas.openxmlformats.org/drawingml/2006/main" marL="3200267" indent="0" algn="l" defTabSz="914362">
        <a:spcBef>
          <a:spcPct val="20000"/>
        </a:spcBef>
        <a:buFont typeface="Arial"/>
        <a:buNone/>
        <a:defRPr sz="2000" kern="1200">
          <a:solidFill>
            <a:schemeClr val="tx1"/>
          </a:solidFill>
          <a:latin typeface="+mn-lt"/>
          <a:ea typeface="+mn-lt"/>
          <a:cs typeface="+mn-lt"/>
        </a:defRPr>
      </a:lvl8pPr>
      <a:lvl9pPr xmlns:a="http://schemas.openxmlformats.org/drawingml/2006/main"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362">
        <a:buNone/>
        <a:defRPr sz="1867" kern="1200">
          <a:solidFill>
            <a:schemeClr val="tx1"/>
          </a:solidFill>
          <a:latin typeface="+mn-lt"/>
          <a:ea typeface="+mn-lt"/>
          <a:cs typeface="+mn-lt"/>
        </a:defRPr>
      </a:lvl1pPr>
      <a:lvl2pPr xmlns:a="http://schemas.openxmlformats.org/drawingml/2006/main" marL="457178" algn="l" defTabSz="914362">
        <a:buNone/>
        <a:defRPr sz="1867" kern="1200">
          <a:solidFill>
            <a:schemeClr val="tx1"/>
          </a:solidFill>
          <a:latin typeface="+mn-lt"/>
          <a:ea typeface="+mn-lt"/>
          <a:cs typeface="+mn-lt"/>
        </a:defRPr>
      </a:lvl2pPr>
      <a:lvl3pPr xmlns:a="http://schemas.openxmlformats.org/drawingml/2006/main" marL="914362" algn="l" defTabSz="914362">
        <a:buNone/>
        <a:defRPr sz="1867" kern="1200">
          <a:solidFill>
            <a:schemeClr val="tx1"/>
          </a:solidFill>
          <a:latin typeface="+mn-lt"/>
          <a:ea typeface="+mn-lt"/>
          <a:cs typeface="+mn-lt"/>
        </a:defRPr>
      </a:lvl3pPr>
      <a:lvl4pPr xmlns:a="http://schemas.openxmlformats.org/drawingml/2006/main" marL="1371542" algn="l" defTabSz="914362">
        <a:buNone/>
        <a:defRPr sz="1867" kern="1200">
          <a:solidFill>
            <a:schemeClr val="tx1"/>
          </a:solidFill>
          <a:latin typeface="+mn-lt"/>
          <a:ea typeface="+mn-lt"/>
          <a:cs typeface="+mn-lt"/>
        </a:defRPr>
      </a:lvl4pPr>
      <a:lvl5pPr xmlns:a="http://schemas.openxmlformats.org/drawingml/2006/main" marL="1828725" algn="l" defTabSz="914362">
        <a:buNone/>
        <a:defRPr sz="1867" kern="1200">
          <a:solidFill>
            <a:schemeClr val="tx1"/>
          </a:solidFill>
          <a:latin typeface="+mn-lt"/>
          <a:ea typeface="+mn-lt"/>
          <a:cs typeface="+mn-lt"/>
        </a:defRPr>
      </a:lvl5pPr>
      <a:lvl6pPr xmlns:a="http://schemas.openxmlformats.org/drawingml/2006/main" marL="2285903" algn="l" defTabSz="914362">
        <a:buNone/>
        <a:defRPr sz="1867" kern="1200">
          <a:solidFill>
            <a:schemeClr val="tx1"/>
          </a:solidFill>
          <a:latin typeface="+mn-lt"/>
          <a:ea typeface="+mn-lt"/>
          <a:cs typeface="+mn-lt"/>
        </a:defRPr>
      </a:lvl6pPr>
      <a:lvl7pPr xmlns:a="http://schemas.openxmlformats.org/drawingml/2006/main" marL="2743086" algn="l" defTabSz="914362">
        <a:buNone/>
        <a:defRPr sz="1867" kern="1200">
          <a:solidFill>
            <a:schemeClr val="tx1"/>
          </a:solidFill>
          <a:latin typeface="+mn-lt"/>
          <a:ea typeface="+mn-lt"/>
          <a:cs typeface="+mn-lt"/>
        </a:defRPr>
      </a:lvl7pPr>
      <a:lvl8pPr xmlns:a="http://schemas.openxmlformats.org/drawingml/2006/main" marL="3200267" algn="l" defTabSz="914362">
        <a:buNone/>
        <a:defRPr sz="1867" kern="1200">
          <a:solidFill>
            <a:schemeClr val="tx1"/>
          </a:solidFill>
          <a:latin typeface="+mn-lt"/>
          <a:ea typeface="+mn-lt"/>
          <a:cs typeface="+mn-lt"/>
        </a:defRPr>
      </a:lvl8pPr>
      <a:lvl9pPr xmlns:a="http://schemas.openxmlformats.org/drawingml/2006/main"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xmlns:a="http://schemas.openxmlformats.org/drawingml/2006/main" val="F26B43"/>
          </p15:clr>
        </p15:guide>
        <p15:guide id="3" pos="7476" userDrawn="1">
          <p15:clr>
            <a:srgbClr xmlns:a="http://schemas.openxmlformats.org/drawingml/2006/main" val="F26B43"/>
          </p15:clr>
        </p15:guide>
        <p15:guide id="6" pos="3840" userDrawn="1">
          <p15:clr>
            <a:srgbClr xmlns:a="http://schemas.openxmlformats.org/drawingml/2006/main" val="F26B43"/>
          </p15:clr>
        </p15:guide>
        <p15:guide id="9" orient="horz" pos="3827" userDrawn="1">
          <p15:clr>
            <a:srgbClr xmlns:a="http://schemas.openxmlformats.org/drawingml/2006/main" val="9FCC3B"/>
          </p15:clr>
        </p15:guide>
        <p15:guide id="10" orient="horz" pos="202" userDrawn="1">
          <p15:clr>
            <a:srgbClr xmlns:a="http://schemas.openxmlformats.org/drawingml/2006/main" val="F26B43"/>
          </p15:clr>
        </p15:guide>
        <p15:guide id="11" orient="horz" pos="2160">
          <p15:clr>
            <a:srgbClr xmlns:a="http://schemas.openxmlformats.org/drawingml/2006/main" val="F26B43"/>
          </p15:clr>
        </p15:guide>
        <p15:guide id="12" orient="horz" pos="392" userDrawn="1">
          <p15:clr>
            <a:srgbClr xmlns:a="http://schemas.openxmlformats.org/drawingml/2006/main" val="A4A3A4"/>
          </p15:clr>
        </p15:guide>
        <p15:guide id="13" orient="horz" pos="2552" userDrawn="1">
          <p15:clr>
            <a:srgbClr xmlns:a="http://schemas.openxmlformats.org/drawingml/2006/main" val="A4A3A4"/>
          </p15:clr>
        </p15:guide>
        <p15:guide id="14" orient="horz" pos="600" userDrawn="1">
          <p15:clr>
            <a:srgbClr xmlns:a="http://schemas.openxmlformats.org/drawingml/2006/main" val="A4A3A4"/>
          </p15:clr>
        </p15:guide>
        <p15:guide id="15" orient="horz" pos="1766" userDrawn="1">
          <p15:clr>
            <a:srgbClr xmlns:a="http://schemas.openxmlformats.org/drawingml/2006/main" val="A4A3A4"/>
          </p15:clr>
        </p15:guide>
        <p15:guide id="16" orient="horz" pos="2355" userDrawn="1">
          <p15:clr>
            <a:srgbClr xmlns:a="http://schemas.openxmlformats.org/drawingml/2006/main" val="A4A3A4"/>
          </p15:clr>
        </p15:guide>
        <p15:guide id="18" orient="horz" pos="4118" userDrawn="1">
          <p15:clr>
            <a:srgbClr xmlns:a="http://schemas.openxmlformats.org/drawingml/2006/main" val="F26B43"/>
          </p15:clr>
        </p15:guide>
        <p15:guide id="19" orient="horz" pos="1178" userDrawn="1">
          <p15:clr>
            <a:srgbClr xmlns:a="http://schemas.openxmlformats.org/drawingml/2006/main" val="A4A3A4"/>
          </p15:clr>
        </p15:guide>
        <p15:guide id="20" orient="horz" pos="1374" userDrawn="1">
          <p15:clr>
            <a:srgbClr xmlns:a="http://schemas.openxmlformats.org/drawingml/2006/main" val="A4A3A4"/>
          </p15:clr>
        </p15:guide>
        <p15:guide id="21" orient="horz" pos="1570" userDrawn="1">
          <p15:clr>
            <a:srgbClr xmlns:a="http://schemas.openxmlformats.org/drawingml/2006/main" val="A4A3A4"/>
          </p15:clr>
        </p15:guide>
        <p15:guide id="22" pos="703" userDrawn="1">
          <p15:clr>
            <a:srgbClr xmlns:a="http://schemas.openxmlformats.org/drawingml/2006/main" val="A4A3A4"/>
          </p15:clr>
        </p15:guide>
        <p15:guide id="23" pos="820" userDrawn="1">
          <p15:clr>
            <a:srgbClr xmlns:a="http://schemas.openxmlformats.org/drawingml/2006/main" val="A4A3A4"/>
          </p15:clr>
        </p15:guide>
        <p15:guide id="24" pos="1321" userDrawn="1">
          <p15:clr>
            <a:srgbClr xmlns:a="http://schemas.openxmlformats.org/drawingml/2006/main" val="A4A3A4"/>
          </p15:clr>
        </p15:guide>
        <p15:guide id="25" pos="1435" userDrawn="1">
          <p15:clr>
            <a:srgbClr xmlns:a="http://schemas.openxmlformats.org/drawingml/2006/main" val="A4A3A4"/>
          </p15:clr>
        </p15:guide>
        <p15:guide id="26" pos="1936" userDrawn="1">
          <p15:clr>
            <a:srgbClr xmlns:a="http://schemas.openxmlformats.org/drawingml/2006/main" val="A4A3A4"/>
          </p15:clr>
        </p15:guide>
        <p15:guide id="27" pos="2051" userDrawn="1">
          <p15:clr>
            <a:srgbClr xmlns:a="http://schemas.openxmlformats.org/drawingml/2006/main" val="A4A3A4"/>
          </p15:clr>
        </p15:guide>
        <p15:guide id="28" pos="2551" userDrawn="1">
          <p15:clr>
            <a:srgbClr xmlns:a="http://schemas.openxmlformats.org/drawingml/2006/main" val="A4A3A4"/>
          </p15:clr>
        </p15:guide>
        <p15:guide id="29" pos="2665" userDrawn="1">
          <p15:clr>
            <a:srgbClr xmlns:a="http://schemas.openxmlformats.org/drawingml/2006/main" val="A4A3A4"/>
          </p15:clr>
        </p15:guide>
        <p15:guide id="30" pos="3167" userDrawn="1">
          <p15:clr>
            <a:srgbClr xmlns:a="http://schemas.openxmlformats.org/drawingml/2006/main" val="A4A3A4"/>
          </p15:clr>
        </p15:guide>
        <p15:guide id="31" pos="3281" userDrawn="1">
          <p15:clr>
            <a:srgbClr xmlns:a="http://schemas.openxmlformats.org/drawingml/2006/main" val="A4A3A4"/>
          </p15:clr>
        </p15:guide>
        <p15:guide id="32" pos="3783" userDrawn="1">
          <p15:clr>
            <a:srgbClr xmlns:a="http://schemas.openxmlformats.org/drawingml/2006/main" val="A4A3A4"/>
          </p15:clr>
        </p15:guide>
        <p15:guide id="33" pos="3896" userDrawn="1">
          <p15:clr>
            <a:srgbClr xmlns:a="http://schemas.openxmlformats.org/drawingml/2006/main" val="A4A3A4"/>
          </p15:clr>
        </p15:guide>
        <p15:guide id="34" pos="4397" userDrawn="1">
          <p15:clr>
            <a:srgbClr xmlns:a="http://schemas.openxmlformats.org/drawingml/2006/main" val="A4A3A4"/>
          </p15:clr>
        </p15:guide>
        <p15:guide id="35" pos="4512" userDrawn="1">
          <p15:clr>
            <a:srgbClr xmlns:a="http://schemas.openxmlformats.org/drawingml/2006/main" val="A4A3A4"/>
          </p15:clr>
        </p15:guide>
        <p15:guide id="36" pos="5013" userDrawn="1">
          <p15:clr>
            <a:srgbClr xmlns:a="http://schemas.openxmlformats.org/drawingml/2006/main" val="A4A3A4"/>
          </p15:clr>
        </p15:guide>
        <p15:guide id="37" pos="5128" userDrawn="1">
          <p15:clr>
            <a:srgbClr xmlns:a="http://schemas.openxmlformats.org/drawingml/2006/main" val="A4A3A4"/>
          </p15:clr>
        </p15:guide>
        <p15:guide id="38" pos="5629" userDrawn="1">
          <p15:clr>
            <a:srgbClr xmlns:a="http://schemas.openxmlformats.org/drawingml/2006/main" val="A4A3A4"/>
          </p15:clr>
        </p15:guide>
        <p15:guide id="39" pos="5742" userDrawn="1">
          <p15:clr>
            <a:srgbClr xmlns:a="http://schemas.openxmlformats.org/drawingml/2006/main" val="A4A3A4"/>
          </p15:clr>
        </p15:guide>
        <p15:guide id="40" pos="6244" userDrawn="1">
          <p15:clr>
            <a:srgbClr xmlns:a="http://schemas.openxmlformats.org/drawingml/2006/main" val="A4A3A4"/>
          </p15:clr>
        </p15:guide>
        <p15:guide id="41" pos="6359" userDrawn="1">
          <p15:clr>
            <a:srgbClr xmlns:a="http://schemas.openxmlformats.org/drawingml/2006/main" val="A4A3A4"/>
          </p15:clr>
        </p15:guide>
        <p15:guide id="42" pos="6859" userDrawn="1">
          <p15:clr>
            <a:srgbClr xmlns:a="http://schemas.openxmlformats.org/drawingml/2006/main" val="A4A3A4"/>
          </p15:clr>
        </p15:guide>
        <p15:guide id="43" pos="6975" userDrawn="1">
          <p15:clr>
            <a:srgbClr xmlns:a="http://schemas.openxmlformats.org/drawingml/2006/main" val="A4A3A4"/>
          </p15:clr>
        </p15:guide>
        <p15:guide id="44" orient="horz" pos="784" userDrawn="1">
          <p15:clr>
            <a:srgbClr xmlns:a="http://schemas.openxmlformats.org/drawingml/2006/main" val="A4A3A4"/>
          </p15:clr>
        </p15:guide>
        <p15:guide id="45" orient="horz" pos="980" userDrawn="1">
          <p15:clr>
            <a:srgbClr xmlns:a="http://schemas.openxmlformats.org/drawingml/2006/main" val="A4A3A4"/>
          </p15:clr>
        </p15:guide>
        <p15:guide id="46" orient="horz" pos="1962" userDrawn="1">
          <p15:clr>
            <a:srgbClr xmlns:a="http://schemas.openxmlformats.org/drawingml/2006/main" val="A4A3A4"/>
          </p15:clr>
        </p15:guide>
        <p15:guide id="47" orient="horz" pos="2747" userDrawn="1">
          <p15:clr>
            <a:srgbClr xmlns:a="http://schemas.openxmlformats.org/drawingml/2006/main" val="A4A3A4"/>
          </p15:clr>
        </p15:guide>
        <p15:guide id="48" orient="horz" pos="2945" userDrawn="1">
          <p15:clr>
            <a:srgbClr xmlns:a="http://schemas.openxmlformats.org/drawingml/2006/main" val="A4A3A4"/>
          </p15:clr>
        </p15:guide>
        <p15:guide id="49" orient="horz" pos="3141" userDrawn="1">
          <p15:clr>
            <a:srgbClr xmlns:a="http://schemas.openxmlformats.org/drawingml/2006/main" val="A4A3A4"/>
          </p15:clr>
        </p15:guide>
        <p15:guide id="50" orient="horz" pos="3337" userDrawn="1">
          <p15:clr>
            <a:srgbClr xmlns:a="http://schemas.openxmlformats.org/drawingml/2006/main" val="A4A3A4"/>
          </p15:clr>
        </p15:guide>
        <p15:guide id="51" orient="horz" pos="3535" userDrawn="1">
          <p15:clr>
            <a:srgbClr xmlns:a="http://schemas.openxmlformats.org/drawingml/2006/main" val="A4A3A4"/>
          </p15:clr>
        </p15:guide>
        <p15:guide id="52" orient="horz" pos="3730" userDrawn="1">
          <p15:clr>
            <a:srgbClr xmlns:a="http://schemas.openxmlformats.org/drawingml/2006/main" val="A4A3A4"/>
          </p15:clr>
        </p15:guide>
        <p15:guide id="53" orient="horz" pos="3936" userDrawn="1">
          <p15:clr>
            <a:srgbClr xmlns:a="http://schemas.openxmlformats.org/drawingml/2006/main" val="A4A3A4"/>
          </p15:clr>
        </p15:guide>
        <p15:guide id="54" orient="horz" pos="187" userDrawn="1">
          <p15:clr>
            <a:srgbClr xmlns:a="http://schemas.openxmlformats.org/drawingml/2006/main" val="9FCC3B"/>
          </p15:clr>
        </p15:guide>
        <p15:guide id="55" pos="455" userDrawn="1">
          <p15:clr>
            <a:srgbClr xmlns:a="http://schemas.openxmlformats.org/drawingml/2006/main" val="9FCC3B"/>
          </p15:clr>
        </p15:guide>
        <p15:guide id="56" pos="1069" userDrawn="1">
          <p15:clr>
            <a:srgbClr xmlns:a="http://schemas.openxmlformats.org/drawingml/2006/main" val="9FCC3B"/>
          </p15:clr>
        </p15:guide>
        <p15:guide id="57" pos="1685" userDrawn="1">
          <p15:clr>
            <a:srgbClr xmlns:a="http://schemas.openxmlformats.org/drawingml/2006/main" val="9FCC3B"/>
          </p15:clr>
        </p15:guide>
        <p15:guide id="58" pos="2301" userDrawn="1">
          <p15:clr>
            <a:srgbClr xmlns:a="http://schemas.openxmlformats.org/drawingml/2006/main" val="9FCC3B"/>
          </p15:clr>
        </p15:guide>
        <p15:guide id="59" pos="2915" userDrawn="1">
          <p15:clr>
            <a:srgbClr xmlns:a="http://schemas.openxmlformats.org/drawingml/2006/main" val="9FCC3B"/>
          </p15:clr>
        </p15:guide>
        <p15:guide id="60" pos="3531" userDrawn="1">
          <p15:clr>
            <a:srgbClr xmlns:a="http://schemas.openxmlformats.org/drawingml/2006/main" val="9FCC3B"/>
          </p15:clr>
        </p15:guide>
        <p15:guide id="61" pos="4146" userDrawn="1">
          <p15:clr>
            <a:srgbClr xmlns:a="http://schemas.openxmlformats.org/drawingml/2006/main" val="9FCC3B"/>
          </p15:clr>
        </p15:guide>
        <p15:guide id="62" pos="4762" userDrawn="1">
          <p15:clr>
            <a:srgbClr xmlns:a="http://schemas.openxmlformats.org/drawingml/2006/main" val="9FCC3B"/>
          </p15:clr>
        </p15:guide>
        <p15:guide id="63" pos="5378" userDrawn="1">
          <p15:clr>
            <a:srgbClr xmlns:a="http://schemas.openxmlformats.org/drawingml/2006/main" val="9FCC3B"/>
          </p15:clr>
        </p15:guide>
        <p15:guide id="64" pos="5992" userDrawn="1">
          <p15:clr>
            <a:srgbClr xmlns:a="http://schemas.openxmlformats.org/drawingml/2006/main" val="9FCC3B"/>
          </p15:clr>
        </p15:guide>
        <p15:guide id="65" pos="6609" userDrawn="1">
          <p15:clr>
            <a:srgbClr xmlns:a="http://schemas.openxmlformats.org/drawingml/2006/main" val="9FCC3B"/>
          </p15:clr>
        </p15:guide>
        <p15:guide id="66" pos="7225" userDrawn="1">
          <p15:clr>
            <a:srgbClr xmlns:a="http://schemas.openxmlformats.org/drawingml/2006/main" val="9FCC3B"/>
          </p15:clr>
        </p15:guide>
      </p15:sldGuideLst>
    </p:ext>
  </p:extLst>
</p:sldMaster>
</file>

<file path=ppt/slideMasters/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cefcd0938e1b4074" /><Relationship Type="http://schemas.openxmlformats.org/officeDocument/2006/relationships/notesSlide" Target="/ppt/notesSlides/notesSlide1.xml" Id="Rc1589d9e476747e2" /></Relationships>
</file>

<file path=ppt/slides/_rels/slide2.xml.rels>&#65279;<?xml version="1.0" encoding="utf-8"?><Relationships xmlns="http://schemas.openxmlformats.org/package/2006/relationships"><Relationship Type="http://schemas.openxmlformats.org/officeDocument/2006/relationships/slideLayout" Target="/ppt/slideLayouts/slideLayout9.xml" Id="R82d246adad284b1f" /><Relationship Type="http://schemas.openxmlformats.org/officeDocument/2006/relationships/notesSlide" Target="/ppt/notesSlides/notesSlide2.xml" Id="Rb6e08cf392884821" /></Relationships>
</file>

<file path=ppt/slides/_rels/slide3.xml.rels>&#65279;<?xml version="1.0" encoding="utf-8"?><Relationships xmlns="http://schemas.openxmlformats.org/package/2006/relationships"><Relationship Type="http://schemas.openxmlformats.org/officeDocument/2006/relationships/slideLayout" Target="/ppt/slideLayouts/slideLayout44.xml" Id="Ra4071eb461f940af" /><Relationship Type="http://schemas.openxmlformats.org/officeDocument/2006/relationships/notesSlide" Target="/ppt/notesSlides/notesSlide3.xml" Id="Ra65800e488d04220" /></Relationships>
</file>

<file path=ppt/slides/_rels/slide4.xml.rels>&#65279;<?xml version="1.0" encoding="utf-8"?><Relationships xmlns="http://schemas.openxmlformats.org/package/2006/relationships"><Relationship Type="http://schemas.openxmlformats.org/officeDocument/2006/relationships/slideLayout" Target="/ppt/slideLayouts/slideLayout44.xml" Id="R5b77ba5e44604b56" /><Relationship Type="http://schemas.openxmlformats.org/officeDocument/2006/relationships/notesSlide" Target="/ppt/notesSlides/notesSlide4.xml" Id="R0e3dba1073864123" /></Relationships>
</file>

<file path=ppt/slides/_rels/slide5.xml.rels>&#65279;<?xml version="1.0" encoding="utf-8"?><Relationships xmlns="http://schemas.openxmlformats.org/package/2006/relationships"><Relationship Type="http://schemas.openxmlformats.org/officeDocument/2006/relationships/slideLayout" Target="/ppt/slideLayouts/slideLayout50.xml" Id="R83fb37f0f2cc4fa6" /><Relationship Type="http://schemas.openxmlformats.org/officeDocument/2006/relationships/notesSlide" Target="/ppt/notesSlides/notesSlide5.xml" Id="R7e86b261d875454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0.xml" Id="R75e5588412a6414f" /><Relationship Type="http://schemas.openxmlformats.org/officeDocument/2006/relationships/notesSlide" Target="/ppt/notesSlides/notesSlide6.xml" Id="R7966b97ce3884bf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0.xml" Id="R3daea594a2a44f4a" /><Relationship Type="http://schemas.openxmlformats.org/officeDocument/2006/relationships/notesSlide" Target="/ppt/notesSlides/notesSlide7.xml" Id="R2f09c72e9eac49c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0.xml" Id="R4fc3203d962c40fa" /><Relationship Type="http://schemas.openxmlformats.org/officeDocument/2006/relationships/notesSlide" Target="/ppt/notesSlides/notesSlide8.xml" Id="R69a4cb3a7bdb403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0.xml" Id="Rbe0eabaf22944f48" /><Relationship Type="http://schemas.openxmlformats.org/officeDocument/2006/relationships/notesSlide" Target="/ppt/notesSlides/notesSlide9.xml" Id="R059e4245137c4a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50.xml" Id="R07d653369cf8480f" /><Relationship Type="http://schemas.openxmlformats.org/officeDocument/2006/relationships/notesSlide" Target="/ppt/notesSlides/notesSlide10.xml" Id="R7dfe28ee5d67415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0.xml" Id="R67f329949f474372" /><Relationship Type="http://schemas.openxmlformats.org/officeDocument/2006/relationships/notesSlide" Target="/ppt/notesSlides/notesSlide11.xml" Id="R6c2b8d1089d5405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0.xml" Id="Rdc23f2dcca1b447e" /><Relationship Type="http://schemas.openxmlformats.org/officeDocument/2006/relationships/notesSlide" Target="/ppt/notesSlides/notesSlide12.xml" Id="R22ffb2ea08ee40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0.xml" Id="Rc4152f37e2974f4a" /><Relationship Type="http://schemas.openxmlformats.org/officeDocument/2006/relationships/image" Target="/ppt/media/image8.png" Id="Rc2ad2130422345ad" /><Relationship Type="http://schemas.openxmlformats.org/officeDocument/2006/relationships/notesSlide" Target="/ppt/notesSlides/notesSlide13.xml" Id="R1c97cd6705c44503" /><Relationship Id="rIdVideo13" Type="http://schemas.openxmlformats.org/officeDocument/2006/relationships/video" Target="../media/cilium-obi-demo-4-legacy-priority.mp4"/><Relationship Id="rIdMedia13" Type="http://schemas.microsoft.com/office/2007/relationships/media" Target="../media/cilium-obi-demo-4-legacy-priority.mp4"/></Relationships>
</file>

<file path=ppt/slides/_rels/slide14.xml.rels>&#65279;<?xml version="1.0" encoding="utf-8"?><Relationships xmlns="http://schemas.openxmlformats.org/package/2006/relationships"><Relationship Type="http://schemas.openxmlformats.org/officeDocument/2006/relationships/slideLayout" Target="/ppt/slideLayouts/slideLayout50.xml" Id="Red0b14d5c89f45ba" /><Relationship Type="http://schemas.openxmlformats.org/officeDocument/2006/relationships/notesSlide" Target="/ppt/notesSlides/notesSlide14.xml" Id="Ra03a5c6864ad40f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0.xml" Id="R3bda3c5570464921" /><Relationship Type="http://schemas.openxmlformats.org/officeDocument/2006/relationships/notesSlide" Target="/ppt/notesSlides/notesSlide15.xml" Id="R49097f4290aa4d8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0.xml" Id="Re473ea37e31e4ace" /><Relationship Type="http://schemas.openxmlformats.org/officeDocument/2006/relationships/image" Target="/ppt/media/image9.png" Id="Reb8521fd64e44156" /><Relationship Type="http://schemas.openxmlformats.org/officeDocument/2006/relationships/notesSlide" Target="/ppt/notesSlides/notesSlide16.xml" Id="R01f6e327a2874aa6" /><Relationship Id="rIdVideo16" Type="http://schemas.openxmlformats.org/officeDocument/2006/relationships/video" Target="../media/cilium-obi-demo-1-coexistence.mp4"/><Relationship Id="rIdMedia16" Type="http://schemas.microsoft.com/office/2007/relationships/media" Target="../media/cilium-obi-demo-1-coexistence.mp4"/></Relationships>
</file>

<file path=ppt/slides/_rels/slide17.xml.rels>&#65279;<?xml version="1.0" encoding="utf-8"?><Relationships xmlns="http://schemas.openxmlformats.org/package/2006/relationships"><Relationship Type="http://schemas.openxmlformats.org/officeDocument/2006/relationships/slideLayout" Target="/ppt/slideLayouts/slideLayout10.xml" Id="Raec3cf56331a421d" /><Relationship Type="http://schemas.openxmlformats.org/officeDocument/2006/relationships/image" Target="/ppt/media/image10.png" Id="R699d394cf97f435b" /><Relationship Type="http://schemas.openxmlformats.org/officeDocument/2006/relationships/notesSlide" Target="/ppt/notesSlides/notesSlide17.xml" Id="Rf368cdcce6434ae9" /><Relationship Id="rIdVideo17" Type="http://schemas.openxmlformats.org/officeDocument/2006/relationships/video" Target="../media/cilium-obi-demo-2-success.mp4"/><Relationship Id="rIdMedia17" Type="http://schemas.microsoft.com/office/2007/relationships/media" Target="../media/cilium-obi-demo-2-success.mp4"/></Relationships>
</file>

<file path=ppt/slides/_rels/slide18.xml.rels>&#65279;<?xml version="1.0" encoding="utf-8"?><Relationships xmlns="http://schemas.openxmlformats.org/package/2006/relationships"><Relationship Type="http://schemas.openxmlformats.org/officeDocument/2006/relationships/slideLayout" Target="/ppt/slideLayouts/slideLayout10.xml" Id="R0550096dd2e24620" /><Relationship Type="http://schemas.openxmlformats.org/officeDocument/2006/relationships/image" Target="/ppt/media/image11.png" Id="Rcde99a58735d4e01" /><Relationship Type="http://schemas.openxmlformats.org/officeDocument/2006/relationships/notesSlide" Target="/ppt/notesSlides/notesSlide18.xml" Id="R718d6dfbf9e7415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0.xml" Id="R2459783da7aa48d7" /><Relationship Type="http://schemas.openxmlformats.org/officeDocument/2006/relationships/image" Target="/ppt/media/image12.png" Id="Rd12821e0bbc8499b" /><Relationship Type="http://schemas.openxmlformats.org/officeDocument/2006/relationships/notesSlide" Target="/ppt/notesSlides/notesSlide19.xml" Id="R38ed89bde8444ec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0.xml" Id="Rd050318ad5094a83" /><Relationship Type="http://schemas.openxmlformats.org/officeDocument/2006/relationships/image" Target="/ppt/media/image13.png" Id="R02585777b0314c91" /><Relationship Type="http://schemas.openxmlformats.org/officeDocument/2006/relationships/notesSlide" Target="/ppt/notesSlides/notesSlide20.xml" Id="Ra00c8a125e384cf0" /><Relationship Id="rIdVideo20" Type="http://schemas.openxmlformats.org/officeDocument/2006/relationships/video" Target="../media/cilium-obi-demo-3-policy-denial.mp4"/><Relationship Id="rIdMedia20" Type="http://schemas.microsoft.com/office/2007/relationships/media" Target="../media/cilium-obi-demo-3-policy-denial.mp4"/></Relationships>
</file>

<file path=ppt/slides/_rels/slide21.xml.rels>&#65279;<?xml version="1.0" encoding="utf-8"?><Relationships xmlns="http://schemas.openxmlformats.org/package/2006/relationships"><Relationship Type="http://schemas.openxmlformats.org/officeDocument/2006/relationships/slideLayout" Target="/ppt/slideLayouts/slideLayout10.xml" Id="R4977db5ded164a3a" /><Relationship Type="http://schemas.openxmlformats.org/officeDocument/2006/relationships/hyperlink" Target="http://localhost:3000/d/cilium-obi-app-network" TargetMode="External" Id="Re3399a6f8adf4abf" /><Relationship Type="http://schemas.openxmlformats.org/officeDocument/2006/relationships/hyperlink" Target="http://localhost:3000/d/cilium-obi-app-network" TargetMode="External" Id="R026328a40e6b4d8b" /><Relationship Type="http://schemas.openxmlformats.org/officeDocument/2006/relationships/hyperlink" Target="http://localhost:3000/d/cilium-obi-platform" TargetMode="External" Id="Rda40e4837348464f" /><Relationship Type="http://schemas.openxmlformats.org/officeDocument/2006/relationships/hyperlink" Target="http://localhost:3000/d/cilium-obi-platform" TargetMode="External" Id="Rb81ed49a560f4609" /><Relationship Type="http://schemas.openxmlformats.org/officeDocument/2006/relationships/hyperlink" Target="http://localhost:3000/explore" TargetMode="External" Id="Re5aab9699c564a9c" /><Relationship Type="http://schemas.openxmlformats.org/officeDocument/2006/relationships/hyperlink" Target="http://localhost:3000/explore" TargetMode="External" Id="Rcf5a0548b20b4156" /><Relationship Type="http://schemas.openxmlformats.org/officeDocument/2006/relationships/hyperlink" Target="http://localhost:12000/" TargetMode="External" Id="Raf609116ac0440c5" /><Relationship Type="http://schemas.openxmlformats.org/officeDocument/2006/relationships/hyperlink" Target="http://localhost:12000/" TargetMode="External" Id="Rf38db962aa7a4e41" /><Relationship Type="http://schemas.openxmlformats.org/officeDocument/2006/relationships/notesSlide" Target="/ppt/notesSlides/notesSlide21.xml" Id="R41139a293a15468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0.xml" Id="Rbdc41ae9558d4be1" /><Relationship Type="http://schemas.openxmlformats.org/officeDocument/2006/relationships/notesSlide" Target="/ppt/notesSlides/notesSlide22.xml" Id="Re3b84e698a1442f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50.xml" Id="Rd036fe94ee974fd9" /><Relationship Type="http://schemas.openxmlformats.org/officeDocument/2006/relationships/notesSlide" Target="/ppt/notesSlides/notesSlide23.xml" Id="R032bfebdb0514e6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0.xml" Id="R6dda669c912044e8" /><Relationship Type="http://schemas.openxmlformats.org/officeDocument/2006/relationships/notesSlide" Target="/ppt/notesSlides/notesSlide24.xml" Id="Rfc1fbceebe8e443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0.xml" Id="Rddb314a884ca4d18" /><Relationship Type="http://schemas.openxmlformats.org/officeDocument/2006/relationships/notesSlide" Target="/ppt/notesSlides/notesSlide25.xml" Id="R752835729fc2442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0.xml" Id="R0b168819d9714979" /><Relationship Type="http://schemas.openxmlformats.org/officeDocument/2006/relationships/notesSlide" Target="/ppt/notesSlides/notesSlide26.xml" Id="Rede39c3486ff458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50.xml" Id="R261b7d68378e4ed7" /><Relationship Type="http://schemas.openxmlformats.org/officeDocument/2006/relationships/notesSlide" Target="/ppt/notesSlides/notesSlide27.xml" Id="Rf84698456e164fd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0.xml" Id="R7454d9f84fd94725" /><Relationship Type="http://schemas.openxmlformats.org/officeDocument/2006/relationships/notesSlide" Target="/ppt/notesSlides/notesSlide28.xml" Id="R9c8c07e2938945a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0.xml" Id="Re0670456611241df" /><Relationship Type="http://schemas.openxmlformats.org/officeDocument/2006/relationships/notesSlide" Target="/ppt/notesSlides/notesSlide29.xml" Id="R0fb84a1ea5134e3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50.xml" Id="Rf57c9cf6122443e7" /><Relationship Type="http://schemas.openxmlformats.org/officeDocument/2006/relationships/notesSlide" Target="/ppt/notesSlides/notesSlide30.xml" Id="Rbfc3ceff2cdf4eb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50.xml" Id="Rec4d990c0d984d4e" /><Relationship Type="http://schemas.openxmlformats.org/officeDocument/2006/relationships/notesSlide" Target="/ppt/notesSlides/notesSlide31.xml" Id="Re4b313366f4b460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0.xml" Id="Ra88aceae23f94308" /><Relationship Type="http://schemas.openxmlformats.org/officeDocument/2006/relationships/notesSlide" Target="/ppt/notesSlides/notesSlide32.xml" Id="Rcd1be721f510410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0.xml" Id="R5ad268ba48ad4a78" /><Relationship Type="http://schemas.openxmlformats.org/officeDocument/2006/relationships/notesSlide" Target="/ppt/notesSlides/notesSlide33.xml" Id="Re7c69f4c81dd47c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0.xml" Id="Rc9c404e1b0024339" /><Relationship Type="http://schemas.openxmlformats.org/officeDocument/2006/relationships/notesSlide" Target="/ppt/notesSlides/notesSlide34.xml" Id="Rc4d2efefe10041a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0.xml" Id="R40782d4e5b6c478a" /><Relationship Type="http://schemas.openxmlformats.org/officeDocument/2006/relationships/notesSlide" Target="/ppt/notesSlides/notesSlide35.xml" Id="Ra276ef3d011d4fd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56.xml" Id="Rfcb39882a5dd448d" /><Relationship Type="http://schemas.openxmlformats.org/officeDocument/2006/relationships/notesSlide" Target="/ppt/notesSlides/notesSlide36.xml" Id="R45d5b4c6e5b3494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F8E202DE-F0C4-F38B-E5D9-3EDB75497747}"/>
              </a:ext>
            </a:extLst>
          </p:cNvPr>
          <p:cNvSpPr>
            <a:spLocks xmlns:a="http://schemas.openxmlformats.org/drawingml/2006/main" noGrp="1"/>
          </p:cNvSpPr>
          <p:nvPr>
            <p:ph type="title" idx="0"/>
          </p:nvPr>
        </p:nvSpPr>
        <p:spPr>
          <a:xfrm xmlns:a="http://schemas.openxmlformats.org/drawingml/2006/main">
            <a:off x="323850" y="2181225"/>
            <a:ext cx="5204883" cy="1554163"/>
          </a:xfrm>
        </p:spPr>
        <p:txBody>
          <a:bodyPr xmlns:a="http://schemas.openxmlformats.org/drawingml/2006/main"/>
          <a:lstStyle xmlns:a="http://schemas.openxmlformats.org/drawingml/2006/main"/>
          <a:p xmlns:a="http://schemas.openxmlformats.org/drawingml/2006/main">
            <a:r>
              <a:t>Two eBPF Systems,</a:t>
            </a:r>
          </a:p>
          <a:p xmlns:a="http://schemas.openxmlformats.org/drawingml/2006/main">
            <a:r>
              <a:t>One Kubernetes Node</a:t>
            </a:r>
          </a:p>
        </p:txBody>
      </p:sp>
      <p:sp>
        <p:nvSpPr>
          <p:cNvPr id="11" name="Text Placeholder 10">
            <a:extLst xmlns:a="http://schemas.openxmlformats.org/drawingml/2006/main">
              <a:ext uri="{FF2B5EF4-FFF2-40B4-BE49-F238E27FC236}">
                <a16:creationId xmlns:a16="http://schemas.microsoft.com/office/drawing/2014/main" id="{BF2F44CF-ACFF-5B47-1E65-5DC0E344BBF1}"/>
              </a:ext>
            </a:extLst>
          </p:cNvPr>
          <p:cNvSpPr>
            <a:spLocks xmlns:a="http://schemas.openxmlformats.org/drawingml/2006/main" noGrp="1"/>
          </p:cNvSpPr>
          <p:nvPr>
            <p:ph type="body" idx="13"/>
          </p:nvPr>
        </p:nvSpPr>
        <p:spPr/>
        <p:txBody>
          <a:bodyPr xmlns:a="http://schemas.openxmlformats.org/drawingml/2006/main"/>
          <a:lstStyle xmlns:a="http://schemas.openxmlformats.org/drawingml/2006/main"/>
          <a:p xmlns:a="http://schemas.openxmlformats.org/drawingml/2006/main">
            <a:r>
              <a:t>Running OpenTelemetry OBI and Cilium together</a:t>
            </a:r>
          </a:p>
        </p:txBody>
      </p:sp>
      <p:sp>
        <p:nvSpPr>
          <p:cNvPr id="16" name="Text Placeholder 15">
            <a:extLst xmlns:a="http://schemas.openxmlformats.org/drawingml/2006/main">
              <a:ext uri="{FF2B5EF4-FFF2-40B4-BE49-F238E27FC236}">
                <a16:creationId xmlns:a16="http://schemas.microsoft.com/office/drawing/2014/main" id="{224B78CB-A350-22C0-F50A-644022F70AA5}"/>
              </a:ext>
            </a:extLst>
          </p:cNvPr>
          <p:cNvSpPr>
            <a:spLocks xmlns:a="http://schemas.openxmlformats.org/drawingml/2006/main" noGrp="1"/>
          </p:cNvSpPr>
          <p:nvPr>
            <p:ph type="body" idx="12"/>
          </p:nvPr>
        </p:nvSpPr>
        <p:spPr>
          <a:xfrm xmlns:a="http://schemas.openxmlformats.org/drawingml/2006/main">
            <a:off x="323850" y="6364224"/>
            <a:ext cx="3906838" cy="493776"/>
          </a:xfrm>
        </p:spPr>
        <p:txBody>
          <a:bodyPr xmlns:a="http://schemas.openxmlformats.org/drawingml/2006/main"/>
          <a:lstStyle xmlns:a="http://schemas.openxmlformats.org/drawingml/2006/main"/>
          <a:p xmlns:a="http://schemas.openxmlformats.org/drawingml/2006/main">
            <a:r>
              <a:t>Anton Jimenez · KubeCon + CloudNativeCon NA 2026</a:t>
            </a:r>
          </a:p>
        </p:txBody>
      </p:sp>
    </p:spTree>
    <p:extLst>
      <p:ext uri="{BB962C8B-B14F-4D97-AF65-F5344CB8AC3E}">
        <p14:creationId xmlns:p14="http://schemas.microsoft.com/office/powerpoint/2010/main" val="236623710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1" name="slide-title">
            <a:extLst xmlns:a="http://schemas.openxmlformats.org/drawingml/2006/main">
              <a:ext uri="{FF2B5EF4-FFF2-40B4-BE49-F238E27FC236}">
                <a16:creationId xmlns:a16="http://schemas.microsoft.com/office/drawing/2014/main" id="{B7D396CA-1E8D-4AC0-BB33-1CC88795277A}"/>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xmlns:a="http://schemas.openxmlformats.org/drawingml/2006/main">
              <a:ext uri="{FF2B5EF4-FFF2-40B4-BE49-F238E27FC236}">
                <a16:creationId xmlns:a16="http://schemas.microsoft.com/office/drawing/2014/main" id="{47EA0793-C78B-4E2F-9902-7D0C563A2053}"/>
              </a:ext>
            </a:extLst>
          </p:cNvPr>
          <p:cNvSpPr>
            <a:spLocks xmlns:a="http://schemas.openxmlformats.org/drawingml/2006/main" noGrp="1"/>
          </p:cNvSpPr>
          <p:nvPr/>
        </p:nvSpPr>
        <p:spPr>
          <a:xfrm xmlns:a="http://schemas.openxmlformats.org/drawingml/2006/main">
            <a:off x="876300" y="16192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AF9071E1-2371-4EFE-8EC1-D5B8EF52240E}"/>
              </a:ext>
            </a:extLst>
          </p:cNvPr>
          <p:cNvSpPr>
            <a:spLocks xmlns:a="http://schemas.openxmlformats.org/drawingml/2006/main" noGrp="1"/>
          </p:cNvSpPr>
          <p:nvPr/>
        </p:nvSpPr>
        <p:spPr>
          <a:xfrm xmlns:a="http://schemas.openxmlformats.org/drawingml/2006/main">
            <a:off x="1876425" y="16192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 vs Cilium + Hubble</a:t>
            </a:r>
          </a:p>
        </p:txBody>
      </p:sp>
      <p:sp>
        <p:nvSpPr>
          <p:cNvPr id="4" name="Rectangle 3">
            <a:extLst xmlns:a="http://schemas.openxmlformats.org/drawingml/2006/main">
              <a:ext uri="{FF2B5EF4-FFF2-40B4-BE49-F238E27FC236}">
                <a16:creationId xmlns:a16="http://schemas.microsoft.com/office/drawing/2014/main" id="{F1C4AE24-03D8-4219-82A5-69355D3425E8}"/>
              </a:ext>
            </a:extLst>
          </p:cNvPr>
          <p:cNvSpPr>
            <a:spLocks xmlns:a="http://schemas.openxmlformats.org/drawingml/2006/main" noGrp="1"/>
          </p:cNvSpPr>
          <p:nvPr/>
        </p:nvSpPr>
        <p:spPr>
          <a:xfrm xmlns:a="http://schemas.openxmlformats.org/drawingml/2006/main">
            <a:off x="1876425" y="22098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8D6A3A6-BCF5-41B2-A498-0B9E5CD03507}"/>
              </a:ext>
            </a:extLst>
          </p:cNvPr>
          <p:cNvSpPr>
            <a:spLocks xmlns:a="http://schemas.openxmlformats.org/drawingml/2006/main" noGrp="1"/>
          </p:cNvSpPr>
          <p:nvPr/>
        </p:nvSpPr>
        <p:spPr>
          <a:xfrm xmlns:a="http://schemas.openxmlformats.org/drawingml/2006/main">
            <a:off x="876300" y="281940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xmlns:a="http://schemas.openxmlformats.org/drawingml/2006/main">
              <a:ext uri="{FF2B5EF4-FFF2-40B4-BE49-F238E27FC236}">
                <a16:creationId xmlns:a16="http://schemas.microsoft.com/office/drawing/2014/main" id="{5427CE96-D1A7-435E-9CFB-B4349F764F82}"/>
              </a:ext>
            </a:extLst>
          </p:cNvPr>
          <p:cNvSpPr>
            <a:spLocks xmlns:a="http://schemas.openxmlformats.org/drawingml/2006/main" noGrp="1"/>
          </p:cNvSpPr>
          <p:nvPr/>
        </p:nvSpPr>
        <p:spPr>
          <a:xfrm xmlns:a="http://schemas.openxmlformats.org/drawingml/2006/main">
            <a:off x="1876425" y="281940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xmlns:a="http://schemas.openxmlformats.org/drawingml/2006/main">
              <a:ext uri="{FF2B5EF4-FFF2-40B4-BE49-F238E27FC236}">
                <a16:creationId xmlns:a16="http://schemas.microsoft.com/office/drawing/2014/main" id="{721DF949-ECCD-4C23-BC0E-AA64404F88CB}"/>
              </a:ext>
            </a:extLst>
          </p:cNvPr>
          <p:cNvSpPr>
            <a:spLocks xmlns:a="http://schemas.openxmlformats.org/drawingml/2006/main" noGrp="1"/>
          </p:cNvSpPr>
          <p:nvPr/>
        </p:nvSpPr>
        <p:spPr>
          <a:xfrm xmlns:a="http://schemas.openxmlformats.org/drawingml/2006/main">
            <a:off x="1876425" y="340995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CC1267DE-B7B2-4A83-86F5-D8E5B14C600C}"/>
              </a:ext>
            </a:extLst>
          </p:cNvPr>
          <p:cNvSpPr>
            <a:spLocks xmlns:a="http://schemas.openxmlformats.org/drawingml/2006/main" noGrp="1"/>
          </p:cNvSpPr>
          <p:nvPr/>
        </p:nvSpPr>
        <p:spPr>
          <a:xfrm xmlns:a="http://schemas.openxmlformats.org/drawingml/2006/main">
            <a:off x="876300" y="40195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xmlns:a="http://schemas.openxmlformats.org/drawingml/2006/main">
              <a:ext uri="{FF2B5EF4-FFF2-40B4-BE49-F238E27FC236}">
                <a16:creationId xmlns:a16="http://schemas.microsoft.com/office/drawing/2014/main" id="{C62A8A12-A547-4E33-B2AF-B2609FA728C0}"/>
              </a:ext>
            </a:extLst>
          </p:cNvPr>
          <p:cNvSpPr>
            <a:spLocks xmlns:a="http://schemas.openxmlformats.org/drawingml/2006/main" noGrp="1"/>
          </p:cNvSpPr>
          <p:nvPr/>
        </p:nvSpPr>
        <p:spPr>
          <a:xfrm xmlns:a="http://schemas.openxmlformats.org/drawingml/2006/main">
            <a:off x="1876425" y="40195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xmlns:a="http://schemas.openxmlformats.org/drawingml/2006/main">
              <a:ext uri="{FF2B5EF4-FFF2-40B4-BE49-F238E27FC236}">
                <a16:creationId xmlns:a16="http://schemas.microsoft.com/office/drawing/2014/main" id="{E3980FFE-1F3F-4885-9E11-751F56C0BC93}"/>
              </a:ext>
            </a:extLst>
          </p:cNvPr>
          <p:cNvSpPr>
            <a:spLocks xmlns:a="http://schemas.openxmlformats.org/drawingml/2006/main" noGrp="1"/>
          </p:cNvSpPr>
          <p:nvPr/>
        </p:nvSpPr>
        <p:spPr>
          <a:xfrm xmlns:a="http://schemas.openxmlformats.org/drawingml/2006/main">
            <a:off x="1876425" y="46101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F597A3DA-EF14-4A49-AC78-E8CA1F50DF05}"/>
              </a:ext>
            </a:extLst>
          </p:cNvPr>
          <p:cNvSpPr>
            <a:spLocks xmlns:a="http://schemas.openxmlformats.org/drawingml/2006/main" noGrp="1"/>
          </p:cNvSpPr>
          <p:nvPr/>
        </p:nvSpPr>
        <p:spPr>
          <a:xfrm xmlns:a="http://schemas.openxmlformats.org/drawingml/2006/main">
            <a:off x="6477000" y="16192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xmlns:a="http://schemas.openxmlformats.org/drawingml/2006/main">
              <a:ext uri="{FF2B5EF4-FFF2-40B4-BE49-F238E27FC236}">
                <a16:creationId xmlns:a16="http://schemas.microsoft.com/office/drawing/2014/main" id="{9B3E707B-5C31-4C26-8CE7-770843414CE5}"/>
              </a:ext>
            </a:extLst>
          </p:cNvPr>
          <p:cNvSpPr>
            <a:spLocks xmlns:a="http://schemas.openxmlformats.org/drawingml/2006/main" noGrp="1"/>
          </p:cNvSpPr>
          <p:nvPr/>
        </p:nvSpPr>
        <p:spPr>
          <a:xfrm xmlns:a="http://schemas.openxmlformats.org/drawingml/2006/main">
            <a:off x="7477125" y="16192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Live demo</a:t>
            </a:r>
          </a:p>
        </p:txBody>
      </p:sp>
      <p:sp>
        <p:nvSpPr>
          <p:cNvPr id="13" name="Rectangle 12">
            <a:extLst xmlns:a="http://schemas.openxmlformats.org/drawingml/2006/main">
              <a:ext uri="{FF2B5EF4-FFF2-40B4-BE49-F238E27FC236}">
                <a16:creationId xmlns:a16="http://schemas.microsoft.com/office/drawing/2014/main" id="{18535E0D-77D8-458C-99DB-DBBA068786D7}"/>
              </a:ext>
            </a:extLst>
          </p:cNvPr>
          <p:cNvSpPr>
            <a:spLocks xmlns:a="http://schemas.openxmlformats.org/drawingml/2006/main" noGrp="1"/>
          </p:cNvSpPr>
          <p:nvPr/>
        </p:nvSpPr>
        <p:spPr>
          <a:xfrm xmlns:a="http://schemas.openxmlformats.org/drawingml/2006/main">
            <a:off x="7477125" y="22098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929BE267-4CA4-4BAA-B490-AB20218BE7BA}"/>
              </a:ext>
            </a:extLst>
          </p:cNvPr>
          <p:cNvSpPr>
            <a:spLocks xmlns:a="http://schemas.openxmlformats.org/drawingml/2006/main" noGrp="1"/>
          </p:cNvSpPr>
          <p:nvPr/>
        </p:nvSpPr>
        <p:spPr>
          <a:xfrm xmlns:a="http://schemas.openxmlformats.org/drawingml/2006/main">
            <a:off x="6477000" y="281940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xmlns:a="http://schemas.openxmlformats.org/drawingml/2006/main">
              <a:ext uri="{FF2B5EF4-FFF2-40B4-BE49-F238E27FC236}">
                <a16:creationId xmlns:a16="http://schemas.microsoft.com/office/drawing/2014/main" id="{B357B8D1-CA8D-49E6-98AC-5457FAF96A1A}"/>
              </a:ext>
            </a:extLst>
          </p:cNvPr>
          <p:cNvSpPr>
            <a:spLocks xmlns:a="http://schemas.openxmlformats.org/drawingml/2006/main" noGrp="1"/>
          </p:cNvSpPr>
          <p:nvPr/>
        </p:nvSpPr>
        <p:spPr>
          <a:xfrm xmlns:a="http://schemas.openxmlformats.org/drawingml/2006/main">
            <a:off x="7477125" y="281940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xmlns:a="http://schemas.openxmlformats.org/drawingml/2006/main">
              <a:ext uri="{FF2B5EF4-FFF2-40B4-BE49-F238E27FC236}">
                <a16:creationId xmlns:a16="http://schemas.microsoft.com/office/drawing/2014/main" id="{A03C16AE-F78F-4A62-82F9-113185187DD3}"/>
              </a:ext>
            </a:extLst>
          </p:cNvPr>
          <p:cNvSpPr>
            <a:spLocks xmlns:a="http://schemas.openxmlformats.org/drawingml/2006/main" noGrp="1"/>
          </p:cNvSpPr>
          <p:nvPr/>
        </p:nvSpPr>
        <p:spPr>
          <a:xfrm xmlns:a="http://schemas.openxmlformats.org/drawingml/2006/main">
            <a:off x="7477125" y="340995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CDF39F5D-82A7-43DA-B918-9373DC8A03ED}"/>
              </a:ext>
            </a:extLst>
          </p:cNvPr>
          <p:cNvSpPr>
            <a:spLocks xmlns:a="http://schemas.openxmlformats.org/drawingml/2006/main" noGrp="1"/>
          </p:cNvSpPr>
          <p:nvPr/>
        </p:nvSpPr>
        <p:spPr>
          <a:xfrm xmlns:a="http://schemas.openxmlformats.org/drawingml/2006/main">
            <a:off x="6477000" y="40195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xmlns:a="http://schemas.openxmlformats.org/drawingml/2006/main">
              <a:ext uri="{FF2B5EF4-FFF2-40B4-BE49-F238E27FC236}">
                <a16:creationId xmlns:a16="http://schemas.microsoft.com/office/drawing/2014/main" id="{82632E2D-769F-47E9-B6EA-08FF75570C4A}"/>
              </a:ext>
            </a:extLst>
          </p:cNvPr>
          <p:cNvSpPr>
            <a:spLocks xmlns:a="http://schemas.openxmlformats.org/drawingml/2006/main" noGrp="1"/>
          </p:cNvSpPr>
          <p:nvPr/>
        </p:nvSpPr>
        <p:spPr>
          <a:xfrm xmlns:a="http://schemas.openxmlformats.org/drawingml/2006/main">
            <a:off x="7477125" y="40195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xmlns:a="http://schemas.openxmlformats.org/drawingml/2006/main">
              <a:ext uri="{FF2B5EF4-FFF2-40B4-BE49-F238E27FC236}">
                <a16:creationId xmlns:a16="http://schemas.microsoft.com/office/drawing/2014/main" id="{F815B16F-747D-45B6-A0F1-C46A61EBB3DA}"/>
              </a:ext>
            </a:extLst>
          </p:cNvPr>
          <p:cNvSpPr>
            <a:spLocks xmlns:a="http://schemas.openxmlformats.org/drawingml/2006/main" noGrp="1"/>
          </p:cNvSpPr>
          <p:nvPr/>
        </p:nvSpPr>
        <p:spPr>
          <a:xfrm xmlns:a="http://schemas.openxmlformats.org/drawingml/2006/main">
            <a:off x="7477125" y="46101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 name="Rounded Rectangle 19">
            <a:extLst xmlns:a="http://schemas.openxmlformats.org/drawingml/2006/main">
              <a:ext uri="{FF2B5EF4-FFF2-40B4-BE49-F238E27FC236}">
                <a16:creationId xmlns:a16="http://schemas.microsoft.com/office/drawing/2014/main" id="{FC8E9A76-0120-4DAE-BC83-519A8F5F25AA}"/>
              </a:ext>
            </a:extLst>
          </p:cNvPr>
          <p:cNvSpPr>
            <a:spLocks xmlns:a="http://schemas.openxmlformats.org/drawingml/2006/main" noGrp="1"/>
          </p:cNvSpPr>
          <p:nvPr/>
        </p:nvSpPr>
        <p:spPr>
          <a:xfrm xmlns:a="http://schemas.openxmlformats.org/drawingml/2006/main">
            <a:off x="2724150" y="5562600"/>
            <a:ext cx="67437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275" b="1">
                <a:solidFill>
                  <a:srgbClr val="FFFFFF"/>
                </a:solidFill>
                <a:latin typeface="CiscoSansTT Medium"/>
                <a:ea typeface="CiscoSansTT Medium"/>
                <a:cs typeface="CiscoSansTT Medium"/>
              </a:defRPr>
            </a:pPr>
            <a:r>
              <a:rPr sz="1275" b="1">
                <a:solidFill>
                  <a:srgbClr val="FFFFFF"/>
                </a:solidFill>
                <a:latin typeface="CiscoSansTT Medium"/>
                <a:ea typeface="CiscoSansTT Medium"/>
                <a:cs typeface="CiscoSansTT Medium"/>
              </a:rPr>
              <a:t>ONE REQUEST · TWO TELEMETRY VIEWS · ONE OPERATOR MODEL</a:t>
            </a:r>
          </a:p>
        </p:txBody>
      </p:sp>
      <p:sp>
        <p:nvSpPr>
          <p:cNvPr id="22" name="">
            <a:extLst xmlns:a="http://schemas.openxmlformats.org/drawingml/2006/main">
              <a:ext uri="{FF2B5EF4-FFF2-40B4-BE49-F238E27FC236}">
                <a16:creationId xmlns:a16="http://schemas.microsoft.com/office/drawing/2014/main" id="{F2410DE7-62AD-405F-867D-87290CCEF6A7}"/>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A65D56C-4C1B-45E5-BEA1-03C8866212B3}"/>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AF91CE5A-64FB-4F8E-8356-F072CCB34E8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
            <a:extLst xmlns:a="http://schemas.openxmlformats.org/drawingml/2006/main">
              <a:ext uri="{FF2B5EF4-FFF2-40B4-BE49-F238E27FC236}">
                <a16:creationId xmlns:a16="http://schemas.microsoft.com/office/drawing/2014/main" id="{A8D5C6D2-82FF-4317-A141-ECBC8D49B59B}"/>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A2396CF-EA53-4DF6-BF9F-D013733D3D64}"/>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45833"/>
          </a:bodyPr>
          <a:lstStyle xmlns:a="http://schemas.openxmlformats.org/drawingml/2006/main"/>
          <a:p xmlns:a="http://schemas.openxmlformats.org/drawingml/2006/main">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
            <a:extLst xmlns:a="http://schemas.openxmlformats.org/drawingml/2006/main">
              <a:ext uri="{FF2B5EF4-FFF2-40B4-BE49-F238E27FC236}">
                <a16:creationId xmlns:a16="http://schemas.microsoft.com/office/drawing/2014/main" id="{A334CE78-A7CE-48FF-8708-F87B568CB332}"/>
              </a:ext>
            </a:extLst>
          </p:cNvPr>
          <p:cNvSpPr>
            <a:spLocks xmlns:a="http://schemas.openxmlformats.org/drawingml/2006/main" noGrp="1"/>
          </p:cNvSpPr>
          <p:nvPr/>
        </p:nvSpPr>
        <p:spPr>
          <a:xfrm xmlns:a="http://schemas.openxmlformats.org/drawingml/2006/main">
            <a:off x="723900" y="13430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One application request becomes traces and metrics</a:t>
            </a:r>
          </a:p>
        </p:txBody>
      </p:sp>
      <p:sp>
        <p:nvSpPr>
          <p:cNvPr id="18" name="">
            <a:extLst xmlns:a="http://schemas.openxmlformats.org/drawingml/2006/main">
              <a:ext uri="{FF2B5EF4-FFF2-40B4-BE49-F238E27FC236}">
                <a16:creationId xmlns:a16="http://schemas.microsoft.com/office/drawing/2014/main" id="{D9A99B0B-3915-46AB-9DF7-9A6093270C98}"/>
              </a:ext>
            </a:extLst>
          </p:cNvPr>
          <p:cNvSpPr>
            <a:spLocks xmlns:a="http://schemas.openxmlformats.org/drawingml/2006/main" noGrp="1"/>
          </p:cNvSpPr>
          <p:nvPr/>
        </p:nvSpPr>
        <p:spPr>
          <a:xfrm xmlns:a="http://schemas.openxmlformats.org/drawingml/2006/main">
            <a:off x="742950" y="2076450"/>
            <a:ext cx="723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
            <a:extLst xmlns:a="http://schemas.openxmlformats.org/drawingml/2006/main">
              <a:ext uri="{FF2B5EF4-FFF2-40B4-BE49-F238E27FC236}">
                <a16:creationId xmlns:a16="http://schemas.microsoft.com/office/drawing/2014/main" id="{8D9D5781-19F1-4B23-A7A1-3479877C9FE1}"/>
              </a:ext>
            </a:extLst>
          </p:cNvPr>
          <p:cNvSpPr>
            <a:spLocks xmlns:a="http://schemas.openxmlformats.org/drawingml/2006/main" noGrp="1"/>
          </p:cNvSpPr>
          <p:nvPr/>
        </p:nvSpPr>
        <p:spPr>
          <a:xfrm xmlns:a="http://schemas.openxmlformats.org/drawingml/2006/main">
            <a:off x="1638300" y="2085975"/>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Observe</a:t>
            </a:r>
          </a:p>
        </p:txBody>
      </p:sp>
      <p:sp>
        <p:nvSpPr>
          <p:cNvPr id="20" name="">
            <a:extLst xmlns:a="http://schemas.openxmlformats.org/drawingml/2006/main">
              <a:ext uri="{FF2B5EF4-FFF2-40B4-BE49-F238E27FC236}">
                <a16:creationId xmlns:a16="http://schemas.microsoft.com/office/drawing/2014/main" id="{475C7ABE-C852-46F0-8440-29E93435EE74}"/>
              </a:ext>
            </a:extLst>
          </p:cNvPr>
          <p:cNvSpPr>
            <a:spLocks xmlns:a="http://schemas.openxmlformats.org/drawingml/2006/main" noGrp="1"/>
          </p:cNvSpPr>
          <p:nvPr/>
        </p:nvSpPr>
        <p:spPr>
          <a:xfrm xmlns:a="http://schemas.openxmlformats.org/drawingml/2006/main">
            <a:off x="1638300" y="2524125"/>
            <a:ext cx="9601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eBPF hooks watch supported application operations on the worker node.</a:t>
            </a:r>
          </a:p>
        </p:txBody>
      </p:sp>
      <p:sp>
        <p:nvSpPr>
          <p:cNvPr id="21" name="">
            <a:extLst xmlns:a="http://schemas.openxmlformats.org/drawingml/2006/main">
              <a:ext uri="{FF2B5EF4-FFF2-40B4-BE49-F238E27FC236}">
                <a16:creationId xmlns:a16="http://schemas.microsoft.com/office/drawing/2014/main" id="{561E33F0-9556-4CAF-999D-F7D9D5066F95}"/>
              </a:ext>
            </a:extLst>
          </p:cNvPr>
          <p:cNvSpPr>
            <a:spLocks xmlns:a="http://schemas.openxmlformats.org/drawingml/2006/main" noGrp="1"/>
          </p:cNvSpPr>
          <p:nvPr/>
        </p:nvSpPr>
        <p:spPr>
          <a:xfrm xmlns:a="http://schemas.openxmlformats.org/drawingml/2006/main">
            <a:off x="1638300" y="3143250"/>
            <a:ext cx="9810750" cy="14288"/>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6E3E1547-0690-41B6-A094-92DD3AD34550}"/>
              </a:ext>
            </a:extLst>
          </p:cNvPr>
          <p:cNvSpPr>
            <a:spLocks xmlns:a="http://schemas.openxmlformats.org/drawingml/2006/main" noGrp="1"/>
          </p:cNvSpPr>
          <p:nvPr/>
        </p:nvSpPr>
        <p:spPr>
          <a:xfrm xmlns:a="http://schemas.openxmlformats.org/drawingml/2006/main">
            <a:off x="742950" y="3276600"/>
            <a:ext cx="723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
            <a:extLst xmlns:a="http://schemas.openxmlformats.org/drawingml/2006/main">
              <a:ext uri="{FF2B5EF4-FFF2-40B4-BE49-F238E27FC236}">
                <a16:creationId xmlns:a16="http://schemas.microsoft.com/office/drawing/2014/main" id="{9F06C7CD-12DC-45DF-8CF5-12E573F6F38D}"/>
              </a:ext>
            </a:extLst>
          </p:cNvPr>
          <p:cNvSpPr>
            <a:spLocks xmlns:a="http://schemas.openxmlformats.org/drawingml/2006/main" noGrp="1"/>
          </p:cNvSpPr>
          <p:nvPr/>
        </p:nvSpPr>
        <p:spPr>
          <a:xfrm xmlns:a="http://schemas.openxmlformats.org/drawingml/2006/main">
            <a:off x="1638300" y="3286125"/>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Create telemetry</a:t>
            </a:r>
          </a:p>
        </p:txBody>
      </p:sp>
      <p:sp>
        <p:nvSpPr>
          <p:cNvPr id="24" name="">
            <a:extLst xmlns:a="http://schemas.openxmlformats.org/drawingml/2006/main">
              <a:ext uri="{FF2B5EF4-FFF2-40B4-BE49-F238E27FC236}">
                <a16:creationId xmlns:a16="http://schemas.microsoft.com/office/drawing/2014/main" id="{0AD620F7-9210-4E6C-977E-C41323C0D218}"/>
              </a:ext>
            </a:extLst>
          </p:cNvPr>
          <p:cNvSpPr>
            <a:spLocks xmlns:a="http://schemas.openxmlformats.org/drawingml/2006/main" noGrp="1"/>
          </p:cNvSpPr>
          <p:nvPr/>
        </p:nvSpPr>
        <p:spPr>
          <a:xfrm xmlns:a="http://schemas.openxmlformats.org/drawingml/2006/main">
            <a:off x="1638300" y="3724275"/>
            <a:ext cx="9601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operations become spans. Related spans form a trace.</a:t>
            </a:r>
          </a:p>
        </p:txBody>
      </p:sp>
      <p:sp>
        <p:nvSpPr>
          <p:cNvPr id="25" name="">
            <a:extLst xmlns:a="http://schemas.openxmlformats.org/drawingml/2006/main">
              <a:ext uri="{FF2B5EF4-FFF2-40B4-BE49-F238E27FC236}">
                <a16:creationId xmlns:a16="http://schemas.microsoft.com/office/drawing/2014/main" id="{EF061137-362E-4028-8DC7-73E3458F86FF}"/>
              </a:ext>
            </a:extLst>
          </p:cNvPr>
          <p:cNvSpPr>
            <a:spLocks xmlns:a="http://schemas.openxmlformats.org/drawingml/2006/main" noGrp="1"/>
          </p:cNvSpPr>
          <p:nvPr/>
        </p:nvSpPr>
        <p:spPr>
          <a:xfrm xmlns:a="http://schemas.openxmlformats.org/drawingml/2006/main">
            <a:off x="1638300" y="4343400"/>
            <a:ext cx="9810750" cy="14288"/>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A253741F-4AF9-4008-A6F4-68EDD4CE0910}"/>
              </a:ext>
            </a:extLst>
          </p:cNvPr>
          <p:cNvSpPr>
            <a:spLocks xmlns:a="http://schemas.openxmlformats.org/drawingml/2006/main" noGrp="1"/>
          </p:cNvSpPr>
          <p:nvPr/>
        </p:nvSpPr>
        <p:spPr>
          <a:xfrm xmlns:a="http://schemas.openxmlformats.org/drawingml/2006/main">
            <a:off x="742950" y="4476750"/>
            <a:ext cx="723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
            <a:extLst xmlns:a="http://schemas.openxmlformats.org/drawingml/2006/main">
              <a:ext uri="{FF2B5EF4-FFF2-40B4-BE49-F238E27FC236}">
                <a16:creationId xmlns:a16="http://schemas.microsoft.com/office/drawing/2014/main" id="{F872886C-D0B2-4EAD-86A5-A4B9EFD37913}"/>
              </a:ext>
            </a:extLst>
          </p:cNvPr>
          <p:cNvSpPr>
            <a:spLocks xmlns:a="http://schemas.openxmlformats.org/drawingml/2006/main" noGrp="1"/>
          </p:cNvSpPr>
          <p:nvPr/>
        </p:nvSpPr>
        <p:spPr>
          <a:xfrm xmlns:a="http://schemas.openxmlformats.org/drawingml/2006/main">
            <a:off x="1638300" y="4486275"/>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Export</a:t>
            </a:r>
          </a:p>
        </p:txBody>
      </p:sp>
      <p:sp>
        <p:nvSpPr>
          <p:cNvPr id="28" name="">
            <a:extLst xmlns:a="http://schemas.openxmlformats.org/drawingml/2006/main">
              <a:ext uri="{FF2B5EF4-FFF2-40B4-BE49-F238E27FC236}">
                <a16:creationId xmlns:a16="http://schemas.microsoft.com/office/drawing/2014/main" id="{9FE58FB9-5595-40BC-80A2-0FB84D19C295}"/>
              </a:ext>
            </a:extLst>
          </p:cNvPr>
          <p:cNvSpPr>
            <a:spLocks xmlns:a="http://schemas.openxmlformats.org/drawingml/2006/main" noGrp="1"/>
          </p:cNvSpPr>
          <p:nvPr/>
        </p:nvSpPr>
        <p:spPr>
          <a:xfrm xmlns:a="http://schemas.openxmlformats.org/drawingml/2006/main">
            <a:off x="1638300" y="4924425"/>
            <a:ext cx="9601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traces and RED metrics to the configured OpenTelemetry backend.</a:t>
            </a:r>
          </a:p>
        </p:txBody>
      </p:sp>
      <p:sp>
        <p:nvSpPr>
          <p:cNvPr id="29" name="">
            <a:extLst xmlns:a="http://schemas.openxmlformats.org/drawingml/2006/main">
              <a:ext uri="{FF2B5EF4-FFF2-40B4-BE49-F238E27FC236}">
                <a16:creationId xmlns:a16="http://schemas.microsoft.com/office/drawing/2014/main" id="{1021DFE0-06B2-4E5F-900E-1BFCD8FC5AE7}"/>
              </a:ext>
            </a:extLst>
          </p:cNvPr>
          <p:cNvSpPr>
            <a:spLocks xmlns:a="http://schemas.openxmlformats.org/drawingml/2006/main" noGrp="1"/>
          </p:cNvSpPr>
          <p:nvPr/>
        </p:nvSpPr>
        <p:spPr>
          <a:xfrm xmlns:a="http://schemas.openxmlformats.org/drawingml/2006/main">
            <a:off x="723900" y="5838825"/>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0860FE"/>
                </a:solidFill>
                <a:latin typeface="CiscoSansTT"/>
                <a:ea typeface="CiscoSansTT"/>
                <a:cs typeface="CiscoSansTT"/>
              </a:defRPr>
            </a:pPr>
            <a:r>
              <a:rPr sz="1725" b="0">
                <a:solidFill>
                  <a:srgbClr val="0860FE"/>
                </a:solidFill>
                <a:latin typeface="CiscoSansTT"/>
                <a:ea typeface="CiscoSansTT"/>
                <a:cs typeface="CiscoSansTT"/>
              </a:rPr>
              <a:t>No application code changes. RED = request rate, errors, duration.</a:t>
            </a:r>
          </a:p>
        </p:txBody>
      </p:sp>
    </p:spTree>
    <p:extLst>
      <p:ext uri="{BB962C8B-B14F-4D97-AF65-F5344CB8AC3E}">
        <p14:creationId xmlns:p14="http://schemas.microsoft.com/office/powerpoint/2010/main" val="65446708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DFDA3ED-95EC-4A0D-9FCE-16122C5E9912}"/>
              </a:ext>
            </a:extLst>
          </p:cNvPr>
          <p:cNvSpPr>
            <a:spLocks xmlns:a="http://schemas.openxmlformats.org/drawingml/2006/main" noGrp="1"/>
          </p:cNvSpPr>
          <p:nvPr/>
        </p:nvSpPr>
        <p:spPr>
          <a:xfrm xmlns:a="http://schemas.openxmlformats.org/drawingml/2006/main">
            <a:off x="6096000" y="1466850"/>
            <a:ext cx="19050" cy="3695700"/>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 name="slide-title">
            <a:extLst xmlns:a="http://schemas.openxmlformats.org/drawingml/2006/main">
              <a:ext uri="{FF2B5EF4-FFF2-40B4-BE49-F238E27FC236}">
                <a16:creationId xmlns:a16="http://schemas.microsoft.com/office/drawing/2014/main" id="{AF91CE5A-64FB-4F8E-8356-F072CCB34E8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
            <a:extLst xmlns:a="http://schemas.openxmlformats.org/drawingml/2006/main">
              <a:ext uri="{FF2B5EF4-FFF2-40B4-BE49-F238E27FC236}">
                <a16:creationId xmlns:a16="http://schemas.microsoft.com/office/drawing/2014/main" id="{5AFF7D12-6ECF-4276-80D9-6F814907A008}"/>
              </a:ext>
            </a:extLst>
          </p:cNvPr>
          <p:cNvSpPr>
            <a:spLocks xmlns:a="http://schemas.openxmlformats.org/drawingml/2006/main" noGrp="1"/>
          </p:cNvSpPr>
          <p:nvPr/>
        </p:nvSpPr>
        <p:spPr>
          <a:xfrm xmlns:a="http://schemas.openxmlformats.org/drawingml/2006/main">
            <a:off x="723900" y="1524000"/>
            <a:ext cx="457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
            <a:extLst xmlns:a="http://schemas.openxmlformats.org/drawingml/2006/main">
              <a:ext uri="{FF2B5EF4-FFF2-40B4-BE49-F238E27FC236}">
                <a16:creationId xmlns:a16="http://schemas.microsoft.com/office/drawing/2014/main" id="{46FB8965-F160-4E3D-8BE7-E57B69EA80D6}"/>
              </a:ext>
            </a:extLst>
          </p:cNvPr>
          <p:cNvSpPr>
            <a:spLocks xmlns:a="http://schemas.openxmlformats.org/drawingml/2006/main" noGrp="1"/>
          </p:cNvSpPr>
          <p:nvPr/>
        </p:nvSpPr>
        <p:spPr>
          <a:xfrm xmlns:a="http://schemas.openxmlformats.org/drawingml/2006/main">
            <a:off x="723900" y="2133600"/>
            <a:ext cx="4619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
            <a:extLst xmlns:a="http://schemas.openxmlformats.org/drawingml/2006/main">
              <a:ext uri="{FF2B5EF4-FFF2-40B4-BE49-F238E27FC236}">
                <a16:creationId xmlns:a16="http://schemas.microsoft.com/office/drawing/2014/main" id="{29251D8D-B9F0-4C66-BFC3-7128D479000C}"/>
              </a:ext>
            </a:extLst>
          </p:cNvPr>
          <p:cNvSpPr>
            <a:spLocks xmlns:a="http://schemas.openxmlformats.org/drawingml/2006/main" noGrp="1"/>
          </p:cNvSpPr>
          <p:nvPr/>
        </p:nvSpPr>
        <p:spPr>
          <a:xfrm xmlns:a="http://schemas.openxmlformats.org/drawingml/2006/main">
            <a:off x="723900" y="276225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Route, latency, and status</a:t>
            </a:r>
          </a:p>
        </p:txBody>
      </p:sp>
      <p:sp>
        <p:nvSpPr>
          <p:cNvPr id="6" name="">
            <a:extLst xmlns:a="http://schemas.openxmlformats.org/drawingml/2006/main">
              <a:ext uri="{FF2B5EF4-FFF2-40B4-BE49-F238E27FC236}">
                <a16:creationId xmlns:a16="http://schemas.microsoft.com/office/drawing/2014/main" id="{C56BF428-33AE-4A4D-A033-BA529044666F}"/>
              </a:ext>
            </a:extLst>
          </p:cNvPr>
          <p:cNvSpPr>
            <a:spLocks xmlns:a="http://schemas.openxmlformats.org/drawingml/2006/main" noGrp="1"/>
          </p:cNvSpPr>
          <p:nvPr/>
        </p:nvSpPr>
        <p:spPr>
          <a:xfrm xmlns:a="http://schemas.openxmlformats.org/drawingml/2006/main">
            <a:off x="723900" y="33528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Spans and RED metrics</a:t>
            </a:r>
          </a:p>
        </p:txBody>
      </p:sp>
      <p:sp>
        <p:nvSpPr>
          <p:cNvPr id="7" name="">
            <a:extLst xmlns:a="http://schemas.openxmlformats.org/drawingml/2006/main">
              <a:ext uri="{FF2B5EF4-FFF2-40B4-BE49-F238E27FC236}">
                <a16:creationId xmlns:a16="http://schemas.microsoft.com/office/drawing/2014/main" id="{88F31A24-7B4B-4EA1-97AB-CA1F9BB93819}"/>
              </a:ext>
            </a:extLst>
          </p:cNvPr>
          <p:cNvSpPr>
            <a:spLocks xmlns:a="http://schemas.openxmlformats.org/drawingml/2006/main" noGrp="1"/>
          </p:cNvSpPr>
          <p:nvPr/>
        </p:nvSpPr>
        <p:spPr>
          <a:xfrm xmlns:a="http://schemas.openxmlformats.org/drawingml/2006/main">
            <a:off x="723900" y="414337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request was slow?</a:t>
            </a:r>
          </a:p>
        </p:txBody>
      </p:sp>
      <p:sp>
        <p:nvSpPr>
          <p:cNvPr id="8" name="">
            <a:extLst xmlns:a="http://schemas.openxmlformats.org/drawingml/2006/main">
              <a:ext uri="{FF2B5EF4-FFF2-40B4-BE49-F238E27FC236}">
                <a16:creationId xmlns:a16="http://schemas.microsoft.com/office/drawing/2014/main" id="{738FCE8D-946B-4CE8-B707-81664E240627}"/>
              </a:ext>
            </a:extLst>
          </p:cNvPr>
          <p:cNvSpPr>
            <a:spLocks xmlns:a="http://schemas.openxmlformats.org/drawingml/2006/main" noGrp="1"/>
          </p:cNvSpPr>
          <p:nvPr/>
        </p:nvSpPr>
        <p:spPr>
          <a:xfrm xmlns:a="http://schemas.openxmlformats.org/drawingml/2006/main">
            <a:off x="6724650" y="15240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
            <a:extLst xmlns:a="http://schemas.openxmlformats.org/drawingml/2006/main">
              <a:ext uri="{FF2B5EF4-FFF2-40B4-BE49-F238E27FC236}">
                <a16:creationId xmlns:a16="http://schemas.microsoft.com/office/drawing/2014/main" id="{3425763A-237B-4BDB-99B4-06424102A018}"/>
              </a:ext>
            </a:extLst>
          </p:cNvPr>
          <p:cNvSpPr>
            <a:spLocks xmlns:a="http://schemas.openxmlformats.org/drawingml/2006/main" noGrp="1"/>
          </p:cNvSpPr>
          <p:nvPr/>
        </p:nvSpPr>
        <p:spPr>
          <a:xfrm xmlns:a="http://schemas.openxmlformats.org/drawingml/2006/main">
            <a:off x="6724650" y="21336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
            <a:extLst xmlns:a="http://schemas.openxmlformats.org/drawingml/2006/main">
              <a:ext uri="{FF2B5EF4-FFF2-40B4-BE49-F238E27FC236}">
                <a16:creationId xmlns:a16="http://schemas.microsoft.com/office/drawing/2014/main" id="{FF114EB4-706A-4CBB-9A81-8539929A4102}"/>
              </a:ext>
            </a:extLst>
          </p:cNvPr>
          <p:cNvSpPr>
            <a:spLocks xmlns:a="http://schemas.openxmlformats.org/drawingml/2006/main" noGrp="1"/>
          </p:cNvSpPr>
          <p:nvPr/>
        </p:nvSpPr>
        <p:spPr>
          <a:xfrm xmlns:a="http://schemas.openxmlformats.org/drawingml/2006/main">
            <a:off x="6724650" y="27622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
            <a:extLst xmlns:a="http://schemas.openxmlformats.org/drawingml/2006/main">
              <a:ext uri="{FF2B5EF4-FFF2-40B4-BE49-F238E27FC236}">
                <a16:creationId xmlns:a16="http://schemas.microsoft.com/office/drawing/2014/main" id="{198F2D09-E983-4F35-8B9B-503CC7F6AD6A}"/>
              </a:ext>
            </a:extLst>
          </p:cNvPr>
          <p:cNvSpPr>
            <a:spLocks xmlns:a="http://schemas.openxmlformats.org/drawingml/2006/main" noGrp="1"/>
          </p:cNvSpPr>
          <p:nvPr/>
        </p:nvSpPr>
        <p:spPr>
          <a:xfrm xmlns:a="http://schemas.openxmlformats.org/drawingml/2006/main">
            <a:off x="6724650" y="33528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Verdicts and drop reasons</a:t>
            </a:r>
          </a:p>
        </p:txBody>
      </p:sp>
      <p:sp>
        <p:nvSpPr>
          <p:cNvPr id="12" name="">
            <a:extLst xmlns:a="http://schemas.openxmlformats.org/drawingml/2006/main">
              <a:ext uri="{FF2B5EF4-FFF2-40B4-BE49-F238E27FC236}">
                <a16:creationId xmlns:a16="http://schemas.microsoft.com/office/drawing/2014/main" id="{025468DF-4C94-4BBF-AA5C-A1251E4A9E74}"/>
              </a:ext>
            </a:extLst>
          </p:cNvPr>
          <p:cNvSpPr>
            <a:spLocks xmlns:a="http://schemas.openxmlformats.org/drawingml/2006/main" noGrp="1"/>
          </p:cNvSpPr>
          <p:nvPr/>
        </p:nvSpPr>
        <p:spPr>
          <a:xfrm xmlns:a="http://schemas.openxmlformats.org/drawingml/2006/main">
            <a:off x="6724650" y="41433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
            <a:extLst xmlns:a="http://schemas.openxmlformats.org/drawingml/2006/main">
              <a:ext uri="{FF2B5EF4-FFF2-40B4-BE49-F238E27FC236}">
                <a16:creationId xmlns:a16="http://schemas.microsoft.com/office/drawing/2014/main" id="{E443BD63-0DF9-4B2B-8414-99B373C542BB}"/>
              </a:ext>
            </a:extLst>
          </p:cNvPr>
          <p:cNvSpPr>
            <a:spLocks xmlns:a="http://schemas.openxmlformats.org/drawingml/2006/main" noGrp="1"/>
          </p:cNvSpPr>
          <p:nvPr/>
        </p:nvSpPr>
        <p:spPr>
          <a:xfrm xmlns:a="http://schemas.openxmlformats.org/drawingml/2006/main">
            <a:off x="1962150" y="5181600"/>
            <a:ext cx="8267700" cy="742950"/>
          </a:xfrm>
          <a:prstGeom xmlns:a="http://schemas.openxmlformats.org/drawingml/2006/main" prst="roundRect">
            <a:avLst>
              <a:gd name="adj" fmla="val 10256"/>
            </a:avLst>
          </a:prstGeom>
          <a:solidFill xmlns:a="http://schemas.openxmlformats.org/drawingml/2006/main">
            <a:srgbClr val="07182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389C545-F081-40EF-85C4-C440B5B4FB21}"/>
              </a:ext>
            </a:extLst>
          </p:cNvPr>
          <p:cNvSpPr>
            <a:spLocks xmlns:a="http://schemas.openxmlformats.org/drawingml/2006/main" noGrp="1"/>
          </p:cNvSpPr>
          <p:nvPr/>
        </p:nvSpPr>
        <p:spPr>
          <a:xfrm xmlns:a="http://schemas.openxmlformats.org/drawingml/2006/main">
            <a:off x="2238375" y="5324475"/>
            <a:ext cx="771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
            <a:extLst xmlns:a="http://schemas.openxmlformats.org/drawingml/2006/main">
              <a:ext uri="{FF2B5EF4-FFF2-40B4-BE49-F238E27FC236}">
                <a16:creationId xmlns:a16="http://schemas.microsoft.com/office/drawing/2014/main" id="{A8D5C6D2-82FF-4317-A141-ECBC8D49B59B}"/>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A2396CF-EA53-4DF6-BF9F-D013733D3D64}"/>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45833"/>
          </a:bodyPr>
          <a:lstStyle xmlns:a="http://schemas.openxmlformats.org/drawingml/2006/main"/>
          <a:p xmlns:a="http://schemas.openxmlformats.org/drawingml/2006/main">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The coexistence problem</a:t>
            </a:r>
          </a:p>
        </p:txBody>
      </p:sp>
    </p:spTree>
    <p:extLst>
      <p:ext uri="{BB962C8B-B14F-4D97-AF65-F5344CB8AC3E}">
        <p14:creationId xmlns:p14="http://schemas.microsoft.com/office/powerpoint/2010/main" val="50251324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87FACB85-A5FC-4526-9914-22C8BFC4174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Running OBI and Cilium together sounds simple</a:t>
            </a:r>
          </a:p>
        </p:txBody>
      </p:sp>
      <p:sp>
        <p:nvSpPr>
          <p:cNvPr id="2" name="Rectangle 1">
            <a:extLst xmlns:a="http://schemas.openxmlformats.org/drawingml/2006/main">
              <a:ext uri="{FF2B5EF4-FFF2-40B4-BE49-F238E27FC236}">
                <a16:creationId xmlns:a16="http://schemas.microsoft.com/office/drawing/2014/main" id="{0D4FB395-04EA-4F05-B998-73DEAB7278C9}"/>
              </a:ext>
            </a:extLst>
          </p:cNvPr>
          <p:cNvSpPr>
            <a:spLocks xmlns:a="http://schemas.openxmlformats.org/drawingml/2006/main" noGrp="1"/>
          </p:cNvSpPr>
          <p:nvPr/>
        </p:nvSpPr>
        <p:spPr>
          <a:xfrm xmlns:a="http://schemas.openxmlformats.org/drawingml/2006/main">
            <a:off x="857250" y="1619250"/>
            <a:ext cx="685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“What changes when both eBPF agents share a node?”</a:t>
            </a:r>
          </a:p>
        </p:txBody>
      </p:sp>
      <p:sp>
        <p:nvSpPr>
          <p:cNvPr id="3" name="Rectangle 2">
            <a:extLst xmlns:a="http://schemas.openxmlformats.org/drawingml/2006/main">
              <a:ext uri="{FF2B5EF4-FFF2-40B4-BE49-F238E27FC236}">
                <a16:creationId xmlns:a16="http://schemas.microsoft.com/office/drawing/2014/main" id="{4CA45C76-858D-4FB1-BC9A-88344B725C25}"/>
              </a:ext>
            </a:extLst>
          </p:cNvPr>
          <p:cNvSpPr>
            <a:spLocks xmlns:a="http://schemas.openxmlformats.org/drawingml/2006/main" noGrp="1"/>
          </p:cNvSpPr>
          <p:nvPr/>
        </p:nvSpPr>
        <p:spPr>
          <a:xfrm xmlns:a="http://schemas.openxmlformats.org/drawingml/2006/main">
            <a:off x="857250" y="3562350"/>
            <a:ext cx="5143500" cy="66675"/>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D9331B5F-1C05-4F9F-937F-DC8971A7084D}"/>
              </a:ext>
            </a:extLst>
          </p:cNvPr>
          <p:cNvSpPr>
            <a:spLocks xmlns:a="http://schemas.openxmlformats.org/drawingml/2006/main" noGrp="1"/>
          </p:cNvSpPr>
          <p:nvPr/>
        </p:nvSpPr>
        <p:spPr>
          <a:xfrm xmlns:a="http://schemas.openxmlformats.org/drawingml/2006/main">
            <a:off x="857250" y="39814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Three things to verify in production</a:t>
            </a:r>
          </a:p>
        </p:txBody>
      </p:sp>
      <p:sp>
        <p:nvSpPr>
          <p:cNvPr id="5" name="Rectangle 4">
            <a:extLst xmlns:a="http://schemas.openxmlformats.org/drawingml/2006/main">
              <a:ext uri="{FF2B5EF4-FFF2-40B4-BE49-F238E27FC236}">
                <a16:creationId xmlns:a16="http://schemas.microsoft.com/office/drawing/2014/main" id="{8FD0081F-2CF2-498C-9C0D-ABF15D76B43F}"/>
              </a:ext>
            </a:extLst>
          </p:cNvPr>
          <p:cNvSpPr>
            <a:spLocks xmlns:a="http://schemas.openxmlformats.org/drawingml/2006/main" noGrp="1"/>
          </p:cNvSpPr>
          <p:nvPr/>
        </p:nvSpPr>
        <p:spPr>
          <a:xfrm xmlns:a="http://schemas.openxmlformats.org/drawingml/2006/main">
            <a:off x="857250" y="45529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193343C7-0B86-4584-8C9B-AF0CD3E3054C}"/>
              </a:ext>
            </a:extLst>
          </p:cNvPr>
          <p:cNvSpPr>
            <a:spLocks xmlns:a="http://schemas.openxmlformats.org/drawingml/2006/main" noGrp="1"/>
          </p:cNvSpPr>
          <p:nvPr/>
        </p:nvSpPr>
        <p:spPr>
          <a:xfrm xmlns:a="http://schemas.openxmlformats.org/drawingml/2006/main">
            <a:off x="1123950" y="44577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Rectangle 6">
            <a:extLst xmlns:a="http://schemas.openxmlformats.org/drawingml/2006/main">
              <a:ext uri="{FF2B5EF4-FFF2-40B4-BE49-F238E27FC236}">
                <a16:creationId xmlns:a16="http://schemas.microsoft.com/office/drawing/2014/main" id="{AC7E250E-BD9D-4B56-AA0C-A2590841586E}"/>
              </a:ext>
            </a:extLst>
          </p:cNvPr>
          <p:cNvSpPr>
            <a:spLocks xmlns:a="http://schemas.openxmlformats.org/drawingml/2006/main" noGrp="1"/>
          </p:cNvSpPr>
          <p:nvPr/>
        </p:nvSpPr>
        <p:spPr>
          <a:xfrm xmlns:a="http://schemas.openxmlformats.org/drawingml/2006/main">
            <a:off x="857250" y="50863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2472821D-AB02-44A9-A09F-3F5D5F453EC1}"/>
              </a:ext>
            </a:extLst>
          </p:cNvPr>
          <p:cNvSpPr>
            <a:spLocks xmlns:a="http://schemas.openxmlformats.org/drawingml/2006/main" noGrp="1"/>
          </p:cNvSpPr>
          <p:nvPr/>
        </p:nvSpPr>
        <p:spPr>
          <a:xfrm xmlns:a="http://schemas.openxmlformats.org/drawingml/2006/main">
            <a:off x="1123950" y="49911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Rectangle 8">
            <a:extLst xmlns:a="http://schemas.openxmlformats.org/drawingml/2006/main">
              <a:ext uri="{FF2B5EF4-FFF2-40B4-BE49-F238E27FC236}">
                <a16:creationId xmlns:a16="http://schemas.microsoft.com/office/drawing/2014/main" id="{E47F07B9-AACE-4FE6-91DA-F972465D815D}"/>
              </a:ext>
            </a:extLst>
          </p:cNvPr>
          <p:cNvSpPr>
            <a:spLocks xmlns:a="http://schemas.openxmlformats.org/drawingml/2006/main" noGrp="1"/>
          </p:cNvSpPr>
          <p:nvPr/>
        </p:nvSpPr>
        <p:spPr>
          <a:xfrm xmlns:a="http://schemas.openxmlformats.org/drawingml/2006/main">
            <a:off x="857250" y="56197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D4797F6A-E334-4571-BB65-222E0D11C67C}"/>
              </a:ext>
            </a:extLst>
          </p:cNvPr>
          <p:cNvSpPr>
            <a:spLocks xmlns:a="http://schemas.openxmlformats.org/drawingml/2006/main" noGrp="1"/>
          </p:cNvSpPr>
          <p:nvPr/>
        </p:nvSpPr>
        <p:spPr>
          <a:xfrm xmlns:a="http://schemas.openxmlformats.org/drawingml/2006/main">
            <a:off x="1123950" y="55245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Rounded Rectangle 10">
            <a:extLst xmlns:a="http://schemas.openxmlformats.org/drawingml/2006/main">
              <a:ext uri="{FF2B5EF4-FFF2-40B4-BE49-F238E27FC236}">
                <a16:creationId xmlns:a16="http://schemas.microsoft.com/office/drawing/2014/main" id="{8001E2B2-1358-47DC-8E7B-93880D0F1582}"/>
              </a:ext>
            </a:extLst>
          </p:cNvPr>
          <p:cNvSpPr>
            <a:spLocks xmlns:a="http://schemas.openxmlformats.org/drawingml/2006/main" noGrp="1"/>
          </p:cNvSpPr>
          <p:nvPr/>
        </p:nvSpPr>
        <p:spPr>
          <a:xfrm xmlns:a="http://schemas.openxmlformats.org/drawingml/2006/main">
            <a:off x="8572500" y="1981200"/>
            <a:ext cx="2571750" cy="1095375"/>
          </a:xfrm>
          <a:prstGeom xmlns:a="http://schemas.openxmlformats.org/drawingml/2006/main" prst="roundRect">
            <a:avLst>
              <a:gd name="adj" fmla="val 6957"/>
            </a:avLst>
          </a:prstGeom>
          <a:solidFill xmlns:a="http://schemas.openxmlformats.org/drawingml/2006/main">
            <a:srgbClr val="EAF7FC"/>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Rounded Rectangle 11">
            <a:extLst xmlns:a="http://schemas.openxmlformats.org/drawingml/2006/main">
              <a:ext uri="{FF2B5EF4-FFF2-40B4-BE49-F238E27FC236}">
                <a16:creationId xmlns:a16="http://schemas.microsoft.com/office/drawing/2014/main" id="{86D6710D-EC8A-4D0D-B35E-2CDA393F1CE0}"/>
              </a:ext>
            </a:extLst>
          </p:cNvPr>
          <p:cNvSpPr>
            <a:spLocks xmlns:a="http://schemas.openxmlformats.org/drawingml/2006/main" noGrp="1"/>
          </p:cNvSpPr>
          <p:nvPr/>
        </p:nvSpPr>
        <p:spPr>
          <a:xfrm xmlns:a="http://schemas.openxmlformats.org/drawingml/2006/main">
            <a:off x="8572500" y="3676650"/>
            <a:ext cx="2571750" cy="1095375"/>
          </a:xfrm>
          <a:prstGeom xmlns:a="http://schemas.openxmlformats.org/drawingml/2006/main" prst="roundRect">
            <a:avLst>
              <a:gd name="adj" fmla="val 6957"/>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
        <p:nvSpPr>
          <p:cNvPr id="14" name="">
            <a:extLst xmlns:a="http://schemas.openxmlformats.org/drawingml/2006/main">
              <a:ext uri="{FF2B5EF4-FFF2-40B4-BE49-F238E27FC236}">
                <a16:creationId xmlns:a16="http://schemas.microsoft.com/office/drawing/2014/main" id="{EBB07FB0-36F4-48B1-8714-832800EE3B62}"/>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612FC7A-1A2B-4638-9E69-C1CD77A5A173}"/>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16132073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and Cilium can both attach here</a:t>
            </a:r>
          </a:p>
        </p:txBody>
      </p:sp>
      <p:sp>
        <p:nvSpPr>
          <p:cNvPr id="17" name="Rectangle 16">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8" name="Rounded Rectangle 17">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276" lnSpcReduction="10000"/>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TC is the one shared checkpoint we will examine.</a:t>
            </a:r>
          </a:p>
        </p:txBody>
      </p:sp>
    </p:spTree>
    <p:extLst>
      <p:ext uri="{BB962C8B-B14F-4D97-AF65-F5344CB8AC3E}">
        <p14:creationId xmlns:p14="http://schemas.microsoft.com/office/powerpoint/2010/main" val="188285791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6" name="slide-title">
            <a:extLst xmlns:a="http://schemas.openxmlformats.org/drawingml/2006/main">
              <a:ext uri="{FF2B5EF4-FFF2-40B4-BE49-F238E27FC236}">
                <a16:creationId xmlns:a16="http://schemas.microsoft.com/office/drawing/2014/main" id="{F30FCB05-D8E9-4E9A-A589-036B48EA73A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and Cilium meet at TC</a:t>
            </a:r>
          </a:p>
        </p:txBody>
      </p:sp>
      <p:sp>
        <p:nvSpPr>
          <p:cNvPr id="2" name="slide-subtitle">
            <a:extLst xmlns:a="http://schemas.openxmlformats.org/drawingml/2006/main">
              <a:ext uri="{FF2B5EF4-FFF2-40B4-BE49-F238E27FC236}">
                <a16:creationId xmlns:a16="http://schemas.microsoft.com/office/drawing/2014/main" id="{9D6C336A-55D5-4177-AF1B-389608688355}"/>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can add trace context here. Cilium processes pod traffic here.</a:t>
            </a:r>
          </a:p>
        </p:txBody>
      </p:sp>
      <p:sp>
        <p:nvSpPr>
          <p:cNvPr id="3" name="Rounded Rectangle 2">
            <a:extLst xmlns:a="http://schemas.openxmlformats.org/drawingml/2006/main">
              <a:ext uri="{FF2B5EF4-FFF2-40B4-BE49-F238E27FC236}">
                <a16:creationId xmlns:a16="http://schemas.microsoft.com/office/drawing/2014/main" id="{2C6A31FC-F26E-42CD-9AE6-3C77F3A50EB6}"/>
              </a:ext>
            </a:extLst>
          </p:cNvPr>
          <p:cNvSpPr>
            <a:spLocks xmlns:a="http://schemas.openxmlformats.org/drawingml/2006/main" noGrp="1"/>
          </p:cNvSpPr>
          <p:nvPr/>
        </p:nvSpPr>
        <p:spPr>
          <a:xfrm xmlns:a="http://schemas.openxmlformats.org/drawingml/2006/main">
            <a:off x="666750" y="1562100"/>
            <a:ext cx="4762500" cy="781050"/>
          </a:xfrm>
          <a:prstGeom xmlns:a="http://schemas.openxmlformats.org/drawingml/2006/main" prst="roundRect">
            <a:avLst>
              <a:gd name="adj" fmla="val 9756"/>
            </a:avLst>
          </a:prstGeom>
          <a:solidFill xmlns:a="http://schemas.openxmlformats.org/drawingml/2006/main">
            <a:srgbClr val="F9F0F6"/>
          </a:solidFill>
          <a:ln xmlns:a="http://schemas.openxmlformats.org/drawingml/2006/main" w="14288">
            <a:solidFill>
              <a:srgbClr val="FF007F"/>
            </a:solid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EA4F80D9-21A7-4BB0-8B6C-ADE46F071600}"/>
              </a:ext>
            </a:extLst>
          </p:cNvPr>
          <p:cNvSpPr>
            <a:spLocks xmlns:a="http://schemas.openxmlformats.org/drawingml/2006/main" noGrp="1"/>
          </p:cNvSpPr>
          <p:nvPr/>
        </p:nvSpPr>
        <p:spPr>
          <a:xfrm xmlns:a="http://schemas.openxmlformats.org/drawingml/2006/main">
            <a:off x="895350" y="16954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591" lnSpcReduction="20000"/>
          </a:bodyPr>
          <a:lstStyle xmlns:a="http://schemas.openxmlformats.org/drawingml/2006/main"/>
          <a:p xmlns:a="http://schemas.openxmlformats.org/drawingml/2006/main">
            <a:pPr algn="l">
              <a:buNone/>
              <a:defRPr sz="1650" b="1">
                <a:solidFill>
                  <a:srgbClr val="FF007F"/>
                </a:solidFill>
                <a:latin typeface="CiscoSansTT Medium"/>
                <a:ea typeface="CiscoSansTT Medium"/>
                <a:cs typeface="CiscoSansTT Medium"/>
              </a:defRPr>
            </a:pPr>
            <a:r>
              <a:rPr sz="1650" b="1">
                <a:solidFill>
                  <a:srgbClr val="FF007F"/>
                </a:solidFill>
                <a:latin typeface="CiscoSansTT Medium"/>
                <a:ea typeface="CiscoSansTT Medium"/>
                <a:cs typeface="CiscoSansTT Medium"/>
              </a:rPr>
              <a:t>OBI</a:t>
            </a:r>
          </a:p>
        </p:txBody>
      </p:sp>
      <p:sp>
        <p:nvSpPr>
          <p:cNvPr id="5" name="Rectangle 4">
            <a:extLst xmlns:a="http://schemas.openxmlformats.org/drawingml/2006/main">
              <a:ext uri="{FF2B5EF4-FFF2-40B4-BE49-F238E27FC236}">
                <a16:creationId xmlns:a16="http://schemas.microsoft.com/office/drawing/2014/main" id="{3095A0B0-00E3-4075-B666-952E0C2DC6C9}"/>
              </a:ext>
            </a:extLst>
          </p:cNvPr>
          <p:cNvSpPr>
            <a:spLocks xmlns:a="http://schemas.openxmlformats.org/drawingml/2006/main" noGrp="1"/>
          </p:cNvSpPr>
          <p:nvPr/>
        </p:nvSpPr>
        <p:spPr>
          <a:xfrm xmlns:a="http://schemas.openxmlformats.org/drawingml/2006/main">
            <a:off x="895350" y="2000250"/>
            <a:ext cx="4000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912" lnSpcReduction="20000"/>
          </a:bodyPr>
          <a:lstStyle xmlns:a="http://schemas.openxmlformats.org/drawingml/2006/main"/>
          <a:p xmlns:a="http://schemas.openxmlformats.org/drawingml/2006/main">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Optional TCP trace propagation</a:t>
            </a:r>
          </a:p>
        </p:txBody>
      </p:sp>
      <p:sp>
        <p:nvSpPr>
          <p:cNvPr id="6" name="Rounded Rectangle 5">
            <a:extLst xmlns:a="http://schemas.openxmlformats.org/drawingml/2006/main">
              <a:ext uri="{FF2B5EF4-FFF2-40B4-BE49-F238E27FC236}">
                <a16:creationId xmlns:a16="http://schemas.microsoft.com/office/drawing/2014/main" id="{8894B500-4C60-4EB7-A55D-B07E8DDA0609}"/>
              </a:ext>
            </a:extLst>
          </p:cNvPr>
          <p:cNvSpPr>
            <a:spLocks xmlns:a="http://schemas.openxmlformats.org/drawingml/2006/main" noGrp="1"/>
          </p:cNvSpPr>
          <p:nvPr/>
        </p:nvSpPr>
        <p:spPr>
          <a:xfrm xmlns:a="http://schemas.openxmlformats.org/drawingml/2006/main">
            <a:off x="6762750" y="1562100"/>
            <a:ext cx="4762500" cy="781050"/>
          </a:xfrm>
          <a:prstGeom xmlns:a="http://schemas.openxmlformats.org/drawingml/2006/main" prst="roundRect">
            <a:avLst>
              <a:gd name="adj" fmla="val 9756"/>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20A765CC-FD83-44B5-A7D3-BA0C7F84DAAD}"/>
              </a:ext>
            </a:extLst>
          </p:cNvPr>
          <p:cNvSpPr>
            <a:spLocks xmlns:a="http://schemas.openxmlformats.org/drawingml/2006/main" noGrp="1"/>
          </p:cNvSpPr>
          <p:nvPr/>
        </p:nvSpPr>
        <p:spPr>
          <a:xfrm xmlns:a="http://schemas.openxmlformats.org/drawingml/2006/main">
            <a:off x="6991350" y="169545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591" lnSpcReduction="20000"/>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Cilium</a:t>
            </a:r>
          </a:p>
        </p:txBody>
      </p:sp>
      <p:sp>
        <p:nvSpPr>
          <p:cNvPr id="8" name="Rectangle 7">
            <a:extLst xmlns:a="http://schemas.openxmlformats.org/drawingml/2006/main">
              <a:ext uri="{FF2B5EF4-FFF2-40B4-BE49-F238E27FC236}">
                <a16:creationId xmlns:a16="http://schemas.microsoft.com/office/drawing/2014/main" id="{6C28BB69-CC38-4098-95A7-E508628C9EA9}"/>
              </a:ext>
            </a:extLst>
          </p:cNvPr>
          <p:cNvSpPr>
            <a:spLocks xmlns:a="http://schemas.openxmlformats.org/drawingml/2006/main" noGrp="1"/>
          </p:cNvSpPr>
          <p:nvPr/>
        </p:nvSpPr>
        <p:spPr>
          <a:xfrm xmlns:a="http://schemas.openxmlformats.org/drawingml/2006/main">
            <a:off x="6991350" y="2000250"/>
            <a:ext cx="3905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912" lnSpcReduction="20000"/>
          </a:bodyPr>
          <a:lstStyle xmlns:a="http://schemas.openxmlformats.org/drawingml/2006/main"/>
          <a:p xmlns:a="http://schemas.openxmlformats.org/drawingml/2006/main">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Pod networking and policy</a:t>
            </a:r>
          </a:p>
        </p:txBody>
      </p:sp>
      <p:sp>
        <p:nvSpPr>
          <p:cNvPr id="9" name="Rounded Rectangle 8">
            <a:extLst xmlns:a="http://schemas.openxmlformats.org/drawingml/2006/main">
              <a:ext uri="{FF2B5EF4-FFF2-40B4-BE49-F238E27FC236}">
                <a16:creationId xmlns:a16="http://schemas.microsoft.com/office/drawing/2014/main" id="{696BD036-81BB-46F4-A7AB-4D4FBF7CFB83}"/>
              </a:ext>
            </a:extLst>
          </p:cNvPr>
          <p:cNvSpPr>
            <a:spLocks xmlns:a="http://schemas.openxmlformats.org/drawingml/2006/main" noGrp="1"/>
          </p:cNvSpPr>
          <p:nvPr/>
        </p:nvSpPr>
        <p:spPr>
          <a:xfrm xmlns:a="http://schemas.openxmlformats.org/drawingml/2006/main">
            <a:off x="666750" y="2870200"/>
            <a:ext cx="22860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Application process</a:t>
            </a:r>
          </a:p>
        </p:txBody>
      </p:sp>
      <p:sp>
        <p:nvSpPr>
          <p:cNvPr id="10" name="Rounded Rectangle 9">
            <a:extLst xmlns:a="http://schemas.openxmlformats.org/drawingml/2006/main">
              <a:ext uri="{FF2B5EF4-FFF2-40B4-BE49-F238E27FC236}">
                <a16:creationId xmlns:a16="http://schemas.microsoft.com/office/drawing/2014/main" id="{A91280D8-EB21-46FE-8E56-DC7EFF804CF9}"/>
              </a:ext>
            </a:extLst>
          </p:cNvPr>
          <p:cNvSpPr>
            <a:spLocks xmlns:a="http://schemas.openxmlformats.org/drawingml/2006/main" noGrp="1"/>
          </p:cNvSpPr>
          <p:nvPr/>
        </p:nvSpPr>
        <p:spPr>
          <a:xfrm xmlns:a="http://schemas.openxmlformats.org/drawingml/2006/main">
            <a:off x="4953000" y="2857500"/>
            <a:ext cx="2286000" cy="723900"/>
          </a:xfrm>
          <a:prstGeom xmlns:a="http://schemas.openxmlformats.org/drawingml/2006/main" prst="roundRect">
            <a:avLst>
              <a:gd name="adj" fmla="val 10526"/>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Host-side veth</a:t>
            </a:r>
          </a:p>
        </p:txBody>
      </p:sp>
      <p:sp>
        <p:nvSpPr>
          <p:cNvPr id="11" name="Rounded Rectangle 10">
            <a:extLst xmlns:a="http://schemas.openxmlformats.org/drawingml/2006/main">
              <a:ext uri="{FF2B5EF4-FFF2-40B4-BE49-F238E27FC236}">
                <a16:creationId xmlns:a16="http://schemas.microsoft.com/office/drawing/2014/main" id="{CDF2353C-694D-4CB4-9EA5-DA115205C4B4}"/>
              </a:ext>
            </a:extLst>
          </p:cNvPr>
          <p:cNvSpPr>
            <a:spLocks xmlns:a="http://schemas.openxmlformats.org/drawingml/2006/main" noGrp="1"/>
          </p:cNvSpPr>
          <p:nvPr/>
        </p:nvSpPr>
        <p:spPr>
          <a:xfrm xmlns:a="http://schemas.openxmlformats.org/drawingml/2006/main">
            <a:off x="9239250" y="2857500"/>
            <a:ext cx="20955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Network</a:t>
            </a:r>
          </a:p>
        </p:txBody>
      </p:sp>
      <p:cxnSp>
        <p:nvCxnSpPr>
          <p:cNvPr id="349" name="Elbow Connector 36"/>
          <p:cNvCxnSpPr>
            <a:stCxn xmlns:a="http://schemas.openxmlformats.org/drawingml/2006/main" id="9" idx="3"/>
            <a:endCxn xmlns:a="http://schemas.openxmlformats.org/drawingml/2006/main" id="10" idx="1"/>
          </p:cNvCxnSpPr>
          <p:nvPr/>
        </p:nvCxnSpPr>
        <p:spPr>
          <a:xfrm xmlns:a="http://schemas.openxmlformats.org/drawingml/2006/main" flipV="1">
            <a:off x="2952750" y="3219450"/>
            <a:ext cx="2000250" cy="12700"/>
          </a:xfrm>
          <a:prstGeom xmlns:a="http://schemas.openxmlformats.org/drawingml/2006/main" prst="bentConnector3">
            <a:avLst>
              <a:gd name="adj1" fmla="val 50000"/>
            </a:avLst>
          </a:prstGeom>
          <a:ln xmlns:a="http://schemas.openxmlformats.org/drawingml/2006/main" w="23813">
            <a:solidFill>
              <a:srgbClr val="686B6B"/>
            </a:solidFill>
            <a:prstDash val="solid"/>
            <a:tailEnd type="arrow" w="med" len="med"/>
          </a:ln>
        </p:spPr>
      </p:cxnSp>
      <p:cxnSp>
        <p:nvCxnSpPr>
          <p:cNvPr id="350" name="Straight Arrow Connector 37"/>
          <p:cNvCxnSpPr>
            <a:stCxn xmlns:a="http://schemas.openxmlformats.org/drawingml/2006/main" id="10" idx="3"/>
            <a:endCxn xmlns:a="http://schemas.openxmlformats.org/drawingml/2006/main" id="11" idx="1"/>
          </p:cNvCxnSpPr>
          <p:nvPr/>
        </p:nvCxnSpPr>
        <p:spPr>
          <a:xfrm xmlns:a="http://schemas.openxmlformats.org/drawingml/2006/main">
            <a:off x="7239000" y="3219450"/>
            <a:ext cx="200025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sp>
        <p:nvSpPr>
          <p:cNvPr id="14" name="Rounded Rectangle 13">
            <a:extLst xmlns:a="http://schemas.openxmlformats.org/drawingml/2006/main">
              <a:ext uri="{FF2B5EF4-FFF2-40B4-BE49-F238E27FC236}">
                <a16:creationId xmlns:a16="http://schemas.microsoft.com/office/drawing/2014/main" id="{87530A25-FA22-4956-8BEA-4DCA6ABD07D0}"/>
              </a:ext>
            </a:extLst>
          </p:cNvPr>
          <p:cNvSpPr>
            <a:spLocks xmlns:a="http://schemas.openxmlformats.org/drawingml/2006/main" noGrp="1"/>
          </p:cNvSpPr>
          <p:nvPr/>
        </p:nvSpPr>
        <p:spPr>
          <a:xfrm xmlns:a="http://schemas.openxmlformats.org/drawingml/2006/main">
            <a:off x="2381250" y="4000500"/>
            <a:ext cx="7429500" cy="1619250"/>
          </a:xfrm>
          <a:prstGeom xmlns:a="http://schemas.openxmlformats.org/drawingml/2006/main" prst="roundRect">
            <a:avLst>
              <a:gd name="adj" fmla="val 4706"/>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6781C774-D4AF-488E-B34F-6E2E2AA5302D}"/>
              </a:ext>
            </a:extLst>
          </p:cNvPr>
          <p:cNvSpPr>
            <a:spLocks xmlns:a="http://schemas.openxmlformats.org/drawingml/2006/main" noGrp="1"/>
          </p:cNvSpPr>
          <p:nvPr/>
        </p:nvSpPr>
        <p:spPr>
          <a:xfrm xmlns:a="http://schemas.openxmlformats.org/drawingml/2006/main">
            <a:off x="2724150" y="4171950"/>
            <a:ext cx="6743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20000"/>
          </a:bodyPr>
          <a:lstStyle xmlns:a="http://schemas.openxmlformats.org/drawingml/2006/main"/>
          <a:p xmlns:a="http://schemas.openxmlformats.org/drawingml/2006/main">
            <a:pPr algn="ctr">
              <a:buNone/>
              <a:defRPr sz="1875" b="1">
                <a:solidFill>
                  <a:srgbClr val="FFFFFF"/>
                </a:solidFill>
                <a:latin typeface="CiscoSansTT Medium"/>
                <a:ea typeface="CiscoSansTT Medium"/>
                <a:cs typeface="CiscoSansTT Medium"/>
              </a:defRPr>
            </a:pPr>
            <a:r>
              <a:rPr sz="1875" b="1">
                <a:solidFill>
                  <a:srgbClr val="FFFFFF"/>
                </a:solidFill>
                <a:latin typeface="CiscoSansTT Medium"/>
                <a:ea typeface="CiscoSansTT Medium"/>
                <a:cs typeface="CiscoSansTT Medium"/>
              </a:rPr>
              <a:t>Shared TC hooks on the host-side veth</a:t>
            </a:r>
          </a:p>
        </p:txBody>
      </p:sp>
      <p:sp>
        <p:nvSpPr>
          <p:cNvPr id="16" name="Rounded Rectangle 15">
            <a:extLst xmlns:a="http://schemas.openxmlformats.org/drawingml/2006/main">
              <a:ext uri="{FF2B5EF4-FFF2-40B4-BE49-F238E27FC236}">
                <a16:creationId xmlns:a16="http://schemas.microsoft.com/office/drawing/2014/main" id="{8FFC60E2-24BF-46E6-8463-DF1287D49085}"/>
              </a:ext>
            </a:extLst>
          </p:cNvPr>
          <p:cNvSpPr>
            <a:spLocks xmlns:a="http://schemas.openxmlformats.org/drawingml/2006/main" noGrp="1"/>
          </p:cNvSpPr>
          <p:nvPr/>
        </p:nvSpPr>
        <p:spPr>
          <a:xfrm xmlns:a="http://schemas.openxmlformats.org/drawingml/2006/main">
            <a:off x="2724150" y="462915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ingress</a:t>
            </a:r>
          </a:p>
        </p:txBody>
      </p:sp>
      <p:sp>
        <p:nvSpPr>
          <p:cNvPr id="17" name="Rounded Rectangle 16">
            <a:extLst xmlns:a="http://schemas.openxmlformats.org/drawingml/2006/main">
              <a:ext uri="{FF2B5EF4-FFF2-40B4-BE49-F238E27FC236}">
                <a16:creationId xmlns:a16="http://schemas.microsoft.com/office/drawing/2014/main" id="{40962869-3F21-45D8-B5A8-6F906157B194}"/>
              </a:ext>
            </a:extLst>
          </p:cNvPr>
          <p:cNvSpPr>
            <a:spLocks xmlns:a="http://schemas.openxmlformats.org/drawingml/2006/main" noGrp="1"/>
          </p:cNvSpPr>
          <p:nvPr/>
        </p:nvSpPr>
        <p:spPr>
          <a:xfrm xmlns:a="http://schemas.openxmlformats.org/drawingml/2006/main">
            <a:off x="4400550" y="462915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18" name="Rectangle 17">
            <a:extLst xmlns:a="http://schemas.openxmlformats.org/drawingml/2006/main">
              <a:ext uri="{FF2B5EF4-FFF2-40B4-BE49-F238E27FC236}">
                <a16:creationId xmlns:a16="http://schemas.microsoft.com/office/drawing/2014/main" id="{6AD94758-A1ED-4586-AB0C-2F2F07415612}"/>
              </a:ext>
            </a:extLst>
          </p:cNvPr>
          <p:cNvSpPr>
            <a:spLocks xmlns:a="http://schemas.openxmlformats.org/drawingml/2006/main" noGrp="1"/>
          </p:cNvSpPr>
          <p:nvPr/>
        </p:nvSpPr>
        <p:spPr>
          <a:xfrm xmlns:a="http://schemas.openxmlformats.org/drawingml/2006/main">
            <a:off x="6648450" y="467677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167"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xmlns:a="http://schemas.openxmlformats.org/drawingml/2006/main">
              <a:ext uri="{FF2B5EF4-FFF2-40B4-BE49-F238E27FC236}">
                <a16:creationId xmlns:a16="http://schemas.microsoft.com/office/drawing/2014/main" id="{A5377F8E-C8A7-4E79-92B3-3E9549EC1889}"/>
              </a:ext>
            </a:extLst>
          </p:cNvPr>
          <p:cNvSpPr>
            <a:spLocks xmlns:a="http://schemas.openxmlformats.org/drawingml/2006/main" noGrp="1"/>
          </p:cNvSpPr>
          <p:nvPr/>
        </p:nvSpPr>
        <p:spPr>
          <a:xfrm xmlns:a="http://schemas.openxmlformats.org/drawingml/2006/main">
            <a:off x="7124700" y="462915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sp>
        <p:nvSpPr>
          <p:cNvPr id="20" name="Rounded Rectangle 19">
            <a:extLst xmlns:a="http://schemas.openxmlformats.org/drawingml/2006/main">
              <a:ext uri="{FF2B5EF4-FFF2-40B4-BE49-F238E27FC236}">
                <a16:creationId xmlns:a16="http://schemas.microsoft.com/office/drawing/2014/main" id="{991B3726-39BE-47A6-8FF9-D40A56F03B4F}"/>
              </a:ext>
            </a:extLst>
          </p:cNvPr>
          <p:cNvSpPr>
            <a:spLocks xmlns:a="http://schemas.openxmlformats.org/drawingml/2006/main" noGrp="1"/>
          </p:cNvSpPr>
          <p:nvPr/>
        </p:nvSpPr>
        <p:spPr>
          <a:xfrm xmlns:a="http://schemas.openxmlformats.org/drawingml/2006/main">
            <a:off x="2724150" y="510540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egress</a:t>
            </a:r>
          </a:p>
        </p:txBody>
      </p:sp>
      <p:sp>
        <p:nvSpPr>
          <p:cNvPr id="21" name="Rounded Rectangle 20">
            <a:extLst xmlns:a="http://schemas.openxmlformats.org/drawingml/2006/main">
              <a:ext uri="{FF2B5EF4-FFF2-40B4-BE49-F238E27FC236}">
                <a16:creationId xmlns:a16="http://schemas.microsoft.com/office/drawing/2014/main" id="{E819752B-899A-4C7E-BF89-47C6539C8406}"/>
              </a:ext>
            </a:extLst>
          </p:cNvPr>
          <p:cNvSpPr>
            <a:spLocks xmlns:a="http://schemas.openxmlformats.org/drawingml/2006/main" noGrp="1"/>
          </p:cNvSpPr>
          <p:nvPr/>
        </p:nvSpPr>
        <p:spPr>
          <a:xfrm xmlns:a="http://schemas.openxmlformats.org/drawingml/2006/main">
            <a:off x="4400550" y="510540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22" name="Rectangle 21">
            <a:extLst xmlns:a="http://schemas.openxmlformats.org/drawingml/2006/main">
              <a:ext uri="{FF2B5EF4-FFF2-40B4-BE49-F238E27FC236}">
                <a16:creationId xmlns:a16="http://schemas.microsoft.com/office/drawing/2014/main" id="{53F2990E-ED0E-4915-9483-1143960BA0A9}"/>
              </a:ext>
            </a:extLst>
          </p:cNvPr>
          <p:cNvSpPr>
            <a:spLocks xmlns:a="http://schemas.openxmlformats.org/drawingml/2006/main" noGrp="1"/>
          </p:cNvSpPr>
          <p:nvPr/>
        </p:nvSpPr>
        <p:spPr>
          <a:xfrm xmlns:a="http://schemas.openxmlformats.org/drawingml/2006/main">
            <a:off x="6648450" y="515302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167"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xmlns:a="http://schemas.openxmlformats.org/drawingml/2006/main">
              <a:ext uri="{FF2B5EF4-FFF2-40B4-BE49-F238E27FC236}">
                <a16:creationId xmlns:a16="http://schemas.microsoft.com/office/drawing/2014/main" id="{A5FFF6D5-7BCC-4B0B-9620-BB834FEE02EF}"/>
              </a:ext>
            </a:extLst>
          </p:cNvPr>
          <p:cNvSpPr>
            <a:spLocks xmlns:a="http://schemas.openxmlformats.org/drawingml/2006/main" noGrp="1"/>
          </p:cNvSpPr>
          <p:nvPr/>
        </p:nvSpPr>
        <p:spPr>
          <a:xfrm xmlns:a="http://schemas.openxmlformats.org/drawingml/2006/main">
            <a:off x="7124700" y="510540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cxnSp>
        <p:nvCxnSpPr>
          <p:cNvPr id="361" name="Straight Arrow Connector 48"/>
          <p:cNvCxnSpPr>
            <a:stCxn xmlns:a="http://schemas.openxmlformats.org/drawingml/2006/main" id="10" idx="2"/>
            <a:endCxn xmlns:a="http://schemas.openxmlformats.org/drawingml/2006/main" id="14" idx="0"/>
          </p:cNvCxnSpPr>
          <p:nvPr/>
        </p:nvCxnSpPr>
        <p:spPr>
          <a:xfrm xmlns:a="http://schemas.openxmlformats.org/drawingml/2006/main">
            <a:off x="6096000" y="3581400"/>
            <a:ext cx="0" cy="419100"/>
          </a:xfrm>
          <a:prstGeom xmlns:a="http://schemas.openxmlformats.org/drawingml/2006/main" prst="straightConnector1">
            <a:avLst/>
          </a:prstGeom>
          <a:ln xmlns:a="http://schemas.openxmlformats.org/drawingml/2006/main" w="23813">
            <a:solidFill>
              <a:srgbClr val="07182A"/>
            </a:solidFill>
            <a:prstDash val="solid"/>
          </a:ln>
        </p:spPr>
      </p:cxnSp>
      <p:sp>
        <p:nvSpPr>
          <p:cNvPr id="25" name="Rectangle 24">
            <a:extLst xmlns:a="http://schemas.openxmlformats.org/drawingml/2006/main">
              <a:ext uri="{FF2B5EF4-FFF2-40B4-BE49-F238E27FC236}">
                <a16:creationId xmlns:a16="http://schemas.microsoft.com/office/drawing/2014/main" id="{690A0E5E-ABFD-43B5-ACA6-CE5E7DF4A46A}"/>
              </a:ext>
            </a:extLst>
          </p:cNvPr>
          <p:cNvSpPr>
            <a:spLocks xmlns:a="http://schemas.openxmlformats.org/drawingml/2006/main" noGrp="1"/>
          </p:cNvSpPr>
          <p:nvPr/>
        </p:nvSpPr>
        <p:spPr>
          <a:xfrm xmlns:a="http://schemas.openxmlformats.org/drawingml/2006/main">
            <a:off x="1657350" y="5867400"/>
            <a:ext cx="8877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Ingress and egress are named from the host-side veth.</a:t>
            </a:r>
          </a:p>
        </p:txBody>
      </p:sp>
    </p:spTree>
    <p:extLst>
      <p:ext uri="{BB962C8B-B14F-4D97-AF65-F5344CB8AC3E}">
        <p14:creationId xmlns:p14="http://schemas.microsoft.com/office/powerpoint/2010/main" val="76814743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F77D8302-E9B9-45A8-8DDD-64A76D176D1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2" name="Rounded Rectangle 1">
            <a:extLst xmlns:a="http://schemas.openxmlformats.org/drawingml/2006/main">
              <a:ext uri="{FF2B5EF4-FFF2-40B4-BE49-F238E27FC236}">
                <a16:creationId xmlns:a16="http://schemas.microsoft.com/office/drawing/2014/main" id="{89E643B8-484C-47AA-9109-FE670EBCDCA3}"/>
              </a:ext>
            </a:extLst>
          </p:cNvPr>
          <p:cNvSpPr>
            <a:spLocks xmlns:a="http://schemas.openxmlformats.org/drawingml/2006/main" noGrp="1"/>
          </p:cNvSpPr>
          <p:nvPr/>
        </p:nvSpPr>
        <p:spPr>
          <a:xfrm xmlns:a="http://schemas.openxmlformats.org/drawingml/2006/main">
            <a:off x="857250" y="2286000"/>
            <a:ext cx="2667000" cy="1428750"/>
          </a:xfrm>
          <a:prstGeom xmlns:a="http://schemas.openxmlformats.org/drawingml/2006/main" prst="roundRect">
            <a:avLst>
              <a:gd name="adj" fmla="val 5333"/>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1</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observe + propagate</a:t>
            </a:r>
          </a:p>
        </p:txBody>
      </p:sp>
      <p:sp>
        <p:nvSpPr>
          <p:cNvPr id="3" name="Rounded Rectangle 2">
            <a:extLst xmlns:a="http://schemas.openxmlformats.org/drawingml/2006/main">
              <a:ext uri="{FF2B5EF4-FFF2-40B4-BE49-F238E27FC236}">
                <a16:creationId xmlns:a16="http://schemas.microsoft.com/office/drawing/2014/main" id="{DB9EED84-A760-4E45-9239-12010D6F4F51}"/>
              </a:ext>
            </a:extLst>
          </p:cNvPr>
          <p:cNvSpPr>
            <a:spLocks xmlns:a="http://schemas.openxmlformats.org/drawingml/2006/main" noGrp="1"/>
          </p:cNvSpPr>
          <p:nvPr/>
        </p:nvSpPr>
        <p:spPr>
          <a:xfrm xmlns:a="http://schemas.openxmlformats.org/drawingml/2006/main">
            <a:off x="4762500" y="2286000"/>
            <a:ext cx="2667000" cy="1428750"/>
          </a:xfrm>
          <a:prstGeom xmlns:a="http://schemas.openxmlformats.org/drawingml/2006/main" prst="roundRect">
            <a:avLst>
              <a:gd name="adj" fmla="val 5333"/>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2</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route + enforce</a:t>
            </a:r>
          </a:p>
        </p:txBody>
      </p:sp>
      <p:sp>
        <p:nvSpPr>
          <p:cNvPr id="4" name="Rounded Rectangle 3">
            <a:extLst xmlns:a="http://schemas.openxmlformats.org/drawingml/2006/main">
              <a:ext uri="{FF2B5EF4-FFF2-40B4-BE49-F238E27FC236}">
                <a16:creationId xmlns:a16="http://schemas.microsoft.com/office/drawing/2014/main" id="{D3FFBFE2-6F79-4ED3-B669-7768049C0EA0}"/>
              </a:ext>
            </a:extLst>
          </p:cNvPr>
          <p:cNvSpPr>
            <a:spLocks xmlns:a="http://schemas.openxmlformats.org/drawingml/2006/main" noGrp="1"/>
          </p:cNvSpPr>
          <p:nvPr/>
        </p:nvSpPr>
        <p:spPr>
          <a:xfrm xmlns:a="http://schemas.openxmlformats.org/drawingml/2006/main">
            <a:off x="8667750" y="2286000"/>
            <a:ext cx="2667000" cy="1428750"/>
          </a:xfrm>
          <a:prstGeom xmlns:a="http://schemas.openxmlformats.org/drawingml/2006/main" prst="roundRect">
            <a:avLst>
              <a:gd name="adj" fmla="val 5333"/>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3</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forward or stop</a:t>
            </a:r>
          </a:p>
        </p:txBody>
      </p:sp>
      <p:cxnSp>
        <p:nvCxnSpPr>
          <p:cNvPr id="91" name="Straight Arrow Connector 12"/>
          <p:cNvCxnSpPr>
            <a:stCxn xmlns:a="http://schemas.openxmlformats.org/drawingml/2006/main" id="2" idx="3"/>
            <a:endCxn xmlns:a="http://schemas.openxmlformats.org/drawingml/2006/main" id="3" idx="1"/>
          </p:cNvCxnSpPr>
          <p:nvPr/>
        </p:nvCxnSpPr>
        <p:spPr>
          <a:xfrm xmlns:a="http://schemas.openxmlformats.org/drawingml/2006/main">
            <a:off x="3524250" y="3000375"/>
            <a:ext cx="1238250" cy="0"/>
          </a:xfrm>
          <a:prstGeom xmlns:a="http://schemas.openxmlformats.org/drawingml/2006/main" prst="straightConnector1">
            <a:avLst/>
          </a:prstGeom>
          <a:ln xmlns:a="http://schemas.openxmlformats.org/drawingml/2006/main" w="38100">
            <a:solidFill>
              <a:srgbClr val="FF007F"/>
            </a:solidFill>
            <a:prstDash val="solid"/>
            <a:tailEnd type="arrow" w="med" len="med"/>
          </a:ln>
        </p:spPr>
      </p:cxnSp>
      <p:cxnSp>
        <p:nvCxnSpPr>
          <p:cNvPr id="92" name="Straight Arrow Connector 13"/>
          <p:cNvCxnSpPr>
            <a:stCxn xmlns:a="http://schemas.openxmlformats.org/drawingml/2006/main" id="3" idx="3"/>
            <a:endCxn xmlns:a="http://schemas.openxmlformats.org/drawingml/2006/main" id="4" idx="1"/>
          </p:cNvCxnSpPr>
          <p:nvPr/>
        </p:nvCxnSpPr>
        <p:spPr>
          <a:xfrm xmlns:a="http://schemas.openxmlformats.org/drawingml/2006/main">
            <a:off x="7429500" y="3000375"/>
            <a:ext cx="1238250" cy="0"/>
          </a:xfrm>
          <a:prstGeom xmlns:a="http://schemas.openxmlformats.org/drawingml/2006/main" prst="straightConnector1">
            <a:avLst/>
          </a:prstGeom>
          <a:ln xmlns:a="http://schemas.openxmlformats.org/drawingml/2006/main" w="38100">
            <a:solidFill>
              <a:srgbClr val="0860FE"/>
            </a:solidFill>
            <a:prstDash val="solid"/>
            <a:tailEnd type="arrow" w="med" len="med"/>
          </a:ln>
        </p:spPr>
      </p:cxnSp>
      <p:sp>
        <p:nvSpPr>
          <p:cNvPr id="7" name="Rectangle 6">
            <a:extLst xmlns:a="http://schemas.openxmlformats.org/drawingml/2006/main">
              <a:ext uri="{FF2B5EF4-FFF2-40B4-BE49-F238E27FC236}">
                <a16:creationId xmlns:a16="http://schemas.microsoft.com/office/drawing/2014/main" id="{5849D950-B4D4-4CE5-85CA-9490FD1D80FC}"/>
              </a:ext>
            </a:extLst>
          </p:cNvPr>
          <p:cNvSpPr>
            <a:spLocks xmlns:a="http://schemas.openxmlformats.org/drawingml/2006/main" noGrp="1"/>
          </p:cNvSpPr>
          <p:nvPr/>
        </p:nvSpPr>
        <p:spPr>
          <a:xfrm xmlns:a="http://schemas.openxmlformats.org/drawingml/2006/main">
            <a:off x="1428750" y="4476750"/>
            <a:ext cx="933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905"/>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 should see the request before Cilium can redirect, translate, or drop it.</a:t>
            </a:r>
          </a:p>
        </p:txBody>
      </p:sp>
      <p:sp>
        <p:nvSpPr>
          <p:cNvPr id="8" name="Rounded Rectangle 7">
            <a:extLst xmlns:a="http://schemas.openxmlformats.org/drawingml/2006/main">
              <a:ext uri="{FF2B5EF4-FFF2-40B4-BE49-F238E27FC236}">
                <a16:creationId xmlns:a16="http://schemas.microsoft.com/office/drawing/2014/main" id="{E0211182-A93E-4D75-B6E0-FD340F786B7E}"/>
              </a:ext>
            </a:extLst>
          </p:cNvPr>
          <p:cNvSpPr>
            <a:spLocks xmlns:a="http://schemas.openxmlformats.org/drawingml/2006/main" noGrp="1"/>
          </p:cNvSpPr>
          <p:nvPr/>
        </p:nvSpPr>
        <p:spPr>
          <a:xfrm xmlns:a="http://schemas.openxmlformats.org/drawingml/2006/main">
            <a:off x="4191000" y="5410200"/>
            <a:ext cx="38100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Tree>
    <p:extLst>
      <p:ext uri="{BB962C8B-B14F-4D97-AF65-F5344CB8AC3E}">
        <p14:creationId xmlns:p14="http://schemas.microsoft.com/office/powerpoint/2010/main" val="109276977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Attachment order</a:t>
            </a:r>
          </a:p>
        </p:txBody>
      </p:sp>
    </p:spTree>
    <p:extLst>
      <p:ext uri="{BB962C8B-B14F-4D97-AF65-F5344CB8AC3E}">
        <p14:creationId xmlns:p14="http://schemas.microsoft.com/office/powerpoint/2010/main" val="138039681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B8A3B1EA-297C-45CD-AE4B-023352055ED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gives each agent a stable position</a:t>
            </a:r>
          </a:p>
        </p:txBody>
      </p:sp>
      <p:sp>
        <p:nvSpPr>
          <p:cNvPr id="2" name="slide-subtitle">
            <a:extLst xmlns:a="http://schemas.openxmlformats.org/drawingml/2006/main">
              <a:ext uri="{FF2B5EF4-FFF2-40B4-BE49-F238E27FC236}">
                <a16:creationId xmlns:a16="http://schemas.microsoft.com/office/drawing/2014/main" id="{8179063A-DDEB-4CBB-997A-D5FC68A8A3FF}"/>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Preferred when the running kernel and both agents confirm support.</a:t>
            </a:r>
          </a:p>
        </p:txBody>
      </p:sp>
      <p:sp>
        <p:nvSpPr>
          <p:cNvPr id="3" name="Rounded Rectangle 2">
            <a:extLst xmlns:a="http://schemas.openxmlformats.org/drawingml/2006/main">
              <a:ext uri="{FF2B5EF4-FFF2-40B4-BE49-F238E27FC236}">
                <a16:creationId xmlns:a16="http://schemas.microsoft.com/office/drawing/2014/main" id="{02145BF7-101A-4CDA-A92E-4AF9A6F59DBF}"/>
              </a:ext>
            </a:extLst>
          </p:cNvPr>
          <p:cNvSpPr>
            <a:spLocks xmlns:a="http://schemas.openxmlformats.org/drawingml/2006/main" noGrp="1"/>
          </p:cNvSpPr>
          <p:nvPr/>
        </p:nvSpPr>
        <p:spPr>
          <a:xfrm xmlns:a="http://schemas.openxmlformats.org/drawingml/2006/main">
            <a:off x="819150" y="2266950"/>
            <a:ext cx="11430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HEAD</a:t>
            </a:r>
          </a:p>
        </p:txBody>
      </p:sp>
      <p:sp>
        <p:nvSpPr>
          <p:cNvPr id="4" name="Rounded Rectangle 3">
            <a:extLst xmlns:a="http://schemas.openxmlformats.org/drawingml/2006/main">
              <a:ext uri="{FF2B5EF4-FFF2-40B4-BE49-F238E27FC236}">
                <a16:creationId xmlns:a16="http://schemas.microsoft.com/office/drawing/2014/main" id="{9607A6B3-920E-4336-8F50-FE14D1F316A7}"/>
              </a:ext>
            </a:extLst>
          </p:cNvPr>
          <p:cNvSpPr>
            <a:spLocks xmlns:a="http://schemas.openxmlformats.org/drawingml/2006/main" noGrp="1"/>
          </p:cNvSpPr>
          <p:nvPr/>
        </p:nvSpPr>
        <p:spPr>
          <a:xfrm xmlns:a="http://schemas.openxmlformats.org/drawingml/2006/main">
            <a:off x="2381250" y="1952625"/>
            <a:ext cx="2571750" cy="1381125"/>
          </a:xfrm>
          <a:prstGeom xmlns:a="http://schemas.openxmlformats.org/drawingml/2006/main" prst="roundRect">
            <a:avLst>
              <a:gd name="adj" fmla="val 5517"/>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link.Head()</a:t>
            </a:r>
          </a:p>
        </p:txBody>
      </p:sp>
      <p:sp>
        <p:nvSpPr>
          <p:cNvPr id="5" name="Rounded Rectangle 4">
            <a:extLst xmlns:a="http://schemas.openxmlformats.org/drawingml/2006/main">
              <a:ext uri="{FF2B5EF4-FFF2-40B4-BE49-F238E27FC236}">
                <a16:creationId xmlns:a16="http://schemas.microsoft.com/office/drawing/2014/main" id="{CD71B99A-9619-4677-B426-4010E78FE632}"/>
              </a:ext>
            </a:extLst>
          </p:cNvPr>
          <p:cNvSpPr>
            <a:spLocks xmlns:a="http://schemas.openxmlformats.org/drawingml/2006/main" noGrp="1"/>
          </p:cNvSpPr>
          <p:nvPr/>
        </p:nvSpPr>
        <p:spPr>
          <a:xfrm xmlns:a="http://schemas.openxmlformats.org/drawingml/2006/main">
            <a:off x="7239000" y="1952625"/>
            <a:ext cx="2571750" cy="1381125"/>
          </a:xfrm>
          <a:prstGeom xmlns:a="http://schemas.openxmlformats.org/drawingml/2006/main" prst="roundRect">
            <a:avLst>
              <a:gd name="adj" fmla="val 5517"/>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Cilium</a:t>
            </a:r>
          </a:p>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link.Tail()</a:t>
            </a:r>
          </a:p>
        </p:txBody>
      </p:sp>
      <p:sp>
        <p:nvSpPr>
          <p:cNvPr id="6" name="Rounded Rectangle 5">
            <a:extLst xmlns:a="http://schemas.openxmlformats.org/drawingml/2006/main">
              <a:ext uri="{FF2B5EF4-FFF2-40B4-BE49-F238E27FC236}">
                <a16:creationId xmlns:a16="http://schemas.microsoft.com/office/drawing/2014/main" id="{A25EFA0D-21C9-45F7-A6DB-22113BE509FF}"/>
              </a:ext>
            </a:extLst>
          </p:cNvPr>
          <p:cNvSpPr>
            <a:spLocks xmlns:a="http://schemas.openxmlformats.org/drawingml/2006/main" noGrp="1"/>
          </p:cNvSpPr>
          <p:nvPr/>
        </p:nvSpPr>
        <p:spPr>
          <a:xfrm xmlns:a="http://schemas.openxmlformats.org/drawingml/2006/main">
            <a:off x="10239375" y="2266950"/>
            <a:ext cx="114300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TAIL</a:t>
            </a:r>
          </a:p>
        </p:txBody>
      </p:sp>
      <p:cxnSp>
        <p:nvCxnSpPr>
          <p:cNvPr id="112" name="Straight Arrow Connector 20"/>
          <p:cNvCxnSpPr>
            <a:stCxn xmlns:a="http://schemas.openxmlformats.org/drawingml/2006/main" id="4" idx="3"/>
            <a:endCxn xmlns:a="http://schemas.openxmlformats.org/drawingml/2006/main" id="5" idx="1"/>
          </p:cNvCxnSpPr>
          <p:nvPr/>
        </p:nvCxnSpPr>
        <p:spPr>
          <a:xfrm xmlns:a="http://schemas.openxmlformats.org/drawingml/2006/main">
            <a:off x="4953000" y="2643188"/>
            <a:ext cx="2286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8" name="Rectangle 7">
            <a:extLst xmlns:a="http://schemas.openxmlformats.org/drawingml/2006/main">
              <a:ext uri="{FF2B5EF4-FFF2-40B4-BE49-F238E27FC236}">
                <a16:creationId xmlns:a16="http://schemas.microsoft.com/office/drawing/2014/main" id="{81723338-AEC6-46A8-A6E9-DB0E8AC17B5D}"/>
              </a:ext>
            </a:extLst>
          </p:cNvPr>
          <p:cNvSpPr>
            <a:spLocks xmlns:a="http://schemas.openxmlformats.org/drawingml/2006/main" noGrp="1"/>
          </p:cNvSpPr>
          <p:nvPr/>
        </p:nvSpPr>
        <p:spPr>
          <a:xfrm xmlns:a="http://schemas.openxmlformats.org/drawingml/2006/main">
            <a:off x="2381250" y="3848100"/>
            <a:ext cx="7429500" cy="19050"/>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0D7691E9-DC2A-4F17-918F-76C126E8BF88}"/>
              </a:ext>
            </a:extLst>
          </p:cNvPr>
          <p:cNvSpPr>
            <a:spLocks xmlns:a="http://schemas.openxmlformats.org/drawingml/2006/main" noGrp="1"/>
          </p:cNvSpPr>
          <p:nvPr/>
        </p:nvSpPr>
        <p:spPr>
          <a:xfrm xmlns:a="http://schemas.openxmlformats.org/drawingml/2006/main">
            <a:off x="1905000" y="428625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267C6E7-9B37-4D0C-896A-F682D66023B1}"/>
              </a:ext>
            </a:extLst>
          </p:cNvPr>
          <p:cNvSpPr>
            <a:spLocks xmlns:a="http://schemas.openxmlformats.org/drawingml/2006/main" noGrp="1"/>
          </p:cNvSpPr>
          <p:nvPr/>
        </p:nvSpPr>
        <p:spPr>
          <a:xfrm xmlns:a="http://schemas.openxmlformats.org/drawingml/2006/main">
            <a:off x="2171700" y="41910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Ordered multi-attachment without explicit qdisc filter management</a:t>
            </a:r>
          </a:p>
        </p:txBody>
      </p:sp>
      <p:sp>
        <p:nvSpPr>
          <p:cNvPr id="11" name="Rectangle 10">
            <a:extLst xmlns:a="http://schemas.openxmlformats.org/drawingml/2006/main">
              <a:ext uri="{FF2B5EF4-FFF2-40B4-BE49-F238E27FC236}">
                <a16:creationId xmlns:a16="http://schemas.microsoft.com/office/drawing/2014/main" id="{C33D4382-6522-4B0D-84F2-1F90F244A5B8}"/>
              </a:ext>
            </a:extLst>
          </p:cNvPr>
          <p:cNvSpPr>
            <a:spLocks xmlns:a="http://schemas.openxmlformats.org/drawingml/2006/main" noGrp="1"/>
          </p:cNvSpPr>
          <p:nvPr/>
        </p:nvSpPr>
        <p:spPr>
          <a:xfrm xmlns:a="http://schemas.openxmlformats.org/drawingml/2006/main">
            <a:off x="1905000" y="483870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34AFD7D3-DBBC-467B-AF67-D1E09884FC95}"/>
              </a:ext>
            </a:extLst>
          </p:cNvPr>
          <p:cNvSpPr>
            <a:spLocks xmlns:a="http://schemas.openxmlformats.org/drawingml/2006/main" noGrp="1"/>
          </p:cNvSpPr>
          <p:nvPr/>
        </p:nvSpPr>
        <p:spPr>
          <a:xfrm xmlns:a="http://schemas.openxmlformats.org/drawingml/2006/main">
            <a:off x="2171700" y="474345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Runtime probing matters more than the kernel version string</a:t>
            </a:r>
          </a:p>
        </p:txBody>
      </p:sp>
      <p:sp>
        <p:nvSpPr>
          <p:cNvPr id="13" name="Rectangle 12">
            <a:extLst xmlns:a="http://schemas.openxmlformats.org/drawingml/2006/main">
              <a:ext uri="{FF2B5EF4-FFF2-40B4-BE49-F238E27FC236}">
                <a16:creationId xmlns:a16="http://schemas.microsoft.com/office/drawing/2014/main" id="{ED5168D3-A4AE-4C03-BD57-4769C0F69AAF}"/>
              </a:ext>
            </a:extLst>
          </p:cNvPr>
          <p:cNvSpPr>
            <a:spLocks xmlns:a="http://schemas.openxmlformats.org/drawingml/2006/main" noGrp="1"/>
          </p:cNvSpPr>
          <p:nvPr/>
        </p:nvSpPr>
        <p:spPr>
          <a:xfrm xmlns:a="http://schemas.openxmlformats.org/drawingml/2006/main">
            <a:off x="1905000" y="5391150"/>
            <a:ext cx="95250" cy="95250"/>
          </a:xfrm>
          <a:prstGeom xmlns:a="http://schemas.openxmlformats.org/drawingml/2006/main" prst="rect">
            <a:avLst/>
          </a:prstGeom>
          <a:solidFill xmlns:a="http://schemas.openxmlformats.org/drawingml/2006/main">
            <a:srgbClr val="FF9000"/>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418E2667-0F13-4934-813C-7529483B1954}"/>
              </a:ext>
            </a:extLst>
          </p:cNvPr>
          <p:cNvSpPr>
            <a:spLocks xmlns:a="http://schemas.openxmlformats.org/drawingml/2006/main" noGrp="1"/>
          </p:cNvSpPr>
          <p:nvPr/>
        </p:nvSpPr>
        <p:spPr>
          <a:xfrm xmlns:a="http://schemas.openxmlformats.org/drawingml/2006/main">
            <a:off x="2171700" y="52959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A supported attach API does not prove arbitrary programs are compatible</a:t>
            </a:r>
          </a:p>
        </p:txBody>
      </p:sp>
    </p:spTree>
    <p:extLst>
      <p:ext uri="{BB962C8B-B14F-4D97-AF65-F5344CB8AC3E}">
        <p14:creationId xmlns:p14="http://schemas.microsoft.com/office/powerpoint/2010/main" val="72672164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7997A2C8-CA2D-4412-9BCD-C55128D0BA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Legacy TC needs a priority contract</a:t>
            </a:r>
          </a:p>
        </p:txBody>
      </p:sp>
      <p:sp>
        <p:nvSpPr>
          <p:cNvPr id="2" name="slide-subtitle">
            <a:extLst xmlns:a="http://schemas.openxmlformats.org/drawingml/2006/main">
              <a:ext uri="{FF2B5EF4-FFF2-40B4-BE49-F238E27FC236}">
                <a16:creationId xmlns:a16="http://schemas.microsoft.com/office/drawing/2014/main" id="{12E78F13-D05E-4B31-8F53-5C07894486A3}"/>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xmlns:a="http://schemas.openxmlformats.org/drawingml/2006/main">
              <a:ext uri="{FF2B5EF4-FFF2-40B4-BE49-F238E27FC236}">
                <a16:creationId xmlns:a16="http://schemas.microsoft.com/office/drawing/2014/main" id="{F4340365-7A62-46A0-B861-397C798F1ECA}"/>
              </a:ext>
            </a:extLst>
          </p:cNvPr>
          <p:cNvSpPr>
            <a:spLocks xmlns:a="http://schemas.openxmlformats.org/drawingml/2006/main" noGrp="1"/>
          </p:cNvSpPr>
          <p:nvPr/>
        </p:nvSpPr>
        <p:spPr>
          <a:xfrm xmlns:a="http://schemas.openxmlformats.org/drawingml/2006/main">
            <a:off x="1714500" y="2095500"/>
            <a:ext cx="2857500" cy="1428750"/>
          </a:xfrm>
          <a:prstGeom xmlns:a="http://schemas.openxmlformats.org/drawingml/2006/main" prst="roundRect">
            <a:avLst>
              <a:gd name="adj" fmla="val 5333"/>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xmlns:a="http://schemas.openxmlformats.org/drawingml/2006/main">
              <a:ext uri="{FF2B5EF4-FFF2-40B4-BE49-F238E27FC236}">
                <a16:creationId xmlns:a16="http://schemas.microsoft.com/office/drawing/2014/main" id="{C1DD56C0-7A7F-457E-A82A-D0E7175F4478}"/>
              </a:ext>
            </a:extLst>
          </p:cNvPr>
          <p:cNvSpPr>
            <a:spLocks xmlns:a="http://schemas.openxmlformats.org/drawingml/2006/main" noGrp="1"/>
          </p:cNvSpPr>
          <p:nvPr/>
        </p:nvSpPr>
        <p:spPr>
          <a:xfrm xmlns:a="http://schemas.openxmlformats.org/drawingml/2006/main">
            <a:off x="7620000" y="2095500"/>
            <a:ext cx="2857500" cy="1428750"/>
          </a:xfrm>
          <a:prstGeom xmlns:a="http://schemas.openxmlformats.org/drawingml/2006/main" prst="roundRect">
            <a:avLst>
              <a:gd name="adj" fmla="val 5333"/>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p:cNvCxnSpPr>
            <a:stCxn xmlns:a="http://schemas.openxmlformats.org/drawingml/2006/main" id="3" idx="3"/>
            <a:endCxn xmlns:a="http://schemas.openxmlformats.org/drawingml/2006/main" id="4" idx="1"/>
          </p:cNvCxnSpPr>
          <p:nvPr/>
        </p:nvCxnSpPr>
        <p:spPr>
          <a:xfrm xmlns:a="http://schemas.openxmlformats.org/drawingml/2006/main">
            <a:off x="4572000" y="2809875"/>
            <a:ext cx="3048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6" name="Rectangle 5">
            <a:extLst xmlns:a="http://schemas.openxmlformats.org/drawingml/2006/main">
              <a:ext uri="{FF2B5EF4-FFF2-40B4-BE49-F238E27FC236}">
                <a16:creationId xmlns:a16="http://schemas.microsoft.com/office/drawing/2014/main" id="{4C0547DB-5BC5-42F5-A58E-A3894A5C481C}"/>
              </a:ext>
            </a:extLst>
          </p:cNvPr>
          <p:cNvSpPr>
            <a:spLocks xmlns:a="http://schemas.openxmlformats.org/drawingml/2006/main" noGrp="1"/>
          </p:cNvSpPr>
          <p:nvPr/>
        </p:nvSpPr>
        <p:spPr>
          <a:xfrm xmlns:a="http://schemas.openxmlformats.org/drawingml/2006/main">
            <a:off x="5191125" y="24955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924" lnSpcReduction="10000"/>
          </a:bodyPr>
          <a:lstStyle xmlns:a="http://schemas.openxmlformats.org/drawingml/2006/main"/>
          <a:p xmlns:a="http://schemas.openxmlformats.org/drawingml/2006/main">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xmlns:a="http://schemas.openxmlformats.org/drawingml/2006/main">
              <a:ext uri="{FF2B5EF4-FFF2-40B4-BE49-F238E27FC236}">
                <a16:creationId xmlns:a16="http://schemas.microsoft.com/office/drawing/2014/main" id="{B2ACBA55-06AE-437C-82A4-3A7F2047B29D}"/>
              </a:ext>
            </a:extLst>
          </p:cNvPr>
          <p:cNvSpPr>
            <a:spLocks xmlns:a="http://schemas.openxmlformats.org/drawingml/2006/main" noGrp="1"/>
          </p:cNvSpPr>
          <p:nvPr/>
        </p:nvSpPr>
        <p:spPr>
          <a:xfrm xmlns:a="http://schemas.openxmlformats.org/drawingml/2006/main">
            <a:off x="1714500" y="4191000"/>
            <a:ext cx="8763000" cy="895350"/>
          </a:xfrm>
          <a:prstGeom xmlns:a="http://schemas.openxmlformats.org/drawingml/2006/main" prst="roundRect">
            <a:avLst>
              <a:gd name="adj" fmla="val 8511"/>
            </a:avLst>
          </a:prstGeom>
          <a:solidFill xmlns:a="http://schemas.openxmlformats.org/drawingml/2006/main">
            <a:srgbClr val="FDEDEF"/>
          </a:solidFill>
          <a:ln xmlns:a="http://schemas.openxmlformats.org/drawingml/2006/main" w="14288">
            <a:solidFill>
              <a:srgbClr val="E84551"/>
            </a:solid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9822725E-E431-4615-AF0C-451355CBF45D}"/>
              </a:ext>
            </a:extLst>
          </p:cNvPr>
          <p:cNvSpPr>
            <a:spLocks xmlns:a="http://schemas.openxmlformats.org/drawingml/2006/main" noGrp="1"/>
          </p:cNvSpPr>
          <p:nvPr/>
        </p:nvSpPr>
        <p:spPr>
          <a:xfrm xmlns:a="http://schemas.openxmlformats.org/drawingml/2006/main">
            <a:off x="2114550" y="4381500"/>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063" lnSpcReduction="10000"/>
          </a:bodyPr>
          <a:lstStyle xmlns:a="http://schemas.openxmlformats.org/drawingml/2006/main"/>
          <a:p xmlns:a="http://schemas.openxmlformats.org/drawingml/2006/main">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9" name="Rectangle 8">
            <a:extLst xmlns:a="http://schemas.openxmlformats.org/drawingml/2006/main">
              <a:ext uri="{FF2B5EF4-FFF2-40B4-BE49-F238E27FC236}">
                <a16:creationId xmlns:a16="http://schemas.microsoft.com/office/drawing/2014/main" id="{B5C33083-7928-4AD1-8B86-7E12A3E3A89A}"/>
              </a:ext>
            </a:extLst>
          </p:cNvPr>
          <p:cNvSpPr>
            <a:spLocks xmlns:a="http://schemas.openxmlformats.org/drawingml/2006/main" noGrp="1"/>
          </p:cNvSpPr>
          <p:nvPr/>
        </p:nvSpPr>
        <p:spPr>
          <a:xfrm xmlns:a="http://schemas.openxmlformats.org/drawingml/2006/main">
            <a:off x="2381250" y="5467350"/>
            <a:ext cx="742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Pin versions, render config, verify the live order</a:t>
            </a:r>
          </a:p>
        </p:txBody>
      </p:sp>
      <p:sp>
        <p:nvSpPr>
          <p:cNvPr id="30" name="">
            <a:extLst xmlns:a="http://schemas.openxmlformats.org/drawingml/2006/main">
              <a:ext uri="{FF2B5EF4-FFF2-40B4-BE49-F238E27FC236}">
                <a16:creationId xmlns:a16="http://schemas.microsoft.com/office/drawing/2014/main" id="{5D41BDE8-8302-49E9-B1E5-5C3AC5F420C4}"/>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125222E2-1BD0-45FD-A671-C4C40F2B3E00}"/>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73577452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3A30ADA3-E6FC-41FC-B753-CDCCABFEFD8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3"/>
            <p:extLst>
              <p:ext uri="{DAA4B4D4-6D71-4841-9C94-3DE7FCFB9230}">
                <p14:media xmlns:p14="http://schemas.microsoft.com/office/powerpoint/2010/main" xmlns:r="http://schemas.openxmlformats.org/officeDocument/2006/relationships" r:embed="rIdMedia13"/>
              </p:ext>
            </p:extLst>
          </p:nvPr>
        </p:nvPicPr>
        <p:blipFill>
          <a:blip xmlns:r="http://schemas.openxmlformats.org/officeDocument/2006/relationships" xmlns:a="http://schemas.openxmlformats.org/drawingml/2006/main" r:embed="Rc2ad2130422345ad"/>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40908267"/>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Live demo: one request, two views</a:t>
            </a:r>
          </a:p>
        </p:txBody>
      </p:sp>
      <p:sp>
        <p:nvSpPr>
          <p:cNvPr id="2" name="Rectangle 1">
            <a:extLst xmlns:a="http://schemas.openxmlformats.org/drawingml/2006/main">
              <a:ext uri="{FF2B5EF4-FFF2-40B4-BE49-F238E27FC236}">
                <a16:creationId xmlns:a16="http://schemas.microsoft.com/office/drawing/2014/main" id="{05D5A808-F0EE-4B26-867B-7A6125AF667F}"/>
              </a:ext>
            </a:extLst>
          </p:cNvPr>
          <p:cNvSpPr>
            <a:spLocks xmlns:a="http://schemas.openxmlformats.org/drawingml/2006/main" noGrp="1"/>
          </p:cNvSpPr>
          <p:nvPr/>
        </p:nvSpPr>
        <p:spPr>
          <a:xfrm xmlns:a="http://schemas.openxmlformats.org/drawingml/2006/main">
            <a:off x="342900" y="41719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1D9519B1-DD3C-456B-88F7-9C043015AC4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telemetry share Grafana</a:t>
            </a:r>
          </a:p>
        </p:txBody>
      </p:sp>
      <p:sp>
        <p:nvSpPr>
          <p:cNvPr id="2" name="Rounded Rectangle 1">
            <a:extLst xmlns:a="http://schemas.openxmlformats.org/drawingml/2006/main">
              <a:ext uri="{FF2B5EF4-FFF2-40B4-BE49-F238E27FC236}">
                <a16:creationId xmlns:a16="http://schemas.microsoft.com/office/drawing/2014/main" id="{41AEF761-19E2-45EB-A2DA-1702DE162D39}"/>
              </a:ext>
            </a:extLst>
          </p:cNvPr>
          <p:cNvSpPr>
            <a:spLocks xmlns:a="http://schemas.openxmlformats.org/drawingml/2006/main" noGrp="1"/>
          </p:cNvSpPr>
          <p:nvPr/>
        </p:nvSpPr>
        <p:spPr>
          <a:xfrm xmlns:a="http://schemas.openxmlformats.org/drawingml/2006/main">
            <a:off x="619125" y="1952625"/>
            <a:ext cx="1428750" cy="762000"/>
          </a:xfrm>
          <a:prstGeom xmlns:a="http://schemas.openxmlformats.org/drawingml/2006/main" prst="roundRect">
            <a:avLst>
              <a:gd name="adj" fmla="val 10000"/>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traffic</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generator</a:t>
            </a:r>
          </a:p>
        </p:txBody>
      </p:sp>
      <p:sp>
        <p:nvSpPr>
          <p:cNvPr id="3" name="Rounded Rectangle 2">
            <a:extLst xmlns:a="http://schemas.openxmlformats.org/drawingml/2006/main">
              <a:ext uri="{FF2B5EF4-FFF2-40B4-BE49-F238E27FC236}">
                <a16:creationId xmlns:a16="http://schemas.microsoft.com/office/drawing/2014/main" id="{55300D67-D187-4978-80DE-BFD52265F93E}"/>
              </a:ext>
            </a:extLst>
          </p:cNvPr>
          <p:cNvSpPr>
            <a:spLocks xmlns:a="http://schemas.openxmlformats.org/drawingml/2006/main" noGrp="1"/>
          </p:cNvSpPr>
          <p:nvPr/>
        </p:nvSpPr>
        <p:spPr>
          <a:xfrm xmlns:a="http://schemas.openxmlformats.org/drawingml/2006/main">
            <a:off x="2619375" y="1952625"/>
            <a:ext cx="171450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edge-nginx</a:t>
            </a:r>
          </a:p>
        </p:txBody>
      </p:sp>
      <p:sp>
        <p:nvSpPr>
          <p:cNvPr id="4" name="Rounded Rectangle 3">
            <a:extLst xmlns:a="http://schemas.openxmlformats.org/drawingml/2006/main">
              <a:ext uri="{FF2B5EF4-FFF2-40B4-BE49-F238E27FC236}">
                <a16:creationId xmlns:a16="http://schemas.microsoft.com/office/drawing/2014/main" id="{225AF0F6-BB69-4CFD-ADE9-9FCAAD2D1F8E}"/>
              </a:ext>
            </a:extLst>
          </p:cNvPr>
          <p:cNvSpPr>
            <a:spLocks xmlns:a="http://schemas.openxmlformats.org/drawingml/2006/main" noGrp="1"/>
          </p:cNvSpPr>
          <p:nvPr/>
        </p:nvSpPr>
        <p:spPr>
          <a:xfrm xmlns:a="http://schemas.openxmlformats.org/drawingml/2006/main">
            <a:off x="5048250" y="1952625"/>
            <a:ext cx="219075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recommendations-v2</a:t>
            </a:r>
          </a:p>
        </p:txBody>
      </p:sp>
      <p:sp>
        <p:nvSpPr>
          <p:cNvPr id="5" name="Rounded Rectangle 4">
            <a:extLst xmlns:a="http://schemas.openxmlformats.org/drawingml/2006/main">
              <a:ext uri="{FF2B5EF4-FFF2-40B4-BE49-F238E27FC236}">
                <a16:creationId xmlns:a16="http://schemas.microsoft.com/office/drawing/2014/main" id="{F83A8591-539F-4434-8F08-7B55A4EC9E85}"/>
              </a:ext>
            </a:extLst>
          </p:cNvPr>
          <p:cNvSpPr>
            <a:spLocks xmlns:a="http://schemas.openxmlformats.org/drawingml/2006/main" noGrp="1"/>
          </p:cNvSpPr>
          <p:nvPr/>
        </p:nvSpPr>
        <p:spPr>
          <a:xfrm xmlns:a="http://schemas.openxmlformats.org/drawingml/2006/main">
            <a:off x="7953375" y="1952625"/>
            <a:ext cx="219075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recommendations-v1</a:t>
            </a:r>
          </a:p>
        </p:txBody>
      </p:sp>
      <p:cxnSp>
        <p:nvCxnSpPr>
          <p:cNvPr id="272" name="Straight Arrow Connector 24"/>
          <p:cNvCxnSpPr>
            <a:stCxn xmlns:a="http://schemas.openxmlformats.org/drawingml/2006/main" id="2" idx="3"/>
            <a:endCxn xmlns:a="http://schemas.openxmlformats.org/drawingml/2006/main" id="3" idx="1"/>
          </p:cNvCxnSpPr>
          <p:nvPr/>
        </p:nvCxnSpPr>
        <p:spPr>
          <a:xfrm xmlns:a="http://schemas.openxmlformats.org/drawingml/2006/main">
            <a:off x="2047875" y="2333625"/>
            <a:ext cx="57150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cxnSp>
        <p:nvCxnSpPr>
          <p:cNvPr id="273" name="Straight Arrow Connector 25"/>
          <p:cNvCxnSpPr>
            <a:stCxn xmlns:a="http://schemas.openxmlformats.org/drawingml/2006/main" id="3" idx="3"/>
            <a:endCxn xmlns:a="http://schemas.openxmlformats.org/drawingml/2006/main" id="4" idx="1"/>
          </p:cNvCxnSpPr>
          <p:nvPr/>
        </p:nvCxnSpPr>
        <p:spPr>
          <a:xfrm xmlns:a="http://schemas.openxmlformats.org/drawingml/2006/main">
            <a:off x="4333875" y="2333625"/>
            <a:ext cx="714375"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274" name="Straight Arrow Connector 26"/>
          <p:cNvCxnSpPr>
            <a:stCxn xmlns:a="http://schemas.openxmlformats.org/drawingml/2006/main" id="4" idx="3"/>
            <a:endCxn xmlns:a="http://schemas.openxmlformats.org/drawingml/2006/main" id="5" idx="1"/>
          </p:cNvCxnSpPr>
          <p:nvPr/>
        </p:nvCxnSpPr>
        <p:spPr>
          <a:xfrm xmlns:a="http://schemas.openxmlformats.org/drawingml/2006/main">
            <a:off x="7239000" y="2333625"/>
            <a:ext cx="714375"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sp>
        <p:nvSpPr>
          <p:cNvPr id="9" name="Rounded Rectangle 8">
            <a:extLst xmlns:a="http://schemas.openxmlformats.org/drawingml/2006/main">
              <a:ext uri="{FF2B5EF4-FFF2-40B4-BE49-F238E27FC236}">
                <a16:creationId xmlns:a16="http://schemas.microsoft.com/office/drawing/2014/main" id="{51E2D28F-8C9A-445C-81A1-9199E40601EF}"/>
              </a:ext>
            </a:extLst>
          </p:cNvPr>
          <p:cNvSpPr>
            <a:spLocks xmlns:a="http://schemas.openxmlformats.org/drawingml/2006/main" noGrp="1"/>
          </p:cNvSpPr>
          <p:nvPr/>
        </p:nvSpPr>
        <p:spPr>
          <a:xfrm xmlns:a="http://schemas.openxmlformats.org/drawingml/2006/main">
            <a:off x="2143125" y="1123950"/>
            <a:ext cx="790575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kind · 2 workers · Cilium v1.20.2 · Hubble</a:t>
            </a:r>
          </a:p>
        </p:txBody>
      </p:sp>
      <p:sp>
        <p:nvSpPr>
          <p:cNvPr id="10" name="Rounded Rectangle 9">
            <a:extLst xmlns:a="http://schemas.openxmlformats.org/drawingml/2006/main">
              <a:ext uri="{FF2B5EF4-FFF2-40B4-BE49-F238E27FC236}">
                <a16:creationId xmlns:a16="http://schemas.microsoft.com/office/drawing/2014/main" id="{DDD45BD2-CFCA-412C-AF13-1C69765D81BF}"/>
              </a:ext>
            </a:extLst>
          </p:cNvPr>
          <p:cNvSpPr>
            <a:spLocks xmlns:a="http://schemas.openxmlformats.org/drawingml/2006/main" noGrp="1"/>
          </p:cNvSpPr>
          <p:nvPr/>
        </p:nvSpPr>
        <p:spPr>
          <a:xfrm xmlns:a="http://schemas.openxmlformats.org/drawingml/2006/main">
            <a:off x="952500" y="3810000"/>
            <a:ext cx="2667000" cy="809625"/>
          </a:xfrm>
          <a:prstGeom xmlns:a="http://schemas.openxmlformats.org/drawingml/2006/main" prst="roundRect">
            <a:avLst>
              <a:gd name="adj" fmla="val 9412"/>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OBI DaemonSet</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spans + RED metrics</a:t>
            </a:r>
          </a:p>
        </p:txBody>
      </p:sp>
      <p:sp>
        <p:nvSpPr>
          <p:cNvPr id="11" name="Rounded Rectangle 10">
            <a:extLst xmlns:a="http://schemas.openxmlformats.org/drawingml/2006/main">
              <a:ext uri="{FF2B5EF4-FFF2-40B4-BE49-F238E27FC236}">
                <a16:creationId xmlns:a16="http://schemas.microsoft.com/office/drawing/2014/main" id="{13D03C9F-57F2-4DAC-B8D1-22531386FA1C}"/>
              </a:ext>
            </a:extLst>
          </p:cNvPr>
          <p:cNvSpPr>
            <a:spLocks xmlns:a="http://schemas.openxmlformats.org/drawingml/2006/main" noGrp="1"/>
          </p:cNvSpPr>
          <p:nvPr/>
        </p:nvSpPr>
        <p:spPr>
          <a:xfrm xmlns:a="http://schemas.openxmlformats.org/drawingml/2006/main">
            <a:off x="4762500" y="3810000"/>
            <a:ext cx="2667000" cy="809625"/>
          </a:xfrm>
          <a:prstGeom xmlns:a="http://schemas.openxmlformats.org/drawingml/2006/main" prst="roundRect">
            <a:avLst>
              <a:gd name="adj" fmla="val 9412"/>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Grafana LGTM</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Tempo + Prometheus</a:t>
            </a:r>
          </a:p>
        </p:txBody>
      </p:sp>
      <p:sp>
        <p:nvSpPr>
          <p:cNvPr id="12" name="Rounded Rectangle 11">
            <a:extLst xmlns:a="http://schemas.openxmlformats.org/drawingml/2006/main">
              <a:ext uri="{FF2B5EF4-FFF2-40B4-BE49-F238E27FC236}">
                <a16:creationId xmlns:a16="http://schemas.microsoft.com/office/drawing/2014/main" id="{A8148B24-F6F9-4B50-BD64-2D08FA1A2CB3}"/>
              </a:ext>
            </a:extLst>
          </p:cNvPr>
          <p:cNvSpPr>
            <a:spLocks xmlns:a="http://schemas.openxmlformats.org/drawingml/2006/main" noGrp="1"/>
          </p:cNvSpPr>
          <p:nvPr/>
        </p:nvSpPr>
        <p:spPr>
          <a:xfrm xmlns:a="http://schemas.openxmlformats.org/drawingml/2006/main">
            <a:off x="952500" y="5048250"/>
            <a:ext cx="2667000" cy="809625"/>
          </a:xfrm>
          <a:prstGeom xmlns:a="http://schemas.openxmlformats.org/drawingml/2006/main" prst="roundRect">
            <a:avLst>
              <a:gd name="adj" fmla="val 9412"/>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Cilium + Hubble</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Prometheus metrics</a:t>
            </a:r>
          </a:p>
        </p:txBody>
      </p:sp>
      <p:sp>
        <p:nvSpPr>
          <p:cNvPr id="13" name="Rounded Rectangle 12">
            <a:extLst xmlns:a="http://schemas.openxmlformats.org/drawingml/2006/main">
              <a:ext uri="{FF2B5EF4-FFF2-40B4-BE49-F238E27FC236}">
                <a16:creationId xmlns:a16="http://schemas.microsoft.com/office/drawing/2014/main" id="{944119F6-350B-4C32-BA05-650EE07DD035}"/>
              </a:ext>
            </a:extLst>
          </p:cNvPr>
          <p:cNvSpPr>
            <a:spLocks xmlns:a="http://schemas.openxmlformats.org/drawingml/2006/main" noGrp="1"/>
          </p:cNvSpPr>
          <p:nvPr/>
        </p:nvSpPr>
        <p:spPr>
          <a:xfrm xmlns:a="http://schemas.openxmlformats.org/drawingml/2006/main">
            <a:off x="4762500" y="5048250"/>
            <a:ext cx="2667000" cy="809625"/>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OpenTelemetry Collector</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scrape + OTLP export</a:t>
            </a:r>
          </a:p>
        </p:txBody>
      </p:sp>
      <p:sp>
        <p:nvSpPr>
          <p:cNvPr id="14" name="Rounded Rectangle 13">
            <a:extLst xmlns:a="http://schemas.openxmlformats.org/drawingml/2006/main">
              <a:ext uri="{FF2B5EF4-FFF2-40B4-BE49-F238E27FC236}">
                <a16:creationId xmlns:a16="http://schemas.microsoft.com/office/drawing/2014/main" id="{B3ACA9B6-3BE5-418F-AC53-5C511756964E}"/>
              </a:ext>
            </a:extLst>
          </p:cNvPr>
          <p:cNvSpPr>
            <a:spLocks xmlns:a="http://schemas.openxmlformats.org/drawingml/2006/main" noGrp="1"/>
          </p:cNvSpPr>
          <p:nvPr/>
        </p:nvSpPr>
        <p:spPr>
          <a:xfrm xmlns:a="http://schemas.openxmlformats.org/drawingml/2006/main">
            <a:off x="8572500" y="5048250"/>
            <a:ext cx="2667000" cy="809625"/>
          </a:xfrm>
          <a:prstGeom xmlns:a="http://schemas.openxmlformats.org/drawingml/2006/main" prst="roundRect">
            <a:avLst>
              <a:gd name="adj" fmla="val 9412"/>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Hubble Relay + UI</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flow records + verdicts</a:t>
            </a:r>
          </a:p>
        </p:txBody>
      </p:sp>
      <p:cxnSp>
        <p:nvCxnSpPr>
          <p:cNvPr id="281" name="Straight Arrow Connector 33"/>
          <p:cNvCxnSpPr>
            <a:stCxn xmlns:a="http://schemas.openxmlformats.org/drawingml/2006/main" id="10" idx="3"/>
            <a:endCxn xmlns:a="http://schemas.openxmlformats.org/drawingml/2006/main" id="11" idx="1"/>
          </p:cNvCxnSpPr>
          <p:nvPr/>
        </p:nvCxnSpPr>
        <p:spPr>
          <a:xfrm xmlns:a="http://schemas.openxmlformats.org/drawingml/2006/main">
            <a:off x="3619500" y="4214813"/>
            <a:ext cx="1143000" cy="0"/>
          </a:xfrm>
          <a:prstGeom xmlns:a="http://schemas.openxmlformats.org/drawingml/2006/main" prst="straightConnector1">
            <a:avLst/>
          </a:prstGeom>
          <a:ln xmlns:a="http://schemas.openxmlformats.org/drawingml/2006/main" w="23813">
            <a:solidFill>
              <a:srgbClr val="FF007F"/>
            </a:solidFill>
            <a:prstDash val="solid"/>
            <a:tailEnd type="arrow" w="med" len="med"/>
          </a:ln>
        </p:spPr>
      </p:cxnSp>
      <p:cxnSp>
        <p:nvCxnSpPr>
          <p:cNvPr id="282" name="Straight Arrow Connector 34"/>
          <p:cNvCxnSpPr>
            <a:stCxn xmlns:a="http://schemas.openxmlformats.org/drawingml/2006/main" id="12" idx="3"/>
            <a:endCxn xmlns:a="http://schemas.openxmlformats.org/drawingml/2006/main" id="13" idx="1"/>
          </p:cNvCxnSpPr>
          <p:nvPr/>
        </p:nvCxnSpPr>
        <p:spPr>
          <a:xfrm xmlns:a="http://schemas.openxmlformats.org/drawingml/2006/main">
            <a:off x="3619500" y="5453063"/>
            <a:ext cx="1143000"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283" name="Straight Arrow Connector 35"/>
          <p:cNvCxnSpPr>
            <a:stCxn xmlns:a="http://schemas.openxmlformats.org/drawingml/2006/main" id="13" idx="0"/>
            <a:endCxn xmlns:a="http://schemas.openxmlformats.org/drawingml/2006/main" id="11" idx="2"/>
          </p:cNvCxnSpPr>
          <p:nvPr/>
        </p:nvCxnSpPr>
        <p:spPr>
          <a:xfrm xmlns:a="http://schemas.openxmlformats.org/drawingml/2006/main" flipV="1">
            <a:off x="6096000" y="4619625"/>
            <a:ext cx="0" cy="428625"/>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284" name="Elbow Connector 36"/>
          <p:cNvCxnSpPr>
            <a:stCxn xmlns:a="http://schemas.openxmlformats.org/drawingml/2006/main" id="4" idx="2"/>
            <a:endCxn xmlns:a="http://schemas.openxmlformats.org/drawingml/2006/main" id="10" idx="0"/>
          </p:cNvCxnSpPr>
          <p:nvPr/>
        </p:nvCxnSpPr>
        <p:spPr>
          <a:xfrm xmlns:a="http://schemas.openxmlformats.org/drawingml/2006/main" flipH="1">
            <a:off x="2286000" y="2714625"/>
            <a:ext cx="3857625" cy="1095375"/>
          </a:xfrm>
          <a:prstGeom xmlns:a="http://schemas.openxmlformats.org/drawingml/2006/main" prst="bentConnector4">
            <a:avLst>
              <a:gd name="adj1" fmla="val 0"/>
              <a:gd name="adj2" fmla="val 50000"/>
            </a:avLst>
          </a:prstGeom>
          <a:ln xmlns:a="http://schemas.openxmlformats.org/drawingml/2006/main" w="23813">
            <a:solidFill>
              <a:srgbClr val="FF007F"/>
            </a:solidFill>
            <a:prstDash val="dash"/>
            <a:tailEnd type="arrow" w="med" len="med"/>
          </a:ln>
        </p:spPr>
      </p:cxnSp>
      <p:cxnSp>
        <p:nvCxnSpPr>
          <p:cNvPr id="285" name="Elbow Connector 37"/>
          <p:cNvCxnSpPr>
            <a:stCxn xmlns:a="http://schemas.openxmlformats.org/drawingml/2006/main" id="5" idx="2"/>
            <a:endCxn xmlns:a="http://schemas.openxmlformats.org/drawingml/2006/main" id="14" idx="0"/>
          </p:cNvCxnSpPr>
          <p:nvPr/>
        </p:nvCxnSpPr>
        <p:spPr>
          <a:xfrm xmlns:a="http://schemas.openxmlformats.org/drawingml/2006/main">
            <a:off x="9048750" y="2714625"/>
            <a:ext cx="857250" cy="2333625"/>
          </a:xfrm>
          <a:prstGeom xmlns:a="http://schemas.openxmlformats.org/drawingml/2006/main" prst="bentConnector4">
            <a:avLst>
              <a:gd name="adj1" fmla="val 0"/>
              <a:gd name="adj2" fmla="val 50000"/>
            </a:avLst>
          </a:prstGeom>
          <a:ln xmlns:a="http://schemas.openxmlformats.org/drawingml/2006/main" w="23813">
            <a:solidFill>
              <a:srgbClr val="0860FE"/>
            </a:solidFill>
            <a:prstDash val="dash"/>
            <a:tailEnd type="arrow" w="med" len="med"/>
          </a:ln>
        </p:spPr>
      </p:cxnSp>
    </p:spTree>
    <p:extLst>
      <p:ext uri="{BB962C8B-B14F-4D97-AF65-F5344CB8AC3E}">
        <p14:creationId xmlns:p14="http://schemas.microsoft.com/office/powerpoint/2010/main" val="30099115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3A30ADA3-E6FC-41FC-B753-CDCCABFEFD8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1: prove coexistence before showing traces</a:t>
            </a:r>
          </a:p>
        </p:txBody>
      </p:sp>
      <p:pic>
        <p:nvPicPr>
          <p:cNvPr id="6" name="cilium-obi-demo-1-coexistence.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6"/>
            <p:extLst>
              <p:ext uri="{DAA4B4D4-6D71-4841-9C94-3DE7FCFB9230}">
                <p14:media xmlns:p14="http://schemas.microsoft.com/office/powerpoint/2010/main" xmlns:r="http://schemas.openxmlformats.org/officeDocument/2006/relationships" r:embed="rIdMedia16"/>
              </p:ext>
            </p:extLst>
          </p:nvPr>
        </p:nvPicPr>
        <p:blipFill>
          <a:blip xmlns:r="http://schemas.openxmlformats.org/officeDocument/2006/relationships" xmlns:a="http://schemas.openxmlformats.org/drawingml/2006/main" r:embed="Reb8521fd64e44156"/>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40908267"/>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1FA760BB-E05C-48FA-A99F-779C746673E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2: compare the same successful request</a:t>
            </a:r>
          </a:p>
        </p:txBody>
      </p:sp>
      <p:pic>
        <p:nvPicPr>
          <p:cNvPr id="6" name="cilium-obi-demo-2-success.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7"/>
            <p:extLst>
              <p:ext uri="{DAA4B4D4-6D71-4841-9C94-3DE7FCFB9230}">
                <p14:media xmlns:p14="http://schemas.microsoft.com/office/powerpoint/2010/main" xmlns:r="http://schemas.openxmlformats.org/officeDocument/2006/relationships" r:embed="rIdMedia17"/>
              </p:ext>
            </p:extLst>
          </p:nvPr>
        </p:nvPicPr>
        <p:blipFill>
          <a:blip xmlns:r="http://schemas.openxmlformats.org/officeDocument/2006/relationships" xmlns:a="http://schemas.openxmlformats.org/drawingml/2006/main" r:embed="R699d394cf97f435b"/>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799601030"/>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5350C15A-FCE4-4DE8-B47E-D55C68DF89D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xmlns:a="http://schemas.openxmlformats.org/drawingml/2006/main" noChangeAspect="1"/>
          </p:cNvPicPr>
          <p:nvPr/>
        </p:nvPicPr>
        <p:blipFill>
          <a:blip xmlns:r="http://schemas.openxmlformats.org/officeDocument/2006/relationships" xmlns:a="http://schemas.openxmlformats.org/drawingml/2006/main" r:embed="Rcde99a58735d4e01"/>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7158392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682A6B35-0096-4A47-842C-C23DCA99A97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xmlns:a="http://schemas.openxmlformats.org/drawingml/2006/main" noChangeAspect="1"/>
          </p:cNvPicPr>
          <p:nvPr/>
        </p:nvPicPr>
        <p:blipFill>
          <a:blip xmlns:r="http://schemas.openxmlformats.org/officeDocument/2006/relationships" xmlns:a="http://schemas.openxmlformats.org/drawingml/2006/main" r:embed="Rd12821e0bbc8499b"/>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53945439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08AB1C87-B595-4FE4-A7EF-B320D1DB7812}"/>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3: make a policy denial visible twice</a:t>
            </a:r>
          </a:p>
        </p:txBody>
      </p:sp>
      <p:pic>
        <p:nvPicPr>
          <p:cNvPr id="6" name="cilium-obi-demo-3-policy-denial.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20"/>
            <p:extLst>
              <p:ext uri="{DAA4B4D4-6D71-4841-9C94-3DE7FCFB9230}">
                <p14:media xmlns:p14="http://schemas.microsoft.com/office/powerpoint/2010/main" xmlns:r="http://schemas.openxmlformats.org/officeDocument/2006/relationships" r:embed="rIdMedia20"/>
              </p:ext>
            </p:extLst>
          </p:nvPr>
        </p:nvPicPr>
        <p:blipFill>
          <a:blip xmlns:r="http://schemas.openxmlformats.org/officeDocument/2006/relationships" xmlns:a="http://schemas.openxmlformats.org/drawingml/2006/main" r:embed="R02585777b0314c91"/>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923459705"/>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e3399a6f8adf4abf"/>
              </a:rPr>
              <a:t>App metrics</a:t>
            </a:r>
          </a:p>
        </p:txBody>
      </p:sp>
      <p:sp>
        <p:nvSpPr>
          <p:cNvPr id="4" name="Rectangle 3">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026328a40e6b4d8b"/>
              </a:rPr>
              <a:t>Grafana: request rate, p95, flows and drops</a:t>
            </a:r>
          </a:p>
        </p:txBody>
      </p:sp>
      <p:sp>
        <p:nvSpPr>
          <p:cNvPr id="5" name="Rectangle 4">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da40e4837348464f"/>
              </a:rPr>
              <a:t>Pipeline health</a:t>
            </a:r>
          </a:p>
        </p:txBody>
      </p:sp>
      <p:sp>
        <p:nvSpPr>
          <p:cNvPr id="8" name="Rectangle 7">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b81ed49a560f4609"/>
              </a:rPr>
              <a:t>Grafana: Cilium, Hubble and Collector health</a:t>
            </a:r>
          </a:p>
        </p:txBody>
      </p:sp>
      <p:sp>
        <p:nvSpPr>
          <p:cNvPr id="9" name="Rectangle 8">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e5aab9699c564a9c"/>
              </a:rPr>
              <a:t>Tempo traces</a:t>
            </a:r>
          </a:p>
        </p:txBody>
      </p:sp>
      <p:sp>
        <p:nvSpPr>
          <p:cNvPr id="12" name="Rectangle 11">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cf5a0548b20b4156"/>
              </a:rPr>
              <a:t>Grafana Explore: inspect a three-service trace</a:t>
            </a:r>
          </a:p>
        </p:txBody>
      </p:sp>
      <p:sp>
        <p:nvSpPr>
          <p:cNvPr id="13" name="Rectangle 12">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af609116ac0440c5"/>
              </a:rPr>
              <a:t>Hubble flows</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f38db962aa7a4e41"/>
              </a:rPr>
              <a:t>Hubble UI: workloads, ports and verdicts</a:t>
            </a:r>
          </a:p>
        </p:txBody>
      </p:sp>
      <p:sp>
        <p:nvSpPr>
          <p:cNvPr id="17" name="Rectangle 16">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8" name="Rounded Rectangle 17">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276" lnSpcReduction="10000"/>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5BE4714C-E09A-4E15-A6FA-743BF91C0637}"/>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Give network telemetry one default owner</a:t>
            </a:r>
          </a:p>
        </p:txBody>
      </p:sp>
      <p:sp>
        <p:nvSpPr>
          <p:cNvPr id="2" name="Rectangle 1">
            <a:extLst xmlns:a="http://schemas.openxmlformats.org/drawingml/2006/main">
              <a:ext uri="{FF2B5EF4-FFF2-40B4-BE49-F238E27FC236}">
                <a16:creationId xmlns:a16="http://schemas.microsoft.com/office/drawing/2014/main" id="{9363F227-F6F1-4510-89E1-4DE9153BF034}"/>
              </a:ext>
            </a:extLst>
          </p:cNvPr>
          <p:cNvSpPr>
            <a:spLocks xmlns:a="http://schemas.openxmlformats.org/drawingml/2006/main" noGrp="1"/>
          </p:cNvSpPr>
          <p:nvPr/>
        </p:nvSpPr>
        <p:spPr>
          <a:xfrm xmlns:a="http://schemas.openxmlformats.org/drawingml/2006/main">
            <a:off x="685800" y="1495425"/>
            <a:ext cx="381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686B6B"/>
                </a:solidFill>
                <a:latin typeface="CiscoSansTT Medium"/>
                <a:ea typeface="CiscoSansTT Medium"/>
                <a:cs typeface="CiscoSansTT Medium"/>
              </a:defRPr>
            </a:pPr>
            <a:r>
              <a:rPr sz="1650" b="1">
                <a:solidFill>
                  <a:srgbClr val="686B6B"/>
                </a:solidFill>
                <a:latin typeface="CiscoSansTT Medium"/>
                <a:ea typeface="CiscoSansTT Medium"/>
                <a:cs typeface="CiscoSansTT Medium"/>
              </a:rPr>
              <a:t>Default combined design</a:t>
            </a:r>
          </a:p>
        </p:txBody>
      </p:sp>
      <p:sp>
        <p:nvSpPr>
          <p:cNvPr id="3" name="Rounded Rectangle 2">
            <a:extLst xmlns:a="http://schemas.openxmlformats.org/drawingml/2006/main">
              <a:ext uri="{FF2B5EF4-FFF2-40B4-BE49-F238E27FC236}">
                <a16:creationId xmlns:a16="http://schemas.microsoft.com/office/drawing/2014/main" id="{2B1855B3-2267-4CE0-BF37-CD2590F57911}"/>
              </a:ext>
            </a:extLst>
          </p:cNvPr>
          <p:cNvSpPr>
            <a:spLocks xmlns:a="http://schemas.openxmlformats.org/drawingml/2006/main" noGrp="1"/>
          </p:cNvSpPr>
          <p:nvPr/>
        </p:nvSpPr>
        <p:spPr>
          <a:xfrm xmlns:a="http://schemas.openxmlformats.org/drawingml/2006/main">
            <a:off x="1047750" y="2190750"/>
            <a:ext cx="2857500" cy="1333500"/>
          </a:xfrm>
          <a:prstGeom xmlns:a="http://schemas.openxmlformats.org/drawingml/2006/main" prst="roundRect">
            <a:avLst>
              <a:gd name="adj" fmla="val 571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OBI</a:t>
            </a:r>
          </a:p>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application signals</a:t>
            </a:r>
          </a:p>
        </p:txBody>
      </p:sp>
      <p:sp>
        <p:nvSpPr>
          <p:cNvPr id="4" name="Rounded Rectangle 3">
            <a:extLst xmlns:a="http://schemas.openxmlformats.org/drawingml/2006/main">
              <a:ext uri="{FF2B5EF4-FFF2-40B4-BE49-F238E27FC236}">
                <a16:creationId xmlns:a16="http://schemas.microsoft.com/office/drawing/2014/main" id="{3129369A-D151-43B9-8BF5-BD06E4EFBB4C}"/>
              </a:ext>
            </a:extLst>
          </p:cNvPr>
          <p:cNvSpPr>
            <a:spLocks xmlns:a="http://schemas.openxmlformats.org/drawingml/2006/main" noGrp="1"/>
          </p:cNvSpPr>
          <p:nvPr/>
        </p:nvSpPr>
        <p:spPr>
          <a:xfrm xmlns:a="http://schemas.openxmlformats.org/drawingml/2006/main">
            <a:off x="4619625" y="2190750"/>
            <a:ext cx="2857500" cy="1333500"/>
          </a:xfrm>
          <a:prstGeom xmlns:a="http://schemas.openxmlformats.org/drawingml/2006/main" prst="roundRect">
            <a:avLst>
              <a:gd name="adj" fmla="val 571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Hubble</a:t>
            </a:r>
          </a:p>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network + policy</a:t>
            </a:r>
          </a:p>
        </p:txBody>
      </p:sp>
      <p:sp>
        <p:nvSpPr>
          <p:cNvPr id="5" name="Rounded Rectangle 4">
            <a:extLst xmlns:a="http://schemas.openxmlformats.org/drawingml/2006/main">
              <a:ext uri="{FF2B5EF4-FFF2-40B4-BE49-F238E27FC236}">
                <a16:creationId xmlns:a16="http://schemas.microsoft.com/office/drawing/2014/main" id="{5D65C379-809F-4782-BAD8-69A5B47C504C}"/>
              </a:ext>
            </a:extLst>
          </p:cNvPr>
          <p:cNvSpPr>
            <a:spLocks xmlns:a="http://schemas.openxmlformats.org/drawingml/2006/main" noGrp="1"/>
          </p:cNvSpPr>
          <p:nvPr/>
        </p:nvSpPr>
        <p:spPr>
          <a:xfrm xmlns:a="http://schemas.openxmlformats.org/drawingml/2006/main">
            <a:off x="8191500" y="2190750"/>
            <a:ext cx="2857500" cy="1333500"/>
          </a:xfrm>
          <a:prstGeom xmlns:a="http://schemas.openxmlformats.org/drawingml/2006/main" prst="roundRect">
            <a:avLst>
              <a:gd name="adj" fmla="val 5714"/>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network metrics</a:t>
            </a:r>
          </a:p>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socket_filter only</a:t>
            </a:r>
          </a:p>
        </p:txBody>
      </p:sp>
      <p:cxnSp>
        <p:nvCxnSpPr>
          <p:cNvPr id="106" name="Straight Arrow Connector 14"/>
          <p:cNvCxnSpPr>
            <a:stCxn xmlns:a="http://schemas.openxmlformats.org/drawingml/2006/main" id="3" idx="3"/>
            <a:endCxn xmlns:a="http://schemas.openxmlformats.org/drawingml/2006/main" id="4" idx="1"/>
          </p:cNvCxnSpPr>
          <p:nvPr/>
        </p:nvCxnSpPr>
        <p:spPr>
          <a:xfrm xmlns:a="http://schemas.openxmlformats.org/drawingml/2006/main">
            <a:off x="3905250" y="2857500"/>
            <a:ext cx="714375" cy="0"/>
          </a:xfrm>
          <a:prstGeom xmlns:a="http://schemas.openxmlformats.org/drawingml/2006/main" prst="straightConnector1">
            <a:avLst/>
          </a:prstGeom>
          <a:ln xmlns:a="http://schemas.openxmlformats.org/drawingml/2006/main" w="23813">
            <a:solidFill>
              <a:srgbClr val="686B6B"/>
            </a:solidFill>
            <a:prstDash val="dash"/>
            <a:tailEnd type="arrow" w="med" len="med"/>
          </a:ln>
        </p:spPr>
      </p:cxnSp>
      <p:cxnSp>
        <p:nvCxnSpPr>
          <p:cNvPr id="107" name="Straight Arrow Connector 15"/>
          <p:cNvCxnSpPr>
            <a:stCxn xmlns:a="http://schemas.openxmlformats.org/drawingml/2006/main" id="4" idx="3"/>
            <a:endCxn xmlns:a="http://schemas.openxmlformats.org/drawingml/2006/main" id="5" idx="1"/>
          </p:cNvCxnSpPr>
          <p:nvPr/>
        </p:nvCxnSpPr>
        <p:spPr>
          <a:xfrm xmlns:a="http://schemas.openxmlformats.org/drawingml/2006/main">
            <a:off x="7477125" y="2857500"/>
            <a:ext cx="714375" cy="0"/>
          </a:xfrm>
          <a:prstGeom xmlns:a="http://schemas.openxmlformats.org/drawingml/2006/main" prst="straightConnector1">
            <a:avLst/>
          </a:prstGeom>
          <a:ln xmlns:a="http://schemas.openxmlformats.org/drawingml/2006/main" w="23813">
            <a:solidFill>
              <a:srgbClr val="686B6B"/>
            </a:solidFill>
            <a:prstDash val="dash"/>
            <a:tailEnd type="arrow" w="med" len="med"/>
          </a:ln>
        </p:spPr>
      </p:cxnSp>
      <p:sp>
        <p:nvSpPr>
          <p:cNvPr id="8" name="Rectangle 7">
            <a:extLst xmlns:a="http://schemas.openxmlformats.org/drawingml/2006/main">
              <a:ext uri="{FF2B5EF4-FFF2-40B4-BE49-F238E27FC236}">
                <a16:creationId xmlns:a16="http://schemas.microsoft.com/office/drawing/2014/main" id="{E5512B38-A93E-47F3-BF29-CF7C9D3DB81B}"/>
              </a:ext>
            </a:extLst>
          </p:cNvPr>
          <p:cNvSpPr>
            <a:spLocks xmlns:a="http://schemas.openxmlformats.org/drawingml/2006/main" noGrp="1"/>
          </p:cNvSpPr>
          <p:nvPr/>
        </p:nvSpPr>
        <p:spPr>
          <a:xfrm xmlns:a="http://schemas.openxmlformats.org/drawingml/2006/main">
            <a:off x="1143000" y="4438650"/>
            <a:ext cx="990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Enable the third stream only for a question Hubble cannot answer, or when duplication is the experiment.</a:t>
            </a:r>
          </a:p>
        </p:txBody>
      </p:sp>
      <p:sp>
        <p:nvSpPr>
          <p:cNvPr id="9" name="Rounded Rectangle 8">
            <a:extLst xmlns:a="http://schemas.openxmlformats.org/drawingml/2006/main">
              <a:ext uri="{FF2B5EF4-FFF2-40B4-BE49-F238E27FC236}">
                <a16:creationId xmlns:a16="http://schemas.microsoft.com/office/drawing/2014/main" id="{B4AD1679-F97C-4AC8-A7BB-72C9590CC5C6}"/>
              </a:ext>
            </a:extLst>
          </p:cNvPr>
          <p:cNvSpPr>
            <a:spLocks xmlns:a="http://schemas.openxmlformats.org/drawingml/2006/main" noGrp="1"/>
          </p:cNvSpPr>
          <p:nvPr/>
        </p:nvSpPr>
        <p:spPr>
          <a:xfrm xmlns:a="http://schemas.openxmlformats.org/drawingml/2006/main">
            <a:off x="3429000" y="5543550"/>
            <a:ext cx="53340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AVOID DUPLICATE TC FLOW COLLECTION</a:t>
            </a:r>
          </a:p>
        </p:txBody>
      </p:sp>
    </p:spTree>
    <p:extLst>
      <p:ext uri="{BB962C8B-B14F-4D97-AF65-F5344CB8AC3E}">
        <p14:creationId xmlns:p14="http://schemas.microsoft.com/office/powerpoint/2010/main" val="1785190512"/>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Measure the combined system</a:t>
            </a:r>
          </a:p>
        </p:txBody>
      </p:sp>
    </p:spTree>
    <p:extLst>
      <p:ext uri="{BB962C8B-B14F-4D97-AF65-F5344CB8AC3E}">
        <p14:creationId xmlns:p14="http://schemas.microsoft.com/office/powerpoint/2010/main" val="14255440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43AEE9E5-8F08-4B77-B756-AC329ED94E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sp>
        <p:nvSpPr>
          <p:cNvPr id="2" name="Rounded Rectangle 1">
            <a:extLst xmlns:a="http://schemas.openxmlformats.org/drawingml/2006/main">
              <a:ext uri="{FF2B5EF4-FFF2-40B4-BE49-F238E27FC236}">
                <a16:creationId xmlns:a16="http://schemas.microsoft.com/office/drawing/2014/main" id="{C57F3861-4686-4855-A5F6-163934D70F39}"/>
              </a:ext>
            </a:extLst>
          </p:cNvPr>
          <p:cNvSpPr>
            <a:spLocks xmlns:a="http://schemas.openxmlformats.org/drawingml/2006/main" noGrp="1"/>
          </p:cNvSpPr>
          <p:nvPr/>
        </p:nvSpPr>
        <p:spPr>
          <a:xfrm xmlns:a="http://schemas.openxmlformats.org/drawingml/2006/main">
            <a:off x="3067050" y="1581150"/>
            <a:ext cx="704850" cy="381000"/>
          </a:xfrm>
          <a:prstGeom xmlns:a="http://schemas.openxmlformats.org/drawingml/2006/main" prst="roundRect">
            <a:avLst>
              <a:gd name="adj" fmla="val 20000"/>
            </a:avLst>
          </a:prstGeom>
          <a:solidFill xmlns:a="http://schemas.openxmlformats.org/drawingml/2006/main">
            <a:srgbClr val="686B6B"/>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A</a:t>
            </a:r>
          </a:p>
        </p:txBody>
      </p:sp>
      <p:sp>
        <p:nvSpPr>
          <p:cNvPr id="3" name="Rounded Rectangle 2">
            <a:extLst xmlns:a="http://schemas.openxmlformats.org/drawingml/2006/main">
              <a:ext uri="{FF2B5EF4-FFF2-40B4-BE49-F238E27FC236}">
                <a16:creationId xmlns:a16="http://schemas.microsoft.com/office/drawing/2014/main" id="{43DA1D42-5150-46B7-A997-2EA04A6FE5E7}"/>
              </a:ext>
            </a:extLst>
          </p:cNvPr>
          <p:cNvSpPr>
            <a:spLocks xmlns:a="http://schemas.openxmlformats.org/drawingml/2006/main" noGrp="1"/>
          </p:cNvSpPr>
          <p:nvPr/>
        </p:nvSpPr>
        <p:spPr>
          <a:xfrm xmlns:a="http://schemas.openxmlformats.org/drawingml/2006/main">
            <a:off x="2476500" y="2152650"/>
            <a:ext cx="1790700" cy="1352550"/>
          </a:xfrm>
          <a:prstGeom xmlns:a="http://schemas.openxmlformats.org/drawingml/2006/main" prst="roundRect">
            <a:avLst>
              <a:gd name="adj" fmla="val 5634"/>
            </a:avLst>
          </a:prstGeom>
          <a:solidFill xmlns:a="http://schemas.openxmlformats.org/drawingml/2006/main">
            <a:srgbClr val="F4F6F8"/>
          </a:solidFill>
          <a:ln xmlns:a="http://schemas.openxmlformats.org/drawingml/2006/main" w="14288">
            <a:solidFill>
              <a:srgbClr val="686B6B"/>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baseline</a:t>
            </a:r>
          </a:p>
        </p:txBody>
      </p:sp>
      <p:sp>
        <p:nvSpPr>
          <p:cNvPr id="4" name="Rounded Rectangle 3">
            <a:extLst xmlns:a="http://schemas.openxmlformats.org/drawingml/2006/main">
              <a:ext uri="{FF2B5EF4-FFF2-40B4-BE49-F238E27FC236}">
                <a16:creationId xmlns:a16="http://schemas.microsoft.com/office/drawing/2014/main" id="{A0DAE3A5-7A9B-486F-A790-57C2532D53BF}"/>
              </a:ext>
            </a:extLst>
          </p:cNvPr>
          <p:cNvSpPr>
            <a:spLocks xmlns:a="http://schemas.openxmlformats.org/drawingml/2006/main" noGrp="1"/>
          </p:cNvSpPr>
          <p:nvPr/>
        </p:nvSpPr>
        <p:spPr>
          <a:xfrm xmlns:a="http://schemas.openxmlformats.org/drawingml/2006/main">
            <a:off x="4991100" y="15811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B</a:t>
            </a:r>
          </a:p>
        </p:txBody>
      </p:sp>
      <p:sp>
        <p:nvSpPr>
          <p:cNvPr id="5" name="Rounded Rectangle 4">
            <a:extLst xmlns:a="http://schemas.openxmlformats.org/drawingml/2006/main">
              <a:ext uri="{FF2B5EF4-FFF2-40B4-BE49-F238E27FC236}">
                <a16:creationId xmlns:a16="http://schemas.microsoft.com/office/drawing/2014/main" id="{A2D31BC7-2580-481F-BFF6-E5D5FE1EF90C}"/>
              </a:ext>
            </a:extLst>
          </p:cNvPr>
          <p:cNvSpPr>
            <a:spLocks xmlns:a="http://schemas.openxmlformats.org/drawingml/2006/main" noGrp="1"/>
          </p:cNvSpPr>
          <p:nvPr/>
        </p:nvSpPr>
        <p:spPr>
          <a:xfrm xmlns:a="http://schemas.openxmlformats.org/drawingml/2006/main">
            <a:off x="4400550" y="2152650"/>
            <a:ext cx="17907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L3/L4</a:t>
            </a:r>
          </a:p>
        </p:txBody>
      </p:sp>
      <p:sp>
        <p:nvSpPr>
          <p:cNvPr id="6" name="Rounded Rectangle 5">
            <a:extLst xmlns:a="http://schemas.openxmlformats.org/drawingml/2006/main">
              <a:ext uri="{FF2B5EF4-FFF2-40B4-BE49-F238E27FC236}">
                <a16:creationId xmlns:a16="http://schemas.microsoft.com/office/drawing/2014/main" id="{B5CC0480-58B6-481F-A0E6-4B4442B486FA}"/>
              </a:ext>
            </a:extLst>
          </p:cNvPr>
          <p:cNvSpPr>
            <a:spLocks xmlns:a="http://schemas.openxmlformats.org/drawingml/2006/main" noGrp="1"/>
          </p:cNvSpPr>
          <p:nvPr/>
        </p:nvSpPr>
        <p:spPr>
          <a:xfrm xmlns:a="http://schemas.openxmlformats.org/drawingml/2006/main">
            <a:off x="6915150" y="15811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a:t>
            </a:r>
          </a:p>
        </p:txBody>
      </p:sp>
      <p:sp>
        <p:nvSpPr>
          <p:cNvPr id="7" name="Rounded Rectangle 6">
            <a:extLst xmlns:a="http://schemas.openxmlformats.org/drawingml/2006/main">
              <a:ext uri="{FF2B5EF4-FFF2-40B4-BE49-F238E27FC236}">
                <a16:creationId xmlns:a16="http://schemas.microsoft.com/office/drawing/2014/main" id="{249A79A0-91CC-421C-BF6B-235A6CEA09E1}"/>
              </a:ext>
            </a:extLst>
          </p:cNvPr>
          <p:cNvSpPr>
            <a:spLocks xmlns:a="http://schemas.openxmlformats.org/drawingml/2006/main" noGrp="1"/>
          </p:cNvSpPr>
          <p:nvPr/>
        </p:nvSpPr>
        <p:spPr>
          <a:xfrm xmlns:a="http://schemas.openxmlformats.org/drawingml/2006/main">
            <a:off x="6324600" y="2152650"/>
            <a:ext cx="17907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metrics</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propagation</a:t>
            </a:r>
          </a:p>
        </p:txBody>
      </p:sp>
      <p:sp>
        <p:nvSpPr>
          <p:cNvPr id="8" name="Rounded Rectangle 7">
            <a:extLst xmlns:a="http://schemas.openxmlformats.org/drawingml/2006/main">
              <a:ext uri="{FF2B5EF4-FFF2-40B4-BE49-F238E27FC236}">
                <a16:creationId xmlns:a16="http://schemas.microsoft.com/office/drawing/2014/main" id="{6079DEF9-F700-4121-AB14-6C19F5737C35}"/>
              </a:ext>
            </a:extLst>
          </p:cNvPr>
          <p:cNvSpPr>
            <a:spLocks xmlns:a="http://schemas.openxmlformats.org/drawingml/2006/main" noGrp="1"/>
          </p:cNvSpPr>
          <p:nvPr/>
        </p:nvSpPr>
        <p:spPr>
          <a:xfrm xmlns:a="http://schemas.openxmlformats.org/drawingml/2006/main">
            <a:off x="8839200" y="15811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D</a:t>
            </a:r>
          </a:p>
        </p:txBody>
      </p:sp>
      <p:sp>
        <p:nvSpPr>
          <p:cNvPr id="9" name="Rounded Rectangle 8">
            <a:extLst xmlns:a="http://schemas.openxmlformats.org/drawingml/2006/main">
              <a:ext uri="{FF2B5EF4-FFF2-40B4-BE49-F238E27FC236}">
                <a16:creationId xmlns:a16="http://schemas.microsoft.com/office/drawing/2014/main" id="{AC5F954D-00D8-4D33-A7F6-923DE12E6AD9}"/>
              </a:ext>
            </a:extLst>
          </p:cNvPr>
          <p:cNvSpPr>
            <a:spLocks xmlns:a="http://schemas.openxmlformats.org/drawingml/2006/main" noGrp="1"/>
          </p:cNvSpPr>
          <p:nvPr/>
        </p:nvSpPr>
        <p:spPr>
          <a:xfrm xmlns:a="http://schemas.openxmlformats.org/drawingml/2006/main">
            <a:off x="8248650" y="2152650"/>
            <a:ext cx="17907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traces</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TCX propagation</a:t>
            </a:r>
          </a:p>
        </p:txBody>
      </p:sp>
      <p:sp>
        <p:nvSpPr>
          <p:cNvPr id="10" name="Rounded Rectangle 9">
            <a:extLst xmlns:a="http://schemas.openxmlformats.org/drawingml/2006/main">
              <a:ext uri="{FF2B5EF4-FFF2-40B4-BE49-F238E27FC236}">
                <a16:creationId xmlns:a16="http://schemas.microsoft.com/office/drawing/2014/main" id="{4FEFADD7-1B50-4BB3-8599-47FACAE44ED4}"/>
              </a:ext>
            </a:extLst>
          </p:cNvPr>
          <p:cNvSpPr>
            <a:spLocks xmlns:a="http://schemas.openxmlformats.org/drawingml/2006/main" noGrp="1"/>
          </p:cNvSpPr>
          <p:nvPr/>
        </p:nvSpPr>
        <p:spPr>
          <a:xfrm xmlns:a="http://schemas.openxmlformats.org/drawingml/2006/main">
            <a:off x="10763250" y="15811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E</a:t>
            </a:r>
          </a:p>
        </p:txBody>
      </p:sp>
      <p:sp>
        <p:nvSpPr>
          <p:cNvPr id="11" name="Rounded Rectangle 10">
            <a:extLst xmlns:a="http://schemas.openxmlformats.org/drawingml/2006/main">
              <a:ext uri="{FF2B5EF4-FFF2-40B4-BE49-F238E27FC236}">
                <a16:creationId xmlns:a16="http://schemas.microsoft.com/office/drawing/2014/main" id="{82E7F45A-14F9-47B8-94BC-1FD3A9870B5A}"/>
              </a:ext>
            </a:extLst>
          </p:cNvPr>
          <p:cNvSpPr>
            <a:spLocks xmlns:a="http://schemas.openxmlformats.org/drawingml/2006/main" noGrp="1"/>
          </p:cNvSpPr>
          <p:nvPr/>
        </p:nvSpPr>
        <p:spPr>
          <a:xfrm xmlns:a="http://schemas.openxmlformats.org/drawingml/2006/main">
            <a:off x="10172700" y="2152650"/>
            <a:ext cx="17907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 L7</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Envoy redirect</a:t>
            </a:r>
          </a:p>
        </p:txBody>
      </p:sp>
      <p:sp>
        <p:nvSpPr>
          <p:cNvPr id="14" name="Rectangle 13">
            <a:extLst xmlns:a="http://schemas.openxmlformats.org/drawingml/2006/main">
              <a:ext uri="{FF2B5EF4-FFF2-40B4-BE49-F238E27FC236}">
                <a16:creationId xmlns:a16="http://schemas.microsoft.com/office/drawing/2014/main" id="{D75E356C-92AC-4938-8ABE-810420048C00}"/>
              </a:ext>
            </a:extLst>
          </p:cNvPr>
          <p:cNvSpPr>
            <a:spLocks xmlns:a="http://schemas.openxmlformats.org/drawingml/2006/main" noGrp="1"/>
          </p:cNvSpPr>
          <p:nvPr/>
        </p:nvSpPr>
        <p:spPr>
          <a:xfrm xmlns:a="http://schemas.openxmlformats.org/drawingml/2006/main">
            <a:off x="952500" y="38290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A-E: same Cilium cluster, route, load, placement and backend</a:t>
            </a:r>
          </a:p>
        </p:txBody>
      </p:sp>
      <p:sp>
        <p:nvSpPr>
          <p:cNvPr id="15" name="Rectangle 14">
            <a:extLst xmlns:a="http://schemas.openxmlformats.org/drawingml/2006/main">
              <a:ext uri="{FF2B5EF4-FFF2-40B4-BE49-F238E27FC236}">
                <a16:creationId xmlns:a16="http://schemas.microsoft.com/office/drawing/2014/main" id="{6336E8D1-DDDF-44ED-A9FD-5705DE5F10B7}"/>
              </a:ext>
            </a:extLst>
          </p:cNvPr>
          <p:cNvSpPr>
            <a:spLocks xmlns:a="http://schemas.openxmlformats.org/drawingml/2006/main" noGrp="1"/>
          </p:cNvSpPr>
          <p:nvPr/>
        </p:nvSpPr>
        <p:spPr>
          <a:xfrm xmlns:a="http://schemas.openxmlformats.org/drawingml/2006/main">
            <a:off x="1428750" y="4343400"/>
            <a:ext cx="933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N: fresh kindnet cluster with the same app and load, but a different CNI</a:t>
            </a:r>
          </a:p>
        </p:txBody>
      </p:sp>
      <p:sp>
        <p:nvSpPr>
          <p:cNvPr id="16" name="Rounded Rectangle 15">
            <a:extLst xmlns:a="http://schemas.openxmlformats.org/drawingml/2006/main">
              <a:ext uri="{FF2B5EF4-FFF2-40B4-BE49-F238E27FC236}">
                <a16:creationId xmlns:a16="http://schemas.microsoft.com/office/drawing/2014/main" id="{D8B49B4A-C1DD-49E5-AE38-19A0C8EB1051}"/>
              </a:ext>
            </a:extLst>
          </p:cNvPr>
          <p:cNvSpPr>
            <a:spLocks xmlns:a="http://schemas.openxmlformats.org/drawingml/2006/main" noGrp="1"/>
          </p:cNvSpPr>
          <p:nvPr/>
        </p:nvSpPr>
        <p:spPr>
          <a:xfrm xmlns:a="http://schemas.openxmlformats.org/drawingml/2006/main">
            <a:off x="666750" y="4905375"/>
            <a:ext cx="10858500" cy="1257300"/>
          </a:xfrm>
          <a:prstGeom xmlns:a="http://schemas.openxmlformats.org/drawingml/2006/main" prst="roundRect">
            <a:avLst>
              <a:gd name="adj" fmla="val 6061"/>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A8A7E8AB-F55B-49C8-B134-7B21B8640298}"/>
              </a:ext>
            </a:extLst>
          </p:cNvPr>
          <p:cNvSpPr>
            <a:spLocks xmlns:a="http://schemas.openxmlformats.org/drawingml/2006/main" noGrp="1"/>
          </p:cNvSpPr>
          <p:nvPr/>
        </p:nvSpPr>
        <p:spPr>
          <a:xfrm xmlns:a="http://schemas.openxmlformats.org/drawingml/2006/main">
            <a:off x="952500" y="5067300"/>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Measured so far: B and D. Planned: N, A, C and E.</a:t>
            </a:r>
          </a:p>
        </p:txBody>
      </p:sp>
      <p:sp>
        <p:nvSpPr>
          <p:cNvPr id="18" name="Rectangle 17">
            <a:extLst xmlns:a="http://schemas.openxmlformats.org/drawingml/2006/main">
              <a:ext uri="{FF2B5EF4-FFF2-40B4-BE49-F238E27FC236}">
                <a16:creationId xmlns:a16="http://schemas.microsoft.com/office/drawing/2014/main" id="{3FC98FC2-D668-4CEB-A429-D8A0A4A607F2}"/>
              </a:ext>
            </a:extLst>
          </p:cNvPr>
          <p:cNvSpPr>
            <a:spLocks xmlns:a="http://schemas.openxmlformats.org/drawingml/2006/main" noGrp="1"/>
          </p:cNvSpPr>
          <p:nvPr/>
        </p:nvSpPr>
        <p:spPr>
          <a:xfrm xmlns:a="http://schemas.openxmlformats.org/drawingml/2006/main">
            <a:off x="1000125" y="550545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N is a different-CNI reference, not an isolated estimate of eBPF overhead.</a:t>
            </a:r>
          </a:p>
          <a:p xmlns:a="http://schemas.openxmlformats.org/drawingml/2006/main">
            <a:pPr algn="ctr">
              <a:buNone/>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Check the node BPF inventory before calling it an eBPF-free run.</a:t>
            </a:r>
          </a:p>
        </p:txBody>
      </p:sp>
      <p:sp>
        <p:nvSpPr>
          <p:cNvPr id="20" name="No eBPF reference label">
            <a:extLst xmlns:a="http://schemas.openxmlformats.org/drawingml/2006/main">
              <a:ext uri="{FF2B5EF4-FFF2-40B4-BE49-F238E27FC236}">
                <a16:creationId xmlns:a16="http://schemas.microsoft.com/office/drawing/2014/main" id="{7D97F9F6-63BE-42F0-8FCD-2F1240D73DD6}"/>
              </a:ext>
            </a:extLst>
          </p:cNvPr>
          <p:cNvSpPr>
            <a:spLocks xmlns:a="http://schemas.openxmlformats.org/drawingml/2006/main" noGrp="1"/>
          </p:cNvSpPr>
          <p:nvPr/>
        </p:nvSpPr>
        <p:spPr>
          <a:xfrm xmlns:a="http://schemas.openxmlformats.org/drawingml/2006/main">
            <a:off x="1143000" y="1581150"/>
            <a:ext cx="704850" cy="381000"/>
          </a:xfrm>
          <a:prstGeom xmlns:a="http://schemas.openxmlformats.org/drawingml/2006/main" prst="roundRect">
            <a:avLst>
              <a:gd name="adj" fmla="val 20000"/>
            </a:avLst>
          </a:prstGeom>
          <a:solidFill xmlns:a="http://schemas.openxmlformats.org/drawingml/2006/main">
            <a:srgbClr val="686B6B"/>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N</a:t>
            </a:r>
          </a:p>
        </p:txBody>
      </p:sp>
      <p:sp>
        <p:nvSpPr>
          <p:cNvPr id="21" name="No eBPF reference">
            <a:extLst xmlns:a="http://schemas.openxmlformats.org/drawingml/2006/main">
              <a:ext uri="{FF2B5EF4-FFF2-40B4-BE49-F238E27FC236}">
                <a16:creationId xmlns:a16="http://schemas.microsoft.com/office/drawing/2014/main" id="{2B5507D2-B9C0-4B81-8E90-BB79E22E4C72}"/>
              </a:ext>
            </a:extLst>
          </p:cNvPr>
          <p:cNvSpPr>
            <a:spLocks xmlns:a="http://schemas.openxmlformats.org/drawingml/2006/main" noGrp="1"/>
          </p:cNvSpPr>
          <p:nvPr/>
        </p:nvSpPr>
        <p:spPr>
          <a:xfrm xmlns:a="http://schemas.openxmlformats.org/drawingml/2006/main">
            <a:off x="552450" y="2152650"/>
            <a:ext cx="1790700" cy="1352550"/>
          </a:xfrm>
          <a:prstGeom xmlns:a="http://schemas.openxmlformats.org/drawingml/2006/main" prst="roundRect">
            <a:avLst>
              <a:gd name="adj" fmla="val 5634"/>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eBPF</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kindnet CNI</a:t>
            </a:r>
          </a:p>
        </p:txBody>
      </p:sp>
    </p:spTree>
    <p:extLst>
      <p:ext uri="{BB962C8B-B14F-4D97-AF65-F5344CB8AC3E}">
        <p14:creationId xmlns:p14="http://schemas.microsoft.com/office/powerpoint/2010/main" val="61737127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43AEE9E5-8F08-4B77-B756-AC329ED94E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4" name="Rounded Rectangle 3">
            <a:extLst xmlns:a="http://schemas.openxmlformats.org/drawingml/2006/main">
              <a:ext uri="{FF2B5EF4-FFF2-40B4-BE49-F238E27FC236}">
                <a16:creationId xmlns:a16="http://schemas.microsoft.com/office/drawing/2014/main" id="{A0DAE3A5-7A9B-486F-A790-57C2532D53BF}"/>
              </a:ext>
            </a:extLst>
          </p:cNvPr>
          <p:cNvSpPr>
            <a:spLocks xmlns:a="http://schemas.openxmlformats.org/drawingml/2006/main" noGrp="1"/>
          </p:cNvSpPr>
          <p:nvPr/>
        </p:nvSpPr>
        <p:spPr>
          <a:xfrm xmlns:a="http://schemas.openxmlformats.org/drawingml/2006/main">
            <a:off x="3267075" y="15811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B</a:t>
            </a:r>
          </a:p>
        </p:txBody>
      </p:sp>
      <p:sp>
        <p:nvSpPr>
          <p:cNvPr id="5" name="Rounded Rectangle 4">
            <a:extLst xmlns:a="http://schemas.openxmlformats.org/drawingml/2006/main">
              <a:ext uri="{FF2B5EF4-FFF2-40B4-BE49-F238E27FC236}">
                <a16:creationId xmlns:a16="http://schemas.microsoft.com/office/drawing/2014/main" id="{A2D31BC7-2580-481F-BFF6-E5D5FE1EF90C}"/>
              </a:ext>
            </a:extLst>
          </p:cNvPr>
          <p:cNvSpPr>
            <a:spLocks xmlns:a="http://schemas.openxmlformats.org/drawingml/2006/main" noGrp="1"/>
          </p:cNvSpPr>
          <p:nvPr/>
        </p:nvSpPr>
        <p:spPr>
          <a:xfrm xmlns:a="http://schemas.openxmlformats.org/drawingml/2006/main">
            <a:off x="2000250" y="2152650"/>
            <a:ext cx="32385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 + Hubble</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OBI off</a:t>
            </a:r>
          </a:p>
        </p:txBody>
      </p:sp>
      <p:sp>
        <p:nvSpPr>
          <p:cNvPr id="8" name="Rounded Rectangle 7">
            <a:extLst xmlns:a="http://schemas.openxmlformats.org/drawingml/2006/main">
              <a:ext uri="{FF2B5EF4-FFF2-40B4-BE49-F238E27FC236}">
                <a16:creationId xmlns:a16="http://schemas.microsoft.com/office/drawing/2014/main" id="{6079DEF9-F700-4121-AB14-6C19F5737C35}"/>
              </a:ext>
            </a:extLst>
          </p:cNvPr>
          <p:cNvSpPr>
            <a:spLocks xmlns:a="http://schemas.openxmlformats.org/drawingml/2006/main" noGrp="1"/>
          </p:cNvSpPr>
          <p:nvPr/>
        </p:nvSpPr>
        <p:spPr>
          <a:xfrm xmlns:a="http://schemas.openxmlformats.org/drawingml/2006/main">
            <a:off x="8220075" y="15811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D</a:t>
            </a:r>
          </a:p>
        </p:txBody>
      </p:sp>
      <p:sp>
        <p:nvSpPr>
          <p:cNvPr id="9" name="Rounded Rectangle 8">
            <a:extLst xmlns:a="http://schemas.openxmlformats.org/drawingml/2006/main">
              <a:ext uri="{FF2B5EF4-FFF2-40B4-BE49-F238E27FC236}">
                <a16:creationId xmlns:a16="http://schemas.microsoft.com/office/drawing/2014/main" id="{AC5F954D-00D8-4D33-A7F6-923DE12E6AD9}"/>
              </a:ext>
            </a:extLst>
          </p:cNvPr>
          <p:cNvSpPr>
            <a:spLocks xmlns:a="http://schemas.openxmlformats.org/drawingml/2006/main" noGrp="1"/>
          </p:cNvSpPr>
          <p:nvPr/>
        </p:nvSpPr>
        <p:spPr>
          <a:xfrm xmlns:a="http://schemas.openxmlformats.org/drawingml/2006/main">
            <a:off x="6953250" y="2152650"/>
            <a:ext cx="32385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 + Hubble</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OBI on, TCX</a:t>
            </a:r>
          </a:p>
        </p:txBody>
      </p:sp>
      <p:sp>
        <p:nvSpPr>
          <p:cNvPr id="14" name="Rectangle 13">
            <a:extLst xmlns:a="http://schemas.openxmlformats.org/drawingml/2006/main">
              <a:ext uri="{FF2B5EF4-FFF2-40B4-BE49-F238E27FC236}">
                <a16:creationId xmlns:a16="http://schemas.microsoft.com/office/drawing/2014/main" id="{D75E356C-92AC-4938-8ABE-810420048C00}"/>
              </a:ext>
            </a:extLst>
          </p:cNvPr>
          <p:cNvSpPr>
            <a:spLocks xmlns:a="http://schemas.openxmlformats.org/drawingml/2006/main" noGrp="1"/>
          </p:cNvSpPr>
          <p:nvPr/>
        </p:nvSpPr>
        <p:spPr>
          <a:xfrm xmlns:a="http://schemas.openxmlformats.org/drawingml/2006/main">
            <a:off x="952500" y="38290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Same cluster, route and load. B ran before D in this rehearsal.</a:t>
            </a:r>
          </a:p>
        </p:txBody>
      </p:sp>
      <p:sp>
        <p:nvSpPr>
          <p:cNvPr id="15" name="Rectangle 14">
            <a:extLst xmlns:a="http://schemas.openxmlformats.org/drawingml/2006/main">
              <a:ext uri="{FF2B5EF4-FFF2-40B4-BE49-F238E27FC236}">
                <a16:creationId xmlns:a16="http://schemas.microsoft.com/office/drawing/2014/main" id="{6336E8D1-DDDF-44ED-A9FD-5705DE5F10B7}"/>
              </a:ext>
            </a:extLst>
          </p:cNvPr>
          <p:cNvSpPr>
            <a:spLocks xmlns:a="http://schemas.openxmlformats.org/drawingml/2006/main" noGrp="1"/>
          </p:cNvSpPr>
          <p:nvPr/>
        </p:nvSpPr>
        <p:spPr>
          <a:xfrm xmlns:a="http://schemas.openxmlformats.org/drawingml/2006/main">
            <a:off x="1428750" y="4343400"/>
            <a:ext cx="933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Local kind rehearsal: five 200-request samples per condition at concurrency 20</a:t>
            </a:r>
          </a:p>
        </p:txBody>
      </p:sp>
      <p:sp>
        <p:nvSpPr>
          <p:cNvPr id="16" name="Rounded Rectangle 15">
            <a:extLst xmlns:a="http://schemas.openxmlformats.org/drawingml/2006/main">
              <a:ext uri="{FF2B5EF4-FFF2-40B4-BE49-F238E27FC236}">
                <a16:creationId xmlns:a16="http://schemas.microsoft.com/office/drawing/2014/main" id="{D8B49B4A-C1DD-49E5-AE38-19A0C8EB1051}"/>
              </a:ext>
            </a:extLst>
          </p:cNvPr>
          <p:cNvSpPr>
            <a:spLocks xmlns:a="http://schemas.openxmlformats.org/drawingml/2006/main" noGrp="1"/>
          </p:cNvSpPr>
          <p:nvPr/>
        </p:nvSpPr>
        <p:spPr>
          <a:xfrm xmlns:a="http://schemas.openxmlformats.org/drawingml/2006/main">
            <a:off x="666750" y="4905375"/>
            <a:ext cx="10858500" cy="1257300"/>
          </a:xfrm>
          <a:prstGeom xmlns:a="http://schemas.openxmlformats.org/drawingml/2006/main" prst="roundRect">
            <a:avLst>
              <a:gd name="adj" fmla="val 6061"/>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A8A7E8AB-F55B-49C8-B134-7B21B8640298}"/>
              </a:ext>
            </a:extLst>
          </p:cNvPr>
          <p:cNvSpPr>
            <a:spLocks xmlns:a="http://schemas.openxmlformats.org/drawingml/2006/main" noGrp="1"/>
          </p:cNvSpPr>
          <p:nvPr/>
        </p:nvSpPr>
        <p:spPr>
          <a:xfrm xmlns:a="http://schemas.openxmlformats.org/drawingml/2006/main">
            <a:off x="952500" y="5067300"/>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Throughput: 19.77 vs 19.73 req/s (-0.2%). p95: 1,018 vs 1,020 ms (+2 ms).</a:t>
            </a:r>
          </a:p>
        </p:txBody>
      </p:sp>
      <p:sp>
        <p:nvSpPr>
          <p:cNvPr id="18" name="Rectangle 17">
            <a:extLst xmlns:a="http://schemas.openxmlformats.org/drawingml/2006/main">
              <a:ext uri="{FF2B5EF4-FFF2-40B4-BE49-F238E27FC236}">
                <a16:creationId xmlns:a16="http://schemas.microsoft.com/office/drawing/2014/main" id="{3FC98FC2-D668-4CEB-A429-D8A0A4A607F2}"/>
              </a:ext>
            </a:extLst>
          </p:cNvPr>
          <p:cNvSpPr>
            <a:spLocks xmlns:a="http://schemas.openxmlformats.org/drawingml/2006/main" noGrp="1"/>
          </p:cNvSpPr>
          <p:nvPr/>
        </p:nvSpPr>
        <p:spPr>
          <a:xfrm xmlns:a="http://schemas.openxmlformats.org/drawingml/2006/main">
            <a:off x="1000125" y="550545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0 / 2,000 failures. OBI: 0.013 cores and 253 MiB across two pods.</a:t>
            </a:r>
          </a:p>
          <a:p xmlns:a="http://schemas.openxmlformats.org/drawingml/2006/main">
            <a:pPr algn="ctr">
              <a:buNone/>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7,210 spans exported. Hubble loss comparison withheld pending a matched-window rerun.</a:t>
            </a:r>
          </a:p>
        </p:txBody>
      </p:sp>
    </p:spTree>
    <p:extLst>
      <p:ext uri="{BB962C8B-B14F-4D97-AF65-F5344CB8AC3E}">
        <p14:creationId xmlns:p14="http://schemas.microsoft.com/office/powerpoint/2010/main" val="61737127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budgets decide whether coexistence works</a:t>
            </a:r>
          </a:p>
        </p:txBody>
      </p:sp>
      <p:sp>
        <p:nvSpPr>
          <p:cNvPr id="2" name="Rectangle 1">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node, app, Cilium, Hubble, OBI, Collector</a:t>
            </a:r>
          </a:p>
        </p:txBody>
      </p:sp>
      <p:sp>
        <p:nvSpPr>
          <p:cNvPr id="5" name="Rectangle 4">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RSS plus BPF program and map memory</a:t>
            </a:r>
          </a:p>
        </p:txBody>
      </p:sp>
      <p:sp>
        <p:nvSpPr>
          <p:cNvPr id="9" name="Rectangle 8">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Loss</a:t>
            </a:r>
          </a:p>
        </p:txBody>
      </p:sp>
      <p:sp>
        <p:nvSpPr>
          <p:cNvPr id="12" name="Rectangle 11">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Hubble lost events, refused and dropped telemetry</a:t>
            </a:r>
          </a:p>
        </p:txBody>
      </p:sp>
      <p:sp>
        <p:nvSpPr>
          <p:cNvPr id="13" name="Rectangle 12">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Volume</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spans, metric points, flows, active series</a:t>
            </a:r>
          </a:p>
        </p:txBody>
      </p:sp>
      <p:sp>
        <p:nvSpPr>
          <p:cNvPr id="17" name="Rectangle 16">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8" name="Rounded Rectangle 17">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48" lnSpcReduction="10000"/>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Traffic health and telemetry completeness are separate acceptance gates.</a:t>
            </a:r>
          </a:p>
        </p:txBody>
      </p:sp>
    </p:spTree>
    <p:extLst>
      <p:ext uri="{BB962C8B-B14F-4D97-AF65-F5344CB8AC3E}">
        <p14:creationId xmlns:p14="http://schemas.microsoft.com/office/powerpoint/2010/main" val="1882857912"/>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Production rollout</a:t>
            </a:r>
          </a:p>
        </p:txBody>
      </p:sp>
    </p:spTree>
    <p:extLst>
      <p:ext uri="{BB962C8B-B14F-4D97-AF65-F5344CB8AC3E}">
        <p14:creationId xmlns:p14="http://schemas.microsoft.com/office/powerpoint/2010/main" val="1590252307"/>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3" name="slide-title">
            <a:extLst xmlns:a="http://schemas.openxmlformats.org/drawingml/2006/main">
              <a:ext uri="{FF2B5EF4-FFF2-40B4-BE49-F238E27FC236}">
                <a16:creationId xmlns:a16="http://schemas.microsoft.com/office/drawing/2014/main" id="{0804FCC2-7680-4AC0-BBC5-FBB9F3E982E3}"/>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Roll out through evidence gates</a:t>
            </a:r>
          </a:p>
        </p:txBody>
      </p:sp>
      <p:sp>
        <p:nvSpPr>
          <p:cNvPr id="2" name="Rounded Rectangle 1">
            <a:extLst xmlns:a="http://schemas.openxmlformats.org/drawingml/2006/main">
              <a:ext uri="{FF2B5EF4-FFF2-40B4-BE49-F238E27FC236}">
                <a16:creationId xmlns:a16="http://schemas.microsoft.com/office/drawing/2014/main" id="{698BD03A-070E-4088-91CA-DC458B098F6D}"/>
              </a:ext>
            </a:extLst>
          </p:cNvPr>
          <p:cNvSpPr>
            <a:spLocks xmlns:a="http://schemas.openxmlformats.org/drawingml/2006/main" noGrp="1"/>
          </p:cNvSpPr>
          <p:nvPr/>
        </p:nvSpPr>
        <p:spPr>
          <a:xfrm xmlns:a="http://schemas.openxmlformats.org/drawingml/2006/main">
            <a:off x="118110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1</a:t>
            </a:r>
          </a:p>
        </p:txBody>
      </p:sp>
      <p:sp>
        <p:nvSpPr>
          <p:cNvPr id="3" name="Rounded Rectangle 2">
            <a:extLst xmlns:a="http://schemas.openxmlformats.org/drawingml/2006/main">
              <a:ext uri="{FF2B5EF4-FFF2-40B4-BE49-F238E27FC236}">
                <a16:creationId xmlns:a16="http://schemas.microsoft.com/office/drawing/2014/main" id="{FB3120F1-0ED1-469F-BDF9-CC7EF00E3199}"/>
              </a:ext>
            </a:extLst>
          </p:cNvPr>
          <p:cNvSpPr>
            <a:spLocks xmlns:a="http://schemas.openxmlformats.org/drawingml/2006/main" noGrp="1"/>
          </p:cNvSpPr>
          <p:nvPr/>
        </p:nvSpPr>
        <p:spPr>
          <a:xfrm xmlns:a="http://schemas.openxmlformats.org/drawingml/2006/main">
            <a:off x="49530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Inventory</a:t>
            </a:r>
          </a:p>
        </p:txBody>
      </p:sp>
      <p:sp>
        <p:nvSpPr>
          <p:cNvPr id="4" name="Rectangle 3">
            <a:extLst xmlns:a="http://schemas.openxmlformats.org/drawingml/2006/main">
              <a:ext uri="{FF2B5EF4-FFF2-40B4-BE49-F238E27FC236}">
                <a16:creationId xmlns:a16="http://schemas.microsoft.com/office/drawing/2014/main" id="{9F1B11C9-9418-4A97-BB8C-E47A9A7B6BFF}"/>
              </a:ext>
            </a:extLst>
          </p:cNvPr>
          <p:cNvSpPr>
            <a:spLocks xmlns:a="http://schemas.openxmlformats.org/drawingml/2006/main" noGrp="1"/>
          </p:cNvSpPr>
          <p:nvPr/>
        </p:nvSpPr>
        <p:spPr>
          <a:xfrm xmlns:a="http://schemas.openxmlformats.org/drawingml/2006/main">
            <a:off x="49530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kernel · BTF · versions · datapath</a:t>
            </a:r>
          </a:p>
        </p:txBody>
      </p:sp>
      <p:sp>
        <p:nvSpPr>
          <p:cNvPr id="5" name="Rounded Rectangle 4">
            <a:extLst xmlns:a="http://schemas.openxmlformats.org/drawingml/2006/main">
              <a:ext uri="{FF2B5EF4-FFF2-40B4-BE49-F238E27FC236}">
                <a16:creationId xmlns:a16="http://schemas.microsoft.com/office/drawing/2014/main" id="{77283EF9-0DA7-4352-AC2C-4A111427C91E}"/>
              </a:ext>
            </a:extLst>
          </p:cNvPr>
          <p:cNvSpPr>
            <a:spLocks xmlns:a="http://schemas.openxmlformats.org/drawingml/2006/main" noGrp="1"/>
          </p:cNvSpPr>
          <p:nvPr/>
        </p:nvSpPr>
        <p:spPr>
          <a:xfrm xmlns:a="http://schemas.openxmlformats.org/drawingml/2006/main">
            <a:off x="351472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2</a:t>
            </a:r>
          </a:p>
        </p:txBody>
      </p:sp>
      <p:sp>
        <p:nvSpPr>
          <p:cNvPr id="6" name="Rounded Rectangle 5">
            <a:extLst xmlns:a="http://schemas.openxmlformats.org/drawingml/2006/main">
              <a:ext uri="{FF2B5EF4-FFF2-40B4-BE49-F238E27FC236}">
                <a16:creationId xmlns:a16="http://schemas.microsoft.com/office/drawing/2014/main" id="{31AE3182-7279-498E-A7D7-EB92A540F69D}"/>
              </a:ext>
            </a:extLst>
          </p:cNvPr>
          <p:cNvSpPr>
            <a:spLocks xmlns:a="http://schemas.openxmlformats.org/drawingml/2006/main" noGrp="1"/>
          </p:cNvSpPr>
          <p:nvPr/>
        </p:nvSpPr>
        <p:spPr>
          <a:xfrm xmlns:a="http://schemas.openxmlformats.org/drawingml/2006/main">
            <a:off x="282892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Render</a:t>
            </a:r>
          </a:p>
        </p:txBody>
      </p:sp>
      <p:sp>
        <p:nvSpPr>
          <p:cNvPr id="7" name="Rectangle 6">
            <a:extLst xmlns:a="http://schemas.openxmlformats.org/drawingml/2006/main">
              <a:ext uri="{FF2B5EF4-FFF2-40B4-BE49-F238E27FC236}">
                <a16:creationId xmlns:a16="http://schemas.microsoft.com/office/drawing/2014/main" id="{35476832-7A0A-4A45-8FA2-5A422CB7CAA0}"/>
              </a:ext>
            </a:extLst>
          </p:cNvPr>
          <p:cNvSpPr>
            <a:spLocks xmlns:a="http://schemas.openxmlformats.org/drawingml/2006/main" noGrp="1"/>
          </p:cNvSpPr>
          <p:nvPr/>
        </p:nvSpPr>
        <p:spPr>
          <a:xfrm xmlns:a="http://schemas.openxmlformats.org/drawingml/2006/main">
            <a:off x="2828925"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capabilities · mounts · priorities</a:t>
            </a:r>
          </a:p>
        </p:txBody>
      </p:sp>
      <p:sp>
        <p:nvSpPr>
          <p:cNvPr id="8" name="Rounded Rectangle 7">
            <a:extLst xmlns:a="http://schemas.openxmlformats.org/drawingml/2006/main">
              <a:ext uri="{FF2B5EF4-FFF2-40B4-BE49-F238E27FC236}">
                <a16:creationId xmlns:a16="http://schemas.microsoft.com/office/drawing/2014/main" id="{8D81A81D-A030-4FCD-806D-F92FD6797A24}"/>
              </a:ext>
            </a:extLst>
          </p:cNvPr>
          <p:cNvSpPr>
            <a:spLocks xmlns:a="http://schemas.openxmlformats.org/drawingml/2006/main" noGrp="1"/>
          </p:cNvSpPr>
          <p:nvPr/>
        </p:nvSpPr>
        <p:spPr>
          <a:xfrm xmlns:a="http://schemas.openxmlformats.org/drawingml/2006/main">
            <a:off x="584835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3</a:t>
            </a:r>
          </a:p>
        </p:txBody>
      </p:sp>
      <p:sp>
        <p:nvSpPr>
          <p:cNvPr id="9" name="Rounded Rectangle 8">
            <a:extLst xmlns:a="http://schemas.openxmlformats.org/drawingml/2006/main">
              <a:ext uri="{FF2B5EF4-FFF2-40B4-BE49-F238E27FC236}">
                <a16:creationId xmlns:a16="http://schemas.microsoft.com/office/drawing/2014/main" id="{B4BF8A64-F1F8-496B-AD30-EFFA1E22F3C1}"/>
              </a:ext>
            </a:extLst>
          </p:cNvPr>
          <p:cNvSpPr>
            <a:spLocks xmlns:a="http://schemas.openxmlformats.org/drawingml/2006/main" noGrp="1"/>
          </p:cNvSpPr>
          <p:nvPr/>
        </p:nvSpPr>
        <p:spPr>
          <a:xfrm xmlns:a="http://schemas.openxmlformats.org/drawingml/2006/main">
            <a:off x="516255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Canary</a:t>
            </a:r>
          </a:p>
        </p:txBody>
      </p:sp>
      <p:sp>
        <p:nvSpPr>
          <p:cNvPr id="10" name="Rectangle 9">
            <a:extLst xmlns:a="http://schemas.openxmlformats.org/drawingml/2006/main">
              <a:ext uri="{FF2B5EF4-FFF2-40B4-BE49-F238E27FC236}">
                <a16:creationId xmlns:a16="http://schemas.microsoft.com/office/drawing/2014/main" id="{B7354191-4C68-4286-B0CB-A2CBCAE7A6DE}"/>
              </a:ext>
            </a:extLst>
          </p:cNvPr>
          <p:cNvSpPr>
            <a:spLocks xmlns:a="http://schemas.openxmlformats.org/drawingml/2006/main" noGrp="1"/>
          </p:cNvSpPr>
          <p:nvPr/>
        </p:nvSpPr>
        <p:spPr>
          <a:xfrm xmlns:a="http://schemas.openxmlformats.org/drawingml/2006/main">
            <a:off x="516255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small node pool · fast disable path</a:t>
            </a:r>
          </a:p>
        </p:txBody>
      </p:sp>
      <p:sp>
        <p:nvSpPr>
          <p:cNvPr id="11" name="Rounded Rectangle 10">
            <a:extLst xmlns:a="http://schemas.openxmlformats.org/drawingml/2006/main">
              <a:ext uri="{FF2B5EF4-FFF2-40B4-BE49-F238E27FC236}">
                <a16:creationId xmlns:a16="http://schemas.microsoft.com/office/drawing/2014/main" id="{A718CAF2-5121-49EA-A878-4287C411D3DF}"/>
              </a:ext>
            </a:extLst>
          </p:cNvPr>
          <p:cNvSpPr>
            <a:spLocks xmlns:a="http://schemas.openxmlformats.org/drawingml/2006/main" noGrp="1"/>
          </p:cNvSpPr>
          <p:nvPr/>
        </p:nvSpPr>
        <p:spPr>
          <a:xfrm xmlns:a="http://schemas.openxmlformats.org/drawingml/2006/main">
            <a:off x="818197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4</a:t>
            </a:r>
          </a:p>
        </p:txBody>
      </p:sp>
      <p:sp>
        <p:nvSpPr>
          <p:cNvPr id="12" name="Rounded Rectangle 11">
            <a:extLst xmlns:a="http://schemas.openxmlformats.org/drawingml/2006/main">
              <a:ext uri="{FF2B5EF4-FFF2-40B4-BE49-F238E27FC236}">
                <a16:creationId xmlns:a16="http://schemas.microsoft.com/office/drawing/2014/main" id="{89DAFA5E-F22D-49BF-BDA0-446E1721FD8C}"/>
              </a:ext>
            </a:extLst>
          </p:cNvPr>
          <p:cNvSpPr>
            <a:spLocks xmlns:a="http://schemas.openxmlformats.org/drawingml/2006/main" noGrp="1"/>
          </p:cNvSpPr>
          <p:nvPr/>
        </p:nvSpPr>
        <p:spPr>
          <a:xfrm xmlns:a="http://schemas.openxmlformats.org/drawingml/2006/main">
            <a:off x="749617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Exercise</a:t>
            </a:r>
          </a:p>
        </p:txBody>
      </p:sp>
      <p:sp>
        <p:nvSpPr>
          <p:cNvPr id="13" name="Rectangle 12">
            <a:extLst xmlns:a="http://schemas.openxmlformats.org/drawingml/2006/main">
              <a:ext uri="{FF2B5EF4-FFF2-40B4-BE49-F238E27FC236}">
                <a16:creationId xmlns:a16="http://schemas.microsoft.com/office/drawing/2014/main" id="{D82F6F63-443B-4774-81BA-BBEF0877C882}"/>
              </a:ext>
            </a:extLst>
          </p:cNvPr>
          <p:cNvSpPr>
            <a:spLocks xmlns:a="http://schemas.openxmlformats.org/drawingml/2006/main" noGrp="1"/>
          </p:cNvSpPr>
          <p:nvPr/>
        </p:nvSpPr>
        <p:spPr>
          <a:xfrm xmlns:a="http://schemas.openxmlformats.org/drawingml/2006/main">
            <a:off x="7496175"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same-node · cross-node · service · deny</a:t>
            </a:r>
          </a:p>
        </p:txBody>
      </p:sp>
      <p:sp>
        <p:nvSpPr>
          <p:cNvPr id="14" name="Rounded Rectangle 13">
            <a:extLst xmlns:a="http://schemas.openxmlformats.org/drawingml/2006/main">
              <a:ext uri="{FF2B5EF4-FFF2-40B4-BE49-F238E27FC236}">
                <a16:creationId xmlns:a16="http://schemas.microsoft.com/office/drawing/2014/main" id="{D2175F4C-7525-4FBF-BE5C-D89327EC2625}"/>
              </a:ext>
            </a:extLst>
          </p:cNvPr>
          <p:cNvSpPr>
            <a:spLocks xmlns:a="http://schemas.openxmlformats.org/drawingml/2006/main" noGrp="1"/>
          </p:cNvSpPr>
          <p:nvPr/>
        </p:nvSpPr>
        <p:spPr>
          <a:xfrm xmlns:a="http://schemas.openxmlformats.org/drawingml/2006/main">
            <a:off x="10515600" y="1571625"/>
            <a:ext cx="590550" cy="381000"/>
          </a:xfrm>
          <a:prstGeom xmlns:a="http://schemas.openxmlformats.org/drawingml/2006/main" prst="roundRect">
            <a:avLst>
              <a:gd name="adj" fmla="val 20000"/>
            </a:avLst>
          </a:prstGeom>
          <a:solidFill xmlns:a="http://schemas.openxmlformats.org/drawingml/2006/main">
            <a:srgbClr val="2DAA5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5</a:t>
            </a:r>
          </a:p>
        </p:txBody>
      </p:sp>
      <p:sp>
        <p:nvSpPr>
          <p:cNvPr id="15" name="Rounded Rectangle 14">
            <a:extLst xmlns:a="http://schemas.openxmlformats.org/drawingml/2006/main">
              <a:ext uri="{FF2B5EF4-FFF2-40B4-BE49-F238E27FC236}">
                <a16:creationId xmlns:a16="http://schemas.microsoft.com/office/drawing/2014/main" id="{6CE53DC2-CA77-4D57-BF19-1957B258B104}"/>
              </a:ext>
            </a:extLst>
          </p:cNvPr>
          <p:cNvSpPr>
            <a:spLocks xmlns:a="http://schemas.openxmlformats.org/drawingml/2006/main" noGrp="1"/>
          </p:cNvSpPr>
          <p:nvPr/>
        </p:nvSpPr>
        <p:spPr>
          <a:xfrm xmlns:a="http://schemas.openxmlformats.org/drawingml/2006/main">
            <a:off x="9829800" y="2238375"/>
            <a:ext cx="2000250" cy="838200"/>
          </a:xfrm>
          <a:prstGeom xmlns:a="http://schemas.openxmlformats.org/drawingml/2006/main" prst="roundRect">
            <a:avLst>
              <a:gd name="adj" fmla="val 9091"/>
            </a:avLst>
          </a:prstGeom>
          <a:solidFill xmlns:a="http://schemas.openxmlformats.org/drawingml/2006/main">
            <a:srgbClr val="EAF7EF"/>
          </a:solidFill>
          <a:ln xmlns:a="http://schemas.openxmlformats.org/drawingml/2006/main" w="14288">
            <a:solidFill>
              <a:srgbClr val="2DAA5F"/>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Promote</a:t>
            </a:r>
          </a:p>
        </p:txBody>
      </p:sp>
      <p:sp>
        <p:nvSpPr>
          <p:cNvPr id="16" name="Rectangle 15">
            <a:extLst xmlns:a="http://schemas.openxmlformats.org/drawingml/2006/main">
              <a:ext uri="{FF2B5EF4-FFF2-40B4-BE49-F238E27FC236}">
                <a16:creationId xmlns:a16="http://schemas.microsoft.com/office/drawing/2014/main" id="{2490163B-5B41-454E-B471-3248BDB5BC0B}"/>
              </a:ext>
            </a:extLst>
          </p:cNvPr>
          <p:cNvSpPr>
            <a:spLocks xmlns:a="http://schemas.openxmlformats.org/drawingml/2006/main" noGrp="1"/>
          </p:cNvSpPr>
          <p:nvPr/>
        </p:nvSpPr>
        <p:spPr>
          <a:xfrm xmlns:a="http://schemas.openxmlformats.org/drawingml/2006/main">
            <a:off x="982980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bounded comparison · traffic + telemetry</a:t>
            </a:r>
          </a:p>
        </p:txBody>
      </p:sp>
      <p:cxnSp>
        <p:nvCxnSpPr>
          <p:cNvPr id="299" name="Straight Arrow Connector 38"/>
          <p:cNvCxnSpPr>
            <a:stCxn xmlns:a="http://schemas.openxmlformats.org/drawingml/2006/main" id="3" idx="3"/>
            <a:endCxn xmlns:a="http://schemas.openxmlformats.org/drawingml/2006/main" id="6" idx="1"/>
          </p:cNvCxnSpPr>
          <p:nvPr/>
        </p:nvCxnSpPr>
        <p:spPr>
          <a:xfrm xmlns:a="http://schemas.openxmlformats.org/drawingml/2006/main">
            <a:off x="249555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300" name="Straight Arrow Connector 39"/>
          <p:cNvCxnSpPr>
            <a:stCxn xmlns:a="http://schemas.openxmlformats.org/drawingml/2006/main" id="6" idx="3"/>
            <a:endCxn xmlns:a="http://schemas.openxmlformats.org/drawingml/2006/main" id="9" idx="1"/>
          </p:cNvCxnSpPr>
          <p:nvPr/>
        </p:nvCxnSpPr>
        <p:spPr>
          <a:xfrm xmlns:a="http://schemas.openxmlformats.org/drawingml/2006/main">
            <a:off x="482917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301" name="Straight Arrow Connector 40"/>
          <p:cNvCxnSpPr>
            <a:stCxn xmlns:a="http://schemas.openxmlformats.org/drawingml/2006/main" id="9" idx="3"/>
            <a:endCxn xmlns:a="http://schemas.openxmlformats.org/drawingml/2006/main" id="12" idx="1"/>
          </p:cNvCxnSpPr>
          <p:nvPr/>
        </p:nvCxnSpPr>
        <p:spPr>
          <a:xfrm xmlns:a="http://schemas.openxmlformats.org/drawingml/2006/main">
            <a:off x="716280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302" name="Straight Arrow Connector 41"/>
          <p:cNvCxnSpPr>
            <a:stCxn xmlns:a="http://schemas.openxmlformats.org/drawingml/2006/main" id="12" idx="3"/>
            <a:endCxn xmlns:a="http://schemas.openxmlformats.org/drawingml/2006/main" id="15" idx="1"/>
          </p:cNvCxnSpPr>
          <p:nvPr/>
        </p:nvCxnSpPr>
        <p:spPr>
          <a:xfrm xmlns:a="http://schemas.openxmlformats.org/drawingml/2006/main">
            <a:off x="949642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sp>
        <p:nvSpPr>
          <p:cNvPr id="21" name="Rounded Rectangle 20">
            <a:extLst xmlns:a="http://schemas.openxmlformats.org/drawingml/2006/main">
              <a:ext uri="{FF2B5EF4-FFF2-40B4-BE49-F238E27FC236}">
                <a16:creationId xmlns:a16="http://schemas.microsoft.com/office/drawing/2014/main" id="{A8E5CA0D-8A5D-4BD3-A93D-56E4A51883CE}"/>
              </a:ext>
            </a:extLst>
          </p:cNvPr>
          <p:cNvSpPr>
            <a:spLocks xmlns:a="http://schemas.openxmlformats.org/drawingml/2006/main" noGrp="1"/>
          </p:cNvSpPr>
          <p:nvPr/>
        </p:nvSpPr>
        <p:spPr>
          <a:xfrm xmlns:a="http://schemas.openxmlformats.org/drawingml/2006/main">
            <a:off x="1219200" y="4838700"/>
            <a:ext cx="9753600" cy="857250"/>
          </a:xfrm>
          <a:prstGeom xmlns:a="http://schemas.openxmlformats.org/drawingml/2006/main" prst="roundRect">
            <a:avLst>
              <a:gd name="adj" fmla="val 8889"/>
            </a:avLst>
          </a:prstGeom>
          <a:solidFill xmlns:a="http://schemas.openxmlformats.org/drawingml/2006/main">
            <a:srgbClr val="F4F6F8"/>
          </a:solidFill>
          <a:ln xmlns:a="http://schemas.openxmlformats.org/drawingml/2006/main" w="14288">
            <a:solidFill>
              <a:srgbClr val="D6D6D6"/>
            </a:solidFill>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BFD370B6-619A-467A-BD71-9857194631E6}"/>
              </a:ext>
            </a:extLst>
          </p:cNvPr>
          <p:cNvSpPr>
            <a:spLocks xmlns:a="http://schemas.openxmlformats.org/drawingml/2006/main" noGrp="1"/>
          </p:cNvSpPr>
          <p:nvPr/>
        </p:nvSpPr>
        <p:spPr>
          <a:xfrm xmlns:a="http://schemas.openxmlformats.org/drawingml/2006/main">
            <a:off x="1619250" y="5048250"/>
            <a:ext cx="895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791" lnSpcReduction="10000"/>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Promote only when packet behavior, request coverage, loss counters, and resource budgets all pass.</a:t>
            </a:r>
          </a:p>
        </p:txBody>
      </p:sp>
    </p:spTree>
    <p:extLst>
      <p:ext uri="{BB962C8B-B14F-4D97-AF65-F5344CB8AC3E}">
        <p14:creationId xmlns:p14="http://schemas.microsoft.com/office/powerpoint/2010/main" val="315884920"/>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99C880A8-3582-4338-BB63-C79554C56E94}"/>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xmlns:a="http://schemas.openxmlformats.org/drawingml/2006/main">
              <a:ext uri="{FF2B5EF4-FFF2-40B4-BE49-F238E27FC236}">
                <a16:creationId xmlns:a16="http://schemas.microsoft.com/office/drawing/2014/main" id="{CEC07943-9C3B-4328-9CA2-532BB469DBA6}"/>
              </a:ext>
            </a:extLst>
          </p:cNvPr>
          <p:cNvSpPr>
            <a:spLocks xmlns:a="http://schemas.openxmlformats.org/drawingml/2006/main" noGrp="1"/>
          </p:cNvSpPr>
          <p:nvPr/>
        </p:nvSpPr>
        <p:spPr>
          <a:xfrm xmlns:a="http://schemas.openxmlformats.org/drawingml/2006/main">
            <a:off x="781050" y="152400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909DFF60-89E5-4A12-A77D-719A2348DAA4}"/>
              </a:ext>
            </a:extLst>
          </p:cNvPr>
          <p:cNvSpPr>
            <a:spLocks xmlns:a="http://schemas.openxmlformats.org/drawingml/2006/main" noGrp="1"/>
          </p:cNvSpPr>
          <p:nvPr/>
        </p:nvSpPr>
        <p:spPr>
          <a:xfrm xmlns:a="http://schemas.openxmlformats.org/drawingml/2006/main">
            <a:off x="1905000" y="152400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792" lnSpcReduction="1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Prefer TCX</a:t>
            </a:r>
          </a:p>
        </p:txBody>
      </p:sp>
      <p:sp>
        <p:nvSpPr>
          <p:cNvPr id="4" name="Rectangle 3">
            <a:extLst xmlns:a="http://schemas.openxmlformats.org/drawingml/2006/main">
              <a:ext uri="{FF2B5EF4-FFF2-40B4-BE49-F238E27FC236}">
                <a16:creationId xmlns:a16="http://schemas.microsoft.com/office/drawing/2014/main" id="{1DED608B-AA10-4F56-83D1-A47EE6CD188F}"/>
              </a:ext>
            </a:extLst>
          </p:cNvPr>
          <p:cNvSpPr>
            <a:spLocks xmlns:a="http://schemas.openxmlformats.org/drawingml/2006/main" noGrp="1"/>
          </p:cNvSpPr>
          <p:nvPr/>
        </p:nvSpPr>
        <p:spPr>
          <a:xfrm xmlns:a="http://schemas.openxmlformats.org/drawingml/2006/main">
            <a:off x="5953125" y="154305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the live attach mode on every node pool.</a:t>
            </a:r>
          </a:p>
        </p:txBody>
      </p:sp>
      <p:sp>
        <p:nvSpPr>
          <p:cNvPr id="5" name="Rectangle 4">
            <a:extLst xmlns:a="http://schemas.openxmlformats.org/drawingml/2006/main">
              <a:ext uri="{FF2B5EF4-FFF2-40B4-BE49-F238E27FC236}">
                <a16:creationId xmlns:a16="http://schemas.microsoft.com/office/drawing/2014/main" id="{B063BBC9-28E7-4543-A22D-F34BBD91DF39}"/>
              </a:ext>
            </a:extLst>
          </p:cNvPr>
          <p:cNvSpPr>
            <a:spLocks xmlns:a="http://schemas.openxmlformats.org/drawingml/2006/main" noGrp="1"/>
          </p:cNvSpPr>
          <p:nvPr/>
        </p:nvSpPr>
        <p:spPr>
          <a:xfrm xmlns:a="http://schemas.openxmlformats.org/drawingml/2006/main">
            <a:off x="1905000" y="233362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7744041E-5BE1-4917-AB80-60DE28645E6A}"/>
              </a:ext>
            </a:extLst>
          </p:cNvPr>
          <p:cNvSpPr>
            <a:spLocks xmlns:a="http://schemas.openxmlformats.org/drawingml/2006/main" noGrp="1"/>
          </p:cNvSpPr>
          <p:nvPr/>
        </p:nvSpPr>
        <p:spPr>
          <a:xfrm xmlns:a="http://schemas.openxmlformats.org/drawingml/2006/main">
            <a:off x="781050" y="2905125"/>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FE853C3F-C124-4539-A207-DDBFF83B7A34}"/>
              </a:ext>
            </a:extLst>
          </p:cNvPr>
          <p:cNvSpPr>
            <a:spLocks xmlns:a="http://schemas.openxmlformats.org/drawingml/2006/main" noGrp="1"/>
          </p:cNvSpPr>
          <p:nvPr/>
        </p:nvSpPr>
        <p:spPr>
          <a:xfrm xmlns:a="http://schemas.openxmlformats.org/drawingml/2006/main">
            <a:off x="1905000" y="2905125"/>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792" lnSpcReduction="1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Make legacy order explicit</a:t>
            </a:r>
          </a:p>
        </p:txBody>
      </p:sp>
      <p:sp>
        <p:nvSpPr>
          <p:cNvPr id="8" name="Rectangle 7">
            <a:extLst xmlns:a="http://schemas.openxmlformats.org/drawingml/2006/main">
              <a:ext uri="{FF2B5EF4-FFF2-40B4-BE49-F238E27FC236}">
                <a16:creationId xmlns:a16="http://schemas.microsoft.com/office/drawing/2014/main" id="{FC46DB99-40F6-4A65-86C7-09E7DE84F08A}"/>
              </a:ext>
            </a:extLst>
          </p:cNvPr>
          <p:cNvSpPr>
            <a:spLocks xmlns:a="http://schemas.openxmlformats.org/drawingml/2006/main" noGrp="1"/>
          </p:cNvSpPr>
          <p:nvPr/>
        </p:nvSpPr>
        <p:spPr>
          <a:xfrm xmlns:a="http://schemas.openxmlformats.org/drawingml/2006/main">
            <a:off x="5953125" y="2924175"/>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priority 1, Cilium above 1, fresh cluster for tests.</a:t>
            </a:r>
          </a:p>
        </p:txBody>
      </p:sp>
      <p:sp>
        <p:nvSpPr>
          <p:cNvPr id="9" name="Rectangle 8">
            <a:extLst xmlns:a="http://schemas.openxmlformats.org/drawingml/2006/main">
              <a:ext uri="{FF2B5EF4-FFF2-40B4-BE49-F238E27FC236}">
                <a16:creationId xmlns:a16="http://schemas.microsoft.com/office/drawing/2014/main" id="{06E77A3C-525A-4F41-9208-7530006142A6}"/>
              </a:ext>
            </a:extLst>
          </p:cNvPr>
          <p:cNvSpPr>
            <a:spLocks xmlns:a="http://schemas.openxmlformats.org/drawingml/2006/main" noGrp="1"/>
          </p:cNvSpPr>
          <p:nvPr/>
        </p:nvSpPr>
        <p:spPr>
          <a:xfrm xmlns:a="http://schemas.openxmlformats.org/drawingml/2006/main">
            <a:off x="1905000" y="3714750"/>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733A2E0-4853-430E-B861-8F608C46153F}"/>
              </a:ext>
            </a:extLst>
          </p:cNvPr>
          <p:cNvSpPr>
            <a:spLocks xmlns:a="http://schemas.openxmlformats.org/drawingml/2006/main" noGrp="1"/>
          </p:cNvSpPr>
          <p:nvPr/>
        </p:nvSpPr>
        <p:spPr>
          <a:xfrm xmlns:a="http://schemas.openxmlformats.org/drawingml/2006/main">
            <a:off x="781050" y="428625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5C6F9620-6253-4E71-BDCC-B3879164F272}"/>
              </a:ext>
            </a:extLst>
          </p:cNvPr>
          <p:cNvSpPr>
            <a:spLocks xmlns:a="http://schemas.openxmlformats.org/drawingml/2006/main" noGrp="1"/>
          </p:cNvSpPr>
          <p:nvPr/>
        </p:nvSpPr>
        <p:spPr>
          <a:xfrm xmlns:a="http://schemas.openxmlformats.org/drawingml/2006/main">
            <a:off x="1905000" y="428625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61" lnSpcReduction="2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Correlate complementary signals</a:t>
            </a:r>
          </a:p>
        </p:txBody>
      </p:sp>
      <p:sp>
        <p:nvSpPr>
          <p:cNvPr id="12" name="Rectangle 11">
            <a:extLst xmlns:a="http://schemas.openxmlformats.org/drawingml/2006/main">
              <a:ext uri="{FF2B5EF4-FFF2-40B4-BE49-F238E27FC236}">
                <a16:creationId xmlns:a16="http://schemas.microsoft.com/office/drawing/2014/main" id="{042175F6-EADD-46D7-BB92-94092EF9F2DD}"/>
              </a:ext>
            </a:extLst>
          </p:cNvPr>
          <p:cNvSpPr>
            <a:spLocks xmlns:a="http://schemas.openxmlformats.org/drawingml/2006/main" noGrp="1"/>
          </p:cNvSpPr>
          <p:nvPr/>
        </p:nvSpPr>
        <p:spPr>
          <a:xfrm xmlns:a="http://schemas.openxmlformats.org/drawingml/2006/main">
            <a:off x="5953125" y="430530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owns application evidence. Hubble owns network and policy evidence.</a:t>
            </a:r>
          </a:p>
        </p:txBody>
      </p:sp>
      <p:sp>
        <p:nvSpPr>
          <p:cNvPr id="13" name="Rectangle 12">
            <a:extLst xmlns:a="http://schemas.openxmlformats.org/drawingml/2006/main">
              <a:ext uri="{FF2B5EF4-FFF2-40B4-BE49-F238E27FC236}">
                <a16:creationId xmlns:a16="http://schemas.microsoft.com/office/drawing/2014/main" id="{6DB2593E-1A84-4909-8DB4-F01E41F71A0B}"/>
              </a:ext>
            </a:extLst>
          </p:cNvPr>
          <p:cNvSpPr>
            <a:spLocks xmlns:a="http://schemas.openxmlformats.org/drawingml/2006/main" noGrp="1"/>
          </p:cNvSpPr>
          <p:nvPr/>
        </p:nvSpPr>
        <p:spPr>
          <a:xfrm xmlns:a="http://schemas.openxmlformats.org/drawingml/2006/main">
            <a:off x="1905000" y="509587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91055546"/>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Questions?</a:t>
            </a:r>
          </a:p>
        </p:txBody>
      </p:sp>
      <p:sp>
        <p:nvSpPr>
          <p:cNvPr id="2" name="Rectangle 1">
            <a:extLst xmlns:a="http://schemas.openxmlformats.org/drawingml/2006/main">
              <a:ext uri="{FF2B5EF4-FFF2-40B4-BE49-F238E27FC236}">
                <a16:creationId xmlns:a16="http://schemas.microsoft.com/office/drawing/2014/main" id="{BC8C757A-EBAE-41DF-8024-5D93DDCB99F8}"/>
              </a:ext>
            </a:extLst>
          </p:cNvPr>
          <p:cNvSpPr>
            <a:spLocks xmlns:a="http://schemas.openxmlformats.org/drawingml/2006/main" noGrp="1"/>
          </p:cNvSpPr>
          <p:nvPr/>
        </p:nvSpPr>
        <p:spPr>
          <a:xfrm xmlns:a="http://schemas.openxmlformats.org/drawingml/2006/main">
            <a:off x="342900" y="4171950"/>
            <a:ext cx="619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xmlns:a="http://schemas.openxmlformats.org/drawingml/2006/main">
              <a:ext uri="{FF2B5EF4-FFF2-40B4-BE49-F238E27FC236}">
                <a16:creationId xmlns:a16="http://schemas.microsoft.com/office/drawing/2014/main" id="{5951CB9B-0C39-48E6-A009-6394EAA31EF3}"/>
              </a:ext>
            </a:extLst>
          </p:cNvPr>
          <p:cNvSpPr>
            <a:spLocks xmlns:a="http://schemas.openxmlformats.org/drawingml/2006/main" noGrp="1"/>
          </p:cNvSpPr>
          <p:nvPr/>
        </p:nvSpPr>
        <p:spPr>
          <a:xfrm xmlns:a="http://schemas.openxmlformats.org/drawingml/2006/main">
            <a:off x="342900" y="45910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Appendix</a:t>
            </a:r>
          </a:p>
        </p:txBody>
      </p:sp>
    </p:spTree>
    <p:extLst>
      <p:ext uri="{BB962C8B-B14F-4D97-AF65-F5344CB8AC3E}">
        <p14:creationId xmlns:p14="http://schemas.microsoft.com/office/powerpoint/2010/main" val="1272598672"/>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55F6433C-CB26-4D0A-AE41-4FF35BCEED6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xmlns:a="http://schemas.openxmlformats.org/drawingml/2006/main">
              <a:ext uri="{FF2B5EF4-FFF2-40B4-BE49-F238E27FC236}">
                <a16:creationId xmlns:a16="http://schemas.microsoft.com/office/drawing/2014/main" id="{2BBB1705-8A86-4DED-B223-99D39B18DAC1}"/>
              </a:ext>
            </a:extLst>
          </p:cNvPr>
          <p:cNvSpPr>
            <a:spLocks xmlns:a="http://schemas.openxmlformats.org/drawingml/2006/main" noGrp="1"/>
          </p:cNvSpPr>
          <p:nvPr/>
        </p:nvSpPr>
        <p:spPr>
          <a:xfrm xmlns:a="http://schemas.openxmlformats.org/drawingml/2006/main">
            <a:off x="762000" y="1476375"/>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lnSpcReduction="10000"/>
          </a:bodyPr>
          <a:lstStyle xmlns:a="http://schemas.openxmlformats.org/drawingml/2006/main"/>
          <a:p xmlns:a="http://schemas.openxmlformats.org/drawingml/2006/main">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xmlns:a="http://schemas.openxmlformats.org/drawingml/2006/main">
              <a:ext uri="{FF2B5EF4-FFF2-40B4-BE49-F238E27FC236}">
                <a16:creationId xmlns:a16="http://schemas.microsoft.com/office/drawing/2014/main" id="{36A08832-E9C7-47D2-A011-593E535AAA7B}"/>
              </a:ext>
            </a:extLst>
          </p:cNvPr>
          <p:cNvSpPr>
            <a:spLocks xmlns:a="http://schemas.openxmlformats.org/drawingml/2006/main" noGrp="1"/>
          </p:cNvSpPr>
          <p:nvPr/>
        </p:nvSpPr>
        <p:spPr>
          <a:xfrm xmlns:a="http://schemas.openxmlformats.org/drawingml/2006/main">
            <a:off x="666750" y="1952625"/>
            <a:ext cx="4953000" cy="3238500"/>
          </a:xfrm>
          <a:prstGeom xmlns:a="http://schemas.openxmlformats.org/drawingml/2006/main" prst="roundRect">
            <a:avLst>
              <a:gd name="adj" fmla="val 2353"/>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6B685953-4679-4CFB-B385-330DB1330E0D}"/>
              </a:ext>
            </a:extLst>
          </p:cNvPr>
          <p:cNvSpPr>
            <a:spLocks xmlns:a="http://schemas.openxmlformats.org/drawingml/2006/main" noGrp="1"/>
          </p:cNvSpPr>
          <p:nvPr/>
        </p:nvSpPr>
        <p:spPr>
          <a:xfrm xmlns:a="http://schemas.openxmlformats.org/drawingml/2006/main">
            <a:off x="952500" y="2238375"/>
            <a:ext cx="4381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endParaRPr sz="1650" b="0">
              <a:solidFill>
                <a:srgbClr val="FFFFFF"/>
              </a:solidFill>
              <a:latin typeface="CiscoSansTT"/>
              <a:ea typeface="CiscoSansTT"/>
              <a:cs typeface="CiscoSansTT"/>
            </a:endParaRP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xmlns:a="http://schemas.openxmlformats.org/drawingml/2006/main">
              <a:ext uri="{FF2B5EF4-FFF2-40B4-BE49-F238E27FC236}">
                <a16:creationId xmlns:a16="http://schemas.microsoft.com/office/drawing/2014/main" id="{E9D345F3-1A50-410B-9B68-B7CF81838A24}"/>
              </a:ext>
            </a:extLst>
          </p:cNvPr>
          <p:cNvSpPr>
            <a:spLocks xmlns:a="http://schemas.openxmlformats.org/drawingml/2006/main" noGrp="1"/>
          </p:cNvSpPr>
          <p:nvPr/>
        </p:nvSpPr>
        <p:spPr>
          <a:xfrm xmlns:a="http://schemas.openxmlformats.org/drawingml/2006/main">
            <a:off x="6667500" y="1476375"/>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lnSpcReduction="10000"/>
          </a:bodyPr>
          <a:lstStyle xmlns:a="http://schemas.openxmlformats.org/drawingml/2006/main"/>
          <a:p xmlns:a="http://schemas.openxmlformats.org/drawingml/2006/main">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xmlns:a="http://schemas.openxmlformats.org/drawingml/2006/main">
              <a:ext uri="{FF2B5EF4-FFF2-40B4-BE49-F238E27FC236}">
                <a16:creationId xmlns:a16="http://schemas.microsoft.com/office/drawing/2014/main" id="{D44BA46C-BFED-4D9B-A5F4-F9CD194CBD79}"/>
              </a:ext>
            </a:extLst>
          </p:cNvPr>
          <p:cNvSpPr>
            <a:spLocks xmlns:a="http://schemas.openxmlformats.org/drawingml/2006/main" noGrp="1"/>
          </p:cNvSpPr>
          <p:nvPr/>
        </p:nvSpPr>
        <p:spPr>
          <a:xfrm xmlns:a="http://schemas.openxmlformats.org/drawingml/2006/main">
            <a:off x="6572250" y="1952625"/>
            <a:ext cx="4953000" cy="3238500"/>
          </a:xfrm>
          <a:prstGeom xmlns:a="http://schemas.openxmlformats.org/drawingml/2006/main" prst="roundRect">
            <a:avLst>
              <a:gd name="adj" fmla="val 2353"/>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0A0F2876-B73E-4290-B890-24B0769B6DB0}"/>
              </a:ext>
            </a:extLst>
          </p:cNvPr>
          <p:cNvSpPr>
            <a:spLocks xmlns:a="http://schemas.openxmlformats.org/drawingml/2006/main" noGrp="1"/>
          </p:cNvSpPr>
          <p:nvPr/>
        </p:nvSpPr>
        <p:spPr>
          <a:xfrm xmlns:a="http://schemas.openxmlformats.org/drawingml/2006/main">
            <a:off x="6858000" y="2238375"/>
            <a:ext cx="4381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xmlns:a="http://schemas.openxmlformats.org/drawingml/2006/main">
            <a:endParaRPr sz="1650" b="0">
              <a:solidFill>
                <a:srgbClr val="FFFFFF"/>
              </a:solidFill>
              <a:latin typeface="CiscoSansTT"/>
              <a:ea typeface="CiscoSansTT"/>
              <a:cs typeface="CiscoSansTT"/>
            </a:endParaRP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1E704E87-FA42-4867-BF91-1B0EF834CA18}"/>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xmlns:a="http://schemas.openxmlformats.org/drawingml/2006/main">
              <a:ext uri="{FF2B5EF4-FFF2-40B4-BE49-F238E27FC236}">
                <a16:creationId xmlns:a16="http://schemas.microsoft.com/office/drawing/2014/main" id="{2CCF09E8-8C11-4F59-A93A-5A3A86356FF3}"/>
              </a:ext>
            </a:extLst>
          </p:cNvPr>
          <p:cNvSpPr>
            <a:spLocks xmlns:a="http://schemas.openxmlformats.org/drawingml/2006/main" noGrp="1"/>
          </p:cNvSpPr>
          <p:nvPr/>
        </p:nvSpPr>
        <p:spPr>
          <a:xfrm xmlns:a="http://schemas.openxmlformats.org/drawingml/2006/main">
            <a:off x="762000" y="15240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xmlns:a="http://schemas.openxmlformats.org/drawingml/2006/main">
              <a:ext uri="{FF2B5EF4-FFF2-40B4-BE49-F238E27FC236}">
                <a16:creationId xmlns:a16="http://schemas.microsoft.com/office/drawing/2014/main" id="{5907EAE3-6165-4F87-AA66-85E26ACC31D0}"/>
              </a:ext>
            </a:extLst>
          </p:cNvPr>
          <p:cNvSpPr>
            <a:spLocks xmlns:a="http://schemas.openxmlformats.org/drawingml/2006/main" noGrp="1"/>
          </p:cNvSpPr>
          <p:nvPr/>
        </p:nvSpPr>
        <p:spPr>
          <a:xfrm xmlns:a="http://schemas.openxmlformats.org/drawingml/2006/main">
            <a:off x="666750" y="2047875"/>
            <a:ext cx="4953000" cy="2381250"/>
          </a:xfrm>
          <a:prstGeom xmlns:a="http://schemas.openxmlformats.org/drawingml/2006/main" prst="roundRect">
            <a:avLst>
              <a:gd name="adj" fmla="val 3200"/>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13B743AC-83DB-4A26-B67E-90D382AF8A36}"/>
              </a:ext>
            </a:extLst>
          </p:cNvPr>
          <p:cNvSpPr>
            <a:spLocks xmlns:a="http://schemas.openxmlformats.org/drawingml/2006/main" noGrp="1"/>
          </p:cNvSpPr>
          <p:nvPr/>
        </p:nvSpPr>
        <p:spPr>
          <a:xfrm xmlns:a="http://schemas.openxmlformats.org/drawingml/2006/main">
            <a:off x="1000125" y="238125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375"/>
          </a:bodyPr>
          <a:lstStyle xmlns:a="http://schemas.openxmlformats.org/drawingml/2006/main"/>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xmlns:a="http://schemas.openxmlformats.org/drawingml/2006/main">
            <a:endParaRPr sz="1725" b="0">
              <a:solidFill>
                <a:srgbClr val="FFFFFF"/>
              </a:solidFill>
              <a:latin typeface="CiscoSansTT"/>
              <a:ea typeface="CiscoSansTT"/>
              <a:cs typeface="CiscoSansTT"/>
            </a:endParaRP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xmlns:a="http://schemas.openxmlformats.org/drawingml/2006/main">
              <a:ext uri="{FF2B5EF4-FFF2-40B4-BE49-F238E27FC236}">
                <a16:creationId xmlns:a16="http://schemas.microsoft.com/office/drawing/2014/main" id="{8C3868CB-8EE0-4796-A81A-5A11795DB81E}"/>
              </a:ext>
            </a:extLst>
          </p:cNvPr>
          <p:cNvSpPr>
            <a:spLocks xmlns:a="http://schemas.openxmlformats.org/drawingml/2006/main" noGrp="1"/>
          </p:cNvSpPr>
          <p:nvPr/>
        </p:nvSpPr>
        <p:spPr>
          <a:xfrm xmlns:a="http://schemas.openxmlformats.org/drawingml/2006/main">
            <a:off x="6667500" y="15240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xmlns:a="http://schemas.openxmlformats.org/drawingml/2006/main">
              <a:ext uri="{FF2B5EF4-FFF2-40B4-BE49-F238E27FC236}">
                <a16:creationId xmlns:a16="http://schemas.microsoft.com/office/drawing/2014/main" id="{C8DE72C8-AAE3-4CFB-9DD1-D44B49841286}"/>
              </a:ext>
            </a:extLst>
          </p:cNvPr>
          <p:cNvSpPr>
            <a:spLocks xmlns:a="http://schemas.openxmlformats.org/drawingml/2006/main" noGrp="1"/>
          </p:cNvSpPr>
          <p:nvPr/>
        </p:nvSpPr>
        <p:spPr>
          <a:xfrm xmlns:a="http://schemas.openxmlformats.org/drawingml/2006/main">
            <a:off x="6572250" y="2047875"/>
            <a:ext cx="4953000" cy="2381250"/>
          </a:xfrm>
          <a:prstGeom xmlns:a="http://schemas.openxmlformats.org/drawingml/2006/main" prst="roundRect">
            <a:avLst>
              <a:gd name="adj" fmla="val 3200"/>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6BC613BF-CFBF-4DFA-B6CF-E61E44E183AE}"/>
              </a:ext>
            </a:extLst>
          </p:cNvPr>
          <p:cNvSpPr>
            <a:spLocks xmlns:a="http://schemas.openxmlformats.org/drawingml/2006/main" noGrp="1"/>
          </p:cNvSpPr>
          <p:nvPr/>
        </p:nvSpPr>
        <p:spPr>
          <a:xfrm xmlns:a="http://schemas.openxmlformats.org/drawingml/2006/main">
            <a:off x="6905625" y="238125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xmlns:a="http://schemas.openxmlformats.org/drawingml/2006/main">
            <a:endParaRPr sz="1725" b="0">
              <a:solidFill>
                <a:srgbClr val="FFFFFF"/>
              </a:solidFill>
              <a:latin typeface="CiscoSansTT"/>
              <a:ea typeface="CiscoSansTT"/>
              <a:cs typeface="CiscoSansTT"/>
            </a:endParaRP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xmlns:a="http://schemas.openxmlformats.org/drawingml/2006/main">
              <a:ext uri="{FF2B5EF4-FFF2-40B4-BE49-F238E27FC236}">
                <a16:creationId xmlns:a16="http://schemas.microsoft.com/office/drawing/2014/main" id="{18C77665-A3C8-480B-8369-CF2DE41C64A9}"/>
              </a:ext>
            </a:extLst>
          </p:cNvPr>
          <p:cNvSpPr>
            <a:spLocks xmlns:a="http://schemas.openxmlformats.org/drawingml/2006/main" noGrp="1"/>
          </p:cNvSpPr>
          <p:nvPr/>
        </p:nvSpPr>
        <p:spPr>
          <a:xfrm xmlns:a="http://schemas.openxmlformats.org/drawingml/2006/main">
            <a:off x="1381125" y="5000625"/>
            <a:ext cx="9429750" cy="685800"/>
          </a:xfrm>
          <a:prstGeom xmlns:a="http://schemas.openxmlformats.org/drawingml/2006/main" prst="roundRect">
            <a:avLst>
              <a:gd name="adj" fmla="val 11111"/>
            </a:avLst>
          </a:prstGeom>
          <a:solidFill xmlns:a="http://schemas.openxmlformats.org/drawingml/2006/main">
            <a:srgbClr val="FDEDEF"/>
          </a:solidFill>
          <a:ln xmlns:a="http://schemas.openxmlformats.org/drawingml/2006/main" w="14288">
            <a:solidFill>
              <a:srgbClr val="E84551"/>
            </a:solidFill>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610201BF-2231-4218-9B64-CF8BA5B9CCE8}"/>
              </a:ext>
            </a:extLst>
          </p:cNvPr>
          <p:cNvSpPr>
            <a:spLocks xmlns:a="http://schemas.openxmlformats.org/drawingml/2006/main" noGrp="1"/>
          </p:cNvSpPr>
          <p:nvPr/>
        </p:nvSpPr>
        <p:spPr>
          <a:xfrm xmlns:a="http://schemas.openxmlformats.org/drawingml/2006/main">
            <a:off x="1714500" y="5172075"/>
            <a:ext cx="876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lnSpcReduction="10000"/>
          </a:bodyPr>
          <a:lstStyle xmlns:a="http://schemas.openxmlformats.org/drawingml/2006/main"/>
          <a:p xmlns:a="http://schemas.openxmlformats.org/drawingml/2006/main">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4" name="slide-title">
            <a:extLst xmlns:a="http://schemas.openxmlformats.org/drawingml/2006/main">
              <a:ext uri="{FF2B5EF4-FFF2-40B4-BE49-F238E27FC236}">
                <a16:creationId xmlns:a16="http://schemas.microsoft.com/office/drawing/2014/main" id="{BC8DF3A4-C2E0-4887-91E4-22E4D522AD6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xmlns:a="http://schemas.openxmlformats.org/drawingml/2006/main">
              <a:ext uri="{FF2B5EF4-FFF2-40B4-BE49-F238E27FC236}">
                <a16:creationId xmlns:a16="http://schemas.microsoft.com/office/drawing/2014/main" id="{891FC69C-2698-4739-9917-0845E190AC3B}"/>
              </a:ext>
            </a:extLst>
          </p:cNvPr>
          <p:cNvSpPr>
            <a:spLocks xmlns:a="http://schemas.openxmlformats.org/drawingml/2006/main" noGrp="1"/>
          </p:cNvSpPr>
          <p:nvPr/>
        </p:nvSpPr>
        <p:spPr>
          <a:xfrm xmlns:a="http://schemas.openxmlformats.org/drawingml/2006/main">
            <a:off x="619125" y="1428750"/>
            <a:ext cx="10953750" cy="4191000"/>
          </a:xfrm>
          <a:prstGeom xmlns:a="http://schemas.openxmlformats.org/drawingml/2006/main" prst="roundRect">
            <a:avLst>
              <a:gd name="adj" fmla="val 1818"/>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83E4496E-97B3-4383-8BB0-D04A4EB4590D}"/>
              </a:ext>
            </a:extLst>
          </p:cNvPr>
          <p:cNvSpPr>
            <a:spLocks xmlns:a="http://schemas.openxmlformats.org/drawingml/2006/main" noGrp="1"/>
          </p:cNvSpPr>
          <p:nvPr/>
        </p:nvSpPr>
        <p:spPr>
          <a:xfrm xmlns:a="http://schemas.openxmlformats.org/drawingml/2006/main">
            <a:off x="904875" y="1695450"/>
            <a:ext cx="10382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3A267A90-7E0F-431B-B01D-79795EFA10F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xmlns:a="http://schemas.openxmlformats.org/drawingml/2006/main">
              <a:ext uri="{FF2B5EF4-FFF2-40B4-BE49-F238E27FC236}">
                <a16:creationId xmlns:a16="http://schemas.microsoft.com/office/drawing/2014/main" id="{7BC9D01D-F271-48CA-82B5-FD5FEA43234D}"/>
              </a:ext>
            </a:extLst>
          </p:cNvPr>
          <p:cNvSpPr>
            <a:spLocks xmlns:a="http://schemas.openxmlformats.org/drawingml/2006/main" noGrp="1"/>
          </p:cNvSpPr>
          <p:nvPr/>
        </p:nvSpPr>
        <p:spPr>
          <a:xfrm xmlns:a="http://schemas.openxmlformats.org/drawingml/2006/main">
            <a:off x="704850" y="14287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xmlns:a="http://schemas.openxmlformats.org/drawingml/2006/main">
              <a:ext uri="{FF2B5EF4-FFF2-40B4-BE49-F238E27FC236}">
                <a16:creationId xmlns:a16="http://schemas.microsoft.com/office/drawing/2014/main" id="{88C0225C-BB8E-4315-B094-C26C786C1505}"/>
              </a:ext>
            </a:extLst>
          </p:cNvPr>
          <p:cNvSpPr>
            <a:spLocks xmlns:a="http://schemas.openxmlformats.org/drawingml/2006/main" noGrp="1"/>
          </p:cNvSpPr>
          <p:nvPr/>
        </p:nvSpPr>
        <p:spPr>
          <a:xfrm xmlns:a="http://schemas.openxmlformats.org/drawingml/2006/main">
            <a:off x="4762500" y="14287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xmlns:a="http://schemas.openxmlformats.org/drawingml/2006/main">
              <a:ext uri="{FF2B5EF4-FFF2-40B4-BE49-F238E27FC236}">
                <a16:creationId xmlns:a16="http://schemas.microsoft.com/office/drawing/2014/main" id="{46F86A9B-7518-477D-8371-09C0FF9DA4C6}"/>
              </a:ext>
            </a:extLst>
          </p:cNvPr>
          <p:cNvSpPr>
            <a:spLocks xmlns:a="http://schemas.openxmlformats.org/drawingml/2006/main" noGrp="1"/>
          </p:cNvSpPr>
          <p:nvPr/>
        </p:nvSpPr>
        <p:spPr>
          <a:xfrm xmlns:a="http://schemas.openxmlformats.org/drawingml/2006/main">
            <a:off x="704850" y="20574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9CBE9238-6250-458A-B61C-C3B71FCFAB6D}"/>
              </a:ext>
            </a:extLst>
          </p:cNvPr>
          <p:cNvSpPr>
            <a:spLocks xmlns:a="http://schemas.openxmlformats.org/drawingml/2006/main" noGrp="1"/>
          </p:cNvSpPr>
          <p:nvPr/>
        </p:nvSpPr>
        <p:spPr>
          <a:xfrm xmlns:a="http://schemas.openxmlformats.org/drawingml/2006/main">
            <a:off x="704850" y="23431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xmlns:a="http://schemas.openxmlformats.org/drawingml/2006/main">
              <a:ext uri="{FF2B5EF4-FFF2-40B4-BE49-F238E27FC236}">
                <a16:creationId xmlns:a16="http://schemas.microsoft.com/office/drawing/2014/main" id="{391A7F44-41D9-4C2C-88FD-E46616DB2DE7}"/>
              </a:ext>
            </a:extLst>
          </p:cNvPr>
          <p:cNvSpPr>
            <a:spLocks xmlns:a="http://schemas.openxmlformats.org/drawingml/2006/main" noGrp="1"/>
          </p:cNvSpPr>
          <p:nvPr/>
        </p:nvSpPr>
        <p:spPr>
          <a:xfrm xmlns:a="http://schemas.openxmlformats.org/drawingml/2006/main">
            <a:off x="4762500" y="23431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xmlns:a="http://schemas.openxmlformats.org/drawingml/2006/main">
              <a:ext uri="{FF2B5EF4-FFF2-40B4-BE49-F238E27FC236}">
                <a16:creationId xmlns:a16="http://schemas.microsoft.com/office/drawing/2014/main" id="{61F7E82D-BB4C-4152-9B59-DE43B3E5835F}"/>
              </a:ext>
            </a:extLst>
          </p:cNvPr>
          <p:cNvSpPr>
            <a:spLocks xmlns:a="http://schemas.openxmlformats.org/drawingml/2006/main" noGrp="1"/>
          </p:cNvSpPr>
          <p:nvPr/>
        </p:nvSpPr>
        <p:spPr>
          <a:xfrm xmlns:a="http://schemas.openxmlformats.org/drawingml/2006/main">
            <a:off x="704850" y="29718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1A022AE0-D7F1-4657-B87C-172F6A75F1CD}"/>
              </a:ext>
            </a:extLst>
          </p:cNvPr>
          <p:cNvSpPr>
            <a:spLocks xmlns:a="http://schemas.openxmlformats.org/drawingml/2006/main" noGrp="1"/>
          </p:cNvSpPr>
          <p:nvPr/>
        </p:nvSpPr>
        <p:spPr>
          <a:xfrm xmlns:a="http://schemas.openxmlformats.org/drawingml/2006/main">
            <a:off x="704850" y="32575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xmlns:a="http://schemas.openxmlformats.org/drawingml/2006/main">
              <a:ext uri="{FF2B5EF4-FFF2-40B4-BE49-F238E27FC236}">
                <a16:creationId xmlns:a16="http://schemas.microsoft.com/office/drawing/2014/main" id="{029BA163-5567-49D7-B1E2-E102CFE84D6C}"/>
              </a:ext>
            </a:extLst>
          </p:cNvPr>
          <p:cNvSpPr>
            <a:spLocks xmlns:a="http://schemas.openxmlformats.org/drawingml/2006/main" noGrp="1"/>
          </p:cNvSpPr>
          <p:nvPr/>
        </p:nvSpPr>
        <p:spPr>
          <a:xfrm xmlns:a="http://schemas.openxmlformats.org/drawingml/2006/main">
            <a:off x="4762500" y="32575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xmlns:a="http://schemas.openxmlformats.org/drawingml/2006/main">
              <a:ext uri="{FF2B5EF4-FFF2-40B4-BE49-F238E27FC236}">
                <a16:creationId xmlns:a16="http://schemas.microsoft.com/office/drawing/2014/main" id="{36432816-7270-4F8D-A86B-96323A4C3C64}"/>
              </a:ext>
            </a:extLst>
          </p:cNvPr>
          <p:cNvSpPr>
            <a:spLocks xmlns:a="http://schemas.openxmlformats.org/drawingml/2006/main" noGrp="1"/>
          </p:cNvSpPr>
          <p:nvPr/>
        </p:nvSpPr>
        <p:spPr>
          <a:xfrm xmlns:a="http://schemas.openxmlformats.org/drawingml/2006/main">
            <a:off x="704850" y="38862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07DEE192-030E-4C63-A9F0-16A01CCC2594}"/>
              </a:ext>
            </a:extLst>
          </p:cNvPr>
          <p:cNvSpPr>
            <a:spLocks xmlns:a="http://schemas.openxmlformats.org/drawingml/2006/main" noGrp="1"/>
          </p:cNvSpPr>
          <p:nvPr/>
        </p:nvSpPr>
        <p:spPr>
          <a:xfrm xmlns:a="http://schemas.openxmlformats.org/drawingml/2006/main">
            <a:off x="704850" y="41719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xmlns:a="http://schemas.openxmlformats.org/drawingml/2006/main">
              <a:ext uri="{FF2B5EF4-FFF2-40B4-BE49-F238E27FC236}">
                <a16:creationId xmlns:a16="http://schemas.microsoft.com/office/drawing/2014/main" id="{7370FFF2-3ED6-4C3A-86B4-746523C00575}"/>
              </a:ext>
            </a:extLst>
          </p:cNvPr>
          <p:cNvSpPr>
            <a:spLocks xmlns:a="http://schemas.openxmlformats.org/drawingml/2006/main" noGrp="1"/>
          </p:cNvSpPr>
          <p:nvPr/>
        </p:nvSpPr>
        <p:spPr>
          <a:xfrm xmlns:a="http://schemas.openxmlformats.org/drawingml/2006/main">
            <a:off x="4762500" y="41719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xmlns:a="http://schemas.openxmlformats.org/drawingml/2006/main">
              <a:ext uri="{FF2B5EF4-FFF2-40B4-BE49-F238E27FC236}">
                <a16:creationId xmlns:a16="http://schemas.microsoft.com/office/drawing/2014/main" id="{DE124862-6752-4B9A-A585-671E22DE93DE}"/>
              </a:ext>
            </a:extLst>
          </p:cNvPr>
          <p:cNvSpPr>
            <a:spLocks xmlns:a="http://schemas.openxmlformats.org/drawingml/2006/main" noGrp="1"/>
          </p:cNvSpPr>
          <p:nvPr/>
        </p:nvSpPr>
        <p:spPr>
          <a:xfrm xmlns:a="http://schemas.openxmlformats.org/drawingml/2006/main">
            <a:off x="704850" y="48006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1BC665E-786D-450B-8DA1-41FADD2FE3D9}"/>
              </a:ext>
            </a:extLst>
          </p:cNvPr>
          <p:cNvSpPr>
            <a:spLocks xmlns:a="http://schemas.openxmlformats.org/drawingml/2006/main" noGrp="1"/>
          </p:cNvSpPr>
          <p:nvPr/>
        </p:nvSpPr>
        <p:spPr>
          <a:xfrm xmlns:a="http://schemas.openxmlformats.org/drawingml/2006/main">
            <a:off x="704850" y="50863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xmlns:a="http://schemas.openxmlformats.org/drawingml/2006/main">
              <a:ext uri="{FF2B5EF4-FFF2-40B4-BE49-F238E27FC236}">
                <a16:creationId xmlns:a16="http://schemas.microsoft.com/office/drawing/2014/main" id="{4AABD6C3-BC2A-444C-A465-1CA0388CD24D}"/>
              </a:ext>
            </a:extLst>
          </p:cNvPr>
          <p:cNvSpPr>
            <a:spLocks xmlns:a="http://schemas.openxmlformats.org/drawingml/2006/main" noGrp="1"/>
          </p:cNvSpPr>
          <p:nvPr/>
        </p:nvSpPr>
        <p:spPr>
          <a:xfrm xmlns:a="http://schemas.openxmlformats.org/drawingml/2006/main">
            <a:off x="4762500" y="50863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xmlns:a="http://schemas.openxmlformats.org/drawingml/2006/main">
              <a:ext uri="{FF2B5EF4-FFF2-40B4-BE49-F238E27FC236}">
                <a16:creationId xmlns:a16="http://schemas.microsoft.com/office/drawing/2014/main" id="{0E0A2586-884B-46E8-A1F6-A5FA243B5CDC}"/>
              </a:ext>
            </a:extLst>
          </p:cNvPr>
          <p:cNvSpPr>
            <a:spLocks xmlns:a="http://schemas.openxmlformats.org/drawingml/2006/main" noGrp="1"/>
          </p:cNvSpPr>
          <p:nvPr/>
        </p:nvSpPr>
        <p:spPr>
          <a:xfrm xmlns:a="http://schemas.openxmlformats.org/drawingml/2006/main">
            <a:off x="704850" y="57150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144094207"/>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DA138CB-AF2D-4EA0-BDDD-BF610034F744}"/>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1900850316"/>
      </p:ext>
    </p:extLst>
  </p:cSld>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2026-09-27T17:17:35.4140000Z</dcterms:created>
  <dcterms:modified xsi:type="dcterms:W3CDTF">2026-09-27T17:17:35.4140000Z</dcterms:modified>
</coreProperties>
</file>