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5d34a8b255864f3c" /><Relationship Type="http://schemas.openxmlformats.org/officeDocument/2006/relationships/extended-properties" Target="/docProps/app.xml" Id="R4755aeff88244d63" /><Relationship Type="http://schemas.openxmlformats.org/officeDocument/2006/relationships/officeDocument" Target="/ppt/presentation.xml" Id="R0c0eddb8ce454f5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45e017bd4a394a19"/>
  </p:sldMasterIdLst>
  <p:notesMasterIdLst>
    <p:notesMasterId xmlns:r="http://schemas.openxmlformats.org/officeDocument/2006/relationships" r:id="R803b0453100348c4"/>
  </p:notesMasterIdLst>
  <p:sldIdLst>
    <p:sldId xmlns:r="http://schemas.openxmlformats.org/officeDocument/2006/relationships" id="256" r:id="R6427aff654ee4cb4"/>
    <p:sldId xmlns:r="http://schemas.openxmlformats.org/officeDocument/2006/relationships" id="257" r:id="Rd635e89fb7d34595"/>
    <p:sldId xmlns:r="http://schemas.openxmlformats.org/officeDocument/2006/relationships" id="258" r:id="Rdd8c5bd4e2244490"/>
    <p:sldId xmlns:r="http://schemas.openxmlformats.org/officeDocument/2006/relationships" id="259" r:id="R48d8c31124314e84"/>
    <p:sldId xmlns:r="http://schemas.openxmlformats.org/officeDocument/2006/relationships" id="260" r:id="R8cf924866f054f2d"/>
    <p:sldId xmlns:r="http://schemas.openxmlformats.org/officeDocument/2006/relationships" id="261" r:id="R9050ffbfe3804c91"/>
    <p:sldId xmlns:r="http://schemas.openxmlformats.org/officeDocument/2006/relationships" id="262" r:id="R7184234cd026426a"/>
    <p:sldId xmlns:r="http://schemas.openxmlformats.org/officeDocument/2006/relationships" id="263" r:id="R7b3c429886244b95"/>
    <p:sldId xmlns:r="http://schemas.openxmlformats.org/officeDocument/2006/relationships" id="264" r:id="R387c8c1c1ed740d3"/>
    <p:sldId xmlns:r="http://schemas.openxmlformats.org/officeDocument/2006/relationships" id="265" r:id="R18819a36439245bf"/>
    <p:sldId xmlns:r="http://schemas.openxmlformats.org/officeDocument/2006/relationships" id="266" r:id="R57055729f3734f1d"/>
    <p:sldId xmlns:r="http://schemas.openxmlformats.org/officeDocument/2006/relationships" id="267" r:id="R17286aacdbc7402d"/>
    <p:sldId xmlns:r="http://schemas.openxmlformats.org/officeDocument/2006/relationships" id="268" r:id="R6102adf9bae84e57"/>
    <p:sldId xmlns:r="http://schemas.openxmlformats.org/officeDocument/2006/relationships" id="269" r:id="R04cec5f65a494de1"/>
    <p:sldId xmlns:r="http://schemas.openxmlformats.org/officeDocument/2006/relationships" id="270" r:id="R8f20d45478434a9b"/>
    <p:sldId xmlns:r="http://schemas.openxmlformats.org/officeDocument/2006/relationships" id="271" r:id="Rdc3cef103a9044b8"/>
    <p:sldId xmlns:r="http://schemas.openxmlformats.org/officeDocument/2006/relationships" id="272" r:id="R04886cebfcb6413b"/>
    <p:sldId xmlns:r="http://schemas.openxmlformats.org/officeDocument/2006/relationships" id="273" r:id="R3cb83735cbf147cf"/>
    <p:sldId xmlns:r="http://schemas.openxmlformats.org/officeDocument/2006/relationships" id="274" r:id="R5477e96aad994d5f"/>
    <p:sldId xmlns:r="http://schemas.openxmlformats.org/officeDocument/2006/relationships" id="275" r:id="Rc2d75e9f447e4ad5"/>
    <p:sldId xmlns:r="http://schemas.openxmlformats.org/officeDocument/2006/relationships" id="276" r:id="R6b2a8cb7d63447c0"/>
    <p:sldId xmlns:r="http://schemas.openxmlformats.org/officeDocument/2006/relationships" id="277" r:id="R1a292159f78d4eda"/>
    <p:sldId xmlns:r="http://schemas.openxmlformats.org/officeDocument/2006/relationships" id="278" r:id="R64f0ca64d14649f5"/>
    <p:sldId xmlns:r="http://schemas.openxmlformats.org/officeDocument/2006/relationships" id="279" r:id="Re74a133f40a74d6e"/>
    <p:sldId xmlns:r="http://schemas.openxmlformats.org/officeDocument/2006/relationships" id="280" r:id="Rd8bb521b1c2442ab"/>
    <p:sldId xmlns:r="http://schemas.openxmlformats.org/officeDocument/2006/relationships" id="281" r:id="Rabf6e840dd464749"/>
    <p:sldId xmlns:r="http://schemas.openxmlformats.org/officeDocument/2006/relationships" id="282" r:id="R680b6af7a24c45c0"/>
    <p:sldId xmlns:r="http://schemas.openxmlformats.org/officeDocument/2006/relationships" id="283" r:id="R405beddef71e4f66"/>
    <p:sldId xmlns:r="http://schemas.openxmlformats.org/officeDocument/2006/relationships" id="284" r:id="Rafd5bb6d481d4698"/>
    <p:sldId xmlns:r="http://schemas.openxmlformats.org/officeDocument/2006/relationships" id="285" r:id="R3efbf47104f348ce"/>
    <p:sldId xmlns:r="http://schemas.openxmlformats.org/officeDocument/2006/relationships" id="286" r:id="Rca8a73eb3726462c"/>
    <p:sldId xmlns:r="http://schemas.openxmlformats.org/officeDocument/2006/relationships" id="287" r:id="R976ec1213a7c4145"/>
    <p:sldId xmlns:r="http://schemas.openxmlformats.org/officeDocument/2006/relationships" id="288" r:id="R91b00913585c459f"/>
    <p:sldId xmlns:r="http://schemas.openxmlformats.org/officeDocument/2006/relationships" id="289" r:id="Rde0bed96487b4cd5"/>
    <p:sldId xmlns:r="http://schemas.openxmlformats.org/officeDocument/2006/relationships" id="290" r:id="Rb4486bd804d74ba4"/>
    <p:sldId xmlns:r="http://schemas.openxmlformats.org/officeDocument/2006/relationships" id="291" r:id="Rb1cfb95b2a7f4d10"/>
  </p:sldIdLst>
  <p:sldSz cx="12192000" cy="6858000"/>
  <p:notesSz cx="6858000" cy="9144000"/>
  <p:embeddedFontLst>
    <p:embeddedFont>
      <p:font typeface="CiscoSansTT"/>
      <p:regular xmlns:r="http://schemas.openxmlformats.org/officeDocument/2006/relationships" r:id="R3310b60032c3496c"/>
      <p:bold xmlns:r="http://schemas.openxmlformats.org/officeDocument/2006/relationships" r:id="R761073bd88d84b1e"/>
      <p:italic xmlns:r="http://schemas.openxmlformats.org/officeDocument/2006/relationships" r:id="Ra02938508da14a93"/>
      <p:boldItalic xmlns:r="http://schemas.openxmlformats.org/officeDocument/2006/relationships" r:id="Rde270240357d4b45"/>
    </p:embeddedFont>
    <p:embeddedFont>
      <p:font typeface="CiscoSansTT Medium"/>
      <p:regular xmlns:r="http://schemas.openxmlformats.org/officeDocument/2006/relationships" r:id="R3a1a51513af54993"/>
      <p:italic xmlns:r="http://schemas.openxmlformats.org/officeDocument/2006/relationships" r:id="R717fc1da982c4045"/>
    </p:embeddedFont>
  </p:embeddedFontLst>
</p:presentation>
</file>

<file path=ppt/authors.xml><?xml version="1.0" encoding="utf-8"?>
<p188:authorLst xmlns:p188="http://schemas.microsoft.com/office/powerpoint/2018/8/main">
  <p188:author id="{00000000-0000-0000-0000-000000000000}" name="Author" initials="A" userId="Author"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abe277d49cd41b7" /><Relationship Type="http://schemas.openxmlformats.org/officeDocument/2006/relationships/slideMaster" Target="/ppt/slideMasters/slideMaster1.xml" Id="R45e017bd4a394a19" /><Relationship Type="http://schemas.openxmlformats.org/officeDocument/2006/relationships/notesMaster" Target="/ppt/notesMasters/notesMaster1.xml" Id="R803b0453100348c4" /><Relationship Type="http://schemas.openxmlformats.org/officeDocument/2006/relationships/presProps" Target="/ppt/presProps.xml" Id="R46ffcadecf3346cf" /><Relationship Type="http://schemas.openxmlformats.org/officeDocument/2006/relationships/viewProps" Target="/ppt/viewProps.xml" Id="R8d2c3c36f37345fc" /><Relationship Type="http://schemas.openxmlformats.org/officeDocument/2006/relationships/tableStyles" Target="/ppt/tableStyles.xml" Id="Rd0bec9e20fa4412e" /><Relationship Type="http://schemas.openxmlformats.org/officeDocument/2006/relationships/font" Target="/ppt/fonts/font.dat" Id="R3310b60032c3496c" /><Relationship Type="http://schemas.openxmlformats.org/officeDocument/2006/relationships/font" Target="/ppt/fonts/font2.dat" Id="R761073bd88d84b1e" /><Relationship Type="http://schemas.openxmlformats.org/officeDocument/2006/relationships/font" Target="/ppt/fonts/font3.dat" Id="Ra02938508da14a93" /><Relationship Type="http://schemas.openxmlformats.org/officeDocument/2006/relationships/font" Target="/ppt/fonts/font4.dat" Id="Rde270240357d4b45" /><Relationship Type="http://schemas.openxmlformats.org/officeDocument/2006/relationships/font" Target="/ppt/fonts/font5.dat" Id="R3a1a51513af54993" /><Relationship Type="http://schemas.openxmlformats.org/officeDocument/2006/relationships/font" Target="/ppt/fonts/font6.dat" Id="R717fc1da982c4045" /><Relationship Type="http://schemas.microsoft.com/office/2018/10/relationships/authors" Target="/ppt/authors.xml" Id="Ra8ee9abe8ecf4060" /><Relationship Type="http://schemas.openxmlformats.org/officeDocument/2006/relationships/slide" Target="/ppt/slides/slide1.xml" Id="R6427aff654ee4cb4" /><Relationship Type="http://schemas.openxmlformats.org/officeDocument/2006/relationships/slide" Target="/ppt/slides/slide2.xml" Id="Rd635e89fb7d34595" /><Relationship Type="http://schemas.openxmlformats.org/officeDocument/2006/relationships/slide" Target="/ppt/slides/slide3.xml" Id="Rdd8c5bd4e2244490" /><Relationship Type="http://schemas.openxmlformats.org/officeDocument/2006/relationships/slide" Target="/ppt/slides/slide4.xml" Id="R48d8c31124314e84" /><Relationship Type="http://schemas.openxmlformats.org/officeDocument/2006/relationships/slide" Target="/ppt/slides/slide5.xml" Id="R8cf924866f054f2d" /><Relationship Type="http://schemas.openxmlformats.org/officeDocument/2006/relationships/slide" Target="/ppt/slides/slide6.xml" Id="R9050ffbfe3804c91" /><Relationship Type="http://schemas.openxmlformats.org/officeDocument/2006/relationships/slide" Target="/ppt/slides/slide7.xml" Id="R7184234cd026426a" /><Relationship Type="http://schemas.openxmlformats.org/officeDocument/2006/relationships/slide" Target="/ppt/slides/slide8.xml" Id="R7b3c429886244b95" /><Relationship Type="http://schemas.openxmlformats.org/officeDocument/2006/relationships/slide" Target="/ppt/slides/slide9.xml" Id="R387c8c1c1ed740d3" /><Relationship Type="http://schemas.openxmlformats.org/officeDocument/2006/relationships/slide" Target="/ppt/slides/slide10.xml" Id="R18819a36439245bf" /><Relationship Type="http://schemas.openxmlformats.org/officeDocument/2006/relationships/slide" Target="/ppt/slides/slide11.xml" Id="R57055729f3734f1d" /><Relationship Type="http://schemas.openxmlformats.org/officeDocument/2006/relationships/slide" Target="/ppt/slides/slide12.xml" Id="R17286aacdbc7402d" /><Relationship Type="http://schemas.openxmlformats.org/officeDocument/2006/relationships/slide" Target="/ppt/slides/slide13.xml" Id="R6102adf9bae84e57" /><Relationship Type="http://schemas.openxmlformats.org/officeDocument/2006/relationships/slide" Target="/ppt/slides/slide14.xml" Id="R04cec5f65a494de1" /><Relationship Type="http://schemas.openxmlformats.org/officeDocument/2006/relationships/slide" Target="/ppt/slides/slide15.xml" Id="R8f20d45478434a9b" /><Relationship Type="http://schemas.openxmlformats.org/officeDocument/2006/relationships/slide" Target="/ppt/slides/slide16.xml" Id="Rdc3cef103a9044b8" /><Relationship Type="http://schemas.openxmlformats.org/officeDocument/2006/relationships/slide" Target="/ppt/slides/slide17.xml" Id="R04886cebfcb6413b" /><Relationship Type="http://schemas.openxmlformats.org/officeDocument/2006/relationships/slide" Target="/ppt/slides/slide18.xml" Id="R3cb83735cbf147cf" /><Relationship Type="http://schemas.openxmlformats.org/officeDocument/2006/relationships/slide" Target="/ppt/slides/slide19.xml" Id="R5477e96aad994d5f" /><Relationship Type="http://schemas.openxmlformats.org/officeDocument/2006/relationships/slide" Target="/ppt/slides/slide20.xml" Id="Rc2d75e9f447e4ad5" /><Relationship Type="http://schemas.openxmlformats.org/officeDocument/2006/relationships/slide" Target="/ppt/slides/slide21.xml" Id="R6b2a8cb7d63447c0" /><Relationship Type="http://schemas.openxmlformats.org/officeDocument/2006/relationships/slide" Target="/ppt/slides/slide22.xml" Id="R1a292159f78d4eda" /><Relationship Type="http://schemas.openxmlformats.org/officeDocument/2006/relationships/slide" Target="/ppt/slides/slide23.xml" Id="R64f0ca64d14649f5" /><Relationship Type="http://schemas.openxmlformats.org/officeDocument/2006/relationships/slide" Target="/ppt/slides/slide24.xml" Id="Re74a133f40a74d6e" /><Relationship Type="http://schemas.openxmlformats.org/officeDocument/2006/relationships/slide" Target="/ppt/slides/slide25.xml" Id="Rd8bb521b1c2442ab" /><Relationship Type="http://schemas.openxmlformats.org/officeDocument/2006/relationships/slide" Target="/ppt/slides/slide26.xml" Id="Rabf6e840dd464749" /><Relationship Type="http://schemas.openxmlformats.org/officeDocument/2006/relationships/slide" Target="/ppt/slides/slide27.xml" Id="R680b6af7a24c45c0" /><Relationship Type="http://schemas.openxmlformats.org/officeDocument/2006/relationships/slide" Target="/ppt/slides/slide28.xml" Id="R405beddef71e4f66" /><Relationship Type="http://schemas.openxmlformats.org/officeDocument/2006/relationships/slide" Target="/ppt/slides/slide29.xml" Id="Rafd5bb6d481d4698" /><Relationship Type="http://schemas.openxmlformats.org/officeDocument/2006/relationships/slide" Target="/ppt/slides/slide30.xml" Id="R3efbf47104f348ce" /><Relationship Type="http://schemas.openxmlformats.org/officeDocument/2006/relationships/slide" Target="/ppt/slides/slide31.xml" Id="Rca8a73eb3726462c" /><Relationship Type="http://schemas.openxmlformats.org/officeDocument/2006/relationships/slide" Target="/ppt/slides/slide32.xml" Id="R976ec1213a7c4145" /><Relationship Type="http://schemas.openxmlformats.org/officeDocument/2006/relationships/slide" Target="/ppt/slides/slide33.xml" Id="R91b00913585c459f" /><Relationship Type="http://schemas.openxmlformats.org/officeDocument/2006/relationships/slide" Target="/ppt/slides/slide34.xml" Id="Rde0bed96487b4cd5" /><Relationship Type="http://schemas.openxmlformats.org/officeDocument/2006/relationships/slide" Target="/ppt/slides/slide35.xml" Id="Rb4486bd804d74ba4" /><Relationship Type="http://schemas.openxmlformats.org/officeDocument/2006/relationships/slide" Target="/ppt/slides/slide36.xml" Id="Rb1cfb95b2a7f4d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76caa0cc484c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fb4356ebc499c" /><Relationship Type="http://schemas.openxmlformats.org/officeDocument/2006/relationships/notesMaster" Target="/ppt/notesMasters/notesMaster1.xml" Id="Rc2b46b532f4948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fa7b308b854c1e" /><Relationship Type="http://schemas.openxmlformats.org/officeDocument/2006/relationships/notesMaster" Target="/ppt/notesMasters/notesMaster1.xml" Id="R48cc4b31e16e4e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09cad109834a14" /><Relationship Type="http://schemas.openxmlformats.org/officeDocument/2006/relationships/notesMaster" Target="/ppt/notesMasters/notesMaster1.xml" Id="Rd7f2212c5d8b4b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83a4f0f16c4936" /><Relationship Type="http://schemas.openxmlformats.org/officeDocument/2006/relationships/notesMaster" Target="/ppt/notesMasters/notesMaster1.xml" Id="R763c48751fbd41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0549f144304a7a" /><Relationship Type="http://schemas.openxmlformats.org/officeDocument/2006/relationships/notesMaster" Target="/ppt/notesMasters/notesMaster1.xml" Id="R7cbc5fe94d594c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a7b351a52d46e2" /><Relationship Type="http://schemas.openxmlformats.org/officeDocument/2006/relationships/notesMaster" Target="/ppt/notesMasters/notesMaster1.xml" Id="R51174b3455d34a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4e2de240694472" /><Relationship Type="http://schemas.openxmlformats.org/officeDocument/2006/relationships/notesMaster" Target="/ppt/notesMasters/notesMaster1.xml" Id="R2410e28f552a45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324b2e114d44e0" /><Relationship Type="http://schemas.openxmlformats.org/officeDocument/2006/relationships/notesMaster" Target="/ppt/notesMasters/notesMaster1.xml" Id="R65d567e58e7f41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3dc394d48849fe" /><Relationship Type="http://schemas.openxmlformats.org/officeDocument/2006/relationships/notesMaster" Target="/ppt/notesMasters/notesMaster1.xml" Id="R9573ea35ee6d4e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190257c3a94bce" /><Relationship Type="http://schemas.openxmlformats.org/officeDocument/2006/relationships/notesMaster" Target="/ppt/notesMasters/notesMaster1.xml" Id="R599e694ac23a42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18d5b73ca34c67" /><Relationship Type="http://schemas.openxmlformats.org/officeDocument/2006/relationships/notesMaster" Target="/ppt/notesMasters/notesMaster1.xml" Id="R576c3776cd2c4b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46726e83594e3e" /><Relationship Type="http://schemas.openxmlformats.org/officeDocument/2006/relationships/notesMaster" Target="/ppt/notesMasters/notesMaster1.xml" Id="Rc067e95e27af4a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fad3f5dd684a25" /><Relationship Type="http://schemas.openxmlformats.org/officeDocument/2006/relationships/notesMaster" Target="/ppt/notesMasters/notesMaster1.xml" Id="Rb40e3820a0ad46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3ada7913c14f5d" /><Relationship Type="http://schemas.openxmlformats.org/officeDocument/2006/relationships/notesMaster" Target="/ppt/notesMasters/notesMaster1.xml" Id="Rbeeadee6c9d945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c5f0c5830340b5" /><Relationship Type="http://schemas.openxmlformats.org/officeDocument/2006/relationships/notesMaster" Target="/ppt/notesMasters/notesMaster1.xml" Id="R8fa3d1678d3a4f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e9b1f891e442ae" /><Relationship Type="http://schemas.openxmlformats.org/officeDocument/2006/relationships/notesMaster" Target="/ppt/notesMasters/notesMaster1.xml" Id="R5419b51166fd49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8db3f5f67c4077" /><Relationship Type="http://schemas.openxmlformats.org/officeDocument/2006/relationships/notesMaster" Target="/ppt/notesMasters/notesMaster1.xml" Id="Rcf2467e74e6749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5be73d37ce43f3" /><Relationship Type="http://schemas.openxmlformats.org/officeDocument/2006/relationships/notesMaster" Target="/ppt/notesMasters/notesMaster1.xml" Id="Rdb760c23955f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36032da017e4c3a" /><Relationship Type="http://schemas.openxmlformats.org/officeDocument/2006/relationships/notesMaster" Target="/ppt/notesMasters/notesMaster1.xml" Id="R1e0293b86cef4d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2e855a3baef4cf2" /><Relationship Type="http://schemas.openxmlformats.org/officeDocument/2006/relationships/notesMaster" Target="/ppt/notesMasters/notesMaster1.xml" Id="Rb95db428e284493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d5e5e3004a5492d" /><Relationship Type="http://schemas.openxmlformats.org/officeDocument/2006/relationships/notesMaster" Target="/ppt/notesMasters/notesMaster1.xml" Id="Rf6d9a626f81f493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92b418e04d342e3" /><Relationship Type="http://schemas.openxmlformats.org/officeDocument/2006/relationships/notesMaster" Target="/ppt/notesMasters/notesMaster1.xml" Id="Rf2d5c8130fae4d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396b971bd54897" /><Relationship Type="http://schemas.openxmlformats.org/officeDocument/2006/relationships/notesMaster" Target="/ppt/notesMasters/notesMaster1.xml" Id="R7d8d07c8cf2641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5c5982942740f6" /><Relationship Type="http://schemas.openxmlformats.org/officeDocument/2006/relationships/notesMaster" Target="/ppt/notesMasters/notesMaster1.xml" Id="Ra195082900674b1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96182647e294054" /><Relationship Type="http://schemas.openxmlformats.org/officeDocument/2006/relationships/notesMaster" Target="/ppt/notesMasters/notesMaster1.xml" Id="R1f9a9a8a98774c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af4b341cb04474" /><Relationship Type="http://schemas.openxmlformats.org/officeDocument/2006/relationships/notesMaster" Target="/ppt/notesMasters/notesMaster1.xml" Id="R699038e9221f4d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e190dac578452f" /><Relationship Type="http://schemas.openxmlformats.org/officeDocument/2006/relationships/notesMaster" Target="/ppt/notesMasters/notesMaster1.xml" Id="Rf76fe1f3bb214f5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96f267918d54360" /><Relationship Type="http://schemas.openxmlformats.org/officeDocument/2006/relationships/notesMaster" Target="/ppt/notesMasters/notesMaster1.xml" Id="Ra885a720cd6c427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27395bbcd5a446e" /><Relationship Type="http://schemas.openxmlformats.org/officeDocument/2006/relationships/notesMaster" Target="/ppt/notesMasters/notesMaster1.xml" Id="R98e6a1dc8d3b426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db24ff7c93d4a30" /><Relationship Type="http://schemas.openxmlformats.org/officeDocument/2006/relationships/notesMaster" Target="/ppt/notesMasters/notesMaster1.xml" Id="R2a743735e07f445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3c7bbd1e61d4f6f" /><Relationship Type="http://schemas.openxmlformats.org/officeDocument/2006/relationships/notesMaster" Target="/ppt/notesMasters/notesMaster1.xml" Id="R6dbdda9598b8481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57a3fd71b1c4d2f" /><Relationship Type="http://schemas.openxmlformats.org/officeDocument/2006/relationships/notesMaster" Target="/ppt/notesMasters/notesMaster1.xml" Id="R2ab8db0244d348e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2ce1e69e6ca4d35" /><Relationship Type="http://schemas.openxmlformats.org/officeDocument/2006/relationships/notesMaster" Target="/ppt/notesMasters/notesMaster1.xml" Id="Rfcf0eccd1bb04b0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f234adf21004bf1" /><Relationship Type="http://schemas.openxmlformats.org/officeDocument/2006/relationships/notesMaster" Target="/ppt/notesMasters/notesMaster1.xml" Id="R346314b466964a3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a763db94c46469e" /><Relationship Type="http://schemas.openxmlformats.org/officeDocument/2006/relationships/notesMaster" Target="/ppt/notesMasters/notesMaster1.xml" Id="R9f745350fe794b9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3fe674fe2654743" /><Relationship Type="http://schemas.openxmlformats.org/officeDocument/2006/relationships/notesMaster" Target="/ppt/notesMasters/notesMaster1.xml" Id="R7265875d2d9945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
            </a:r>
            <a:endParaRPr/>
          </a:p>
          <a:p xmlns:a="http://schemas.openxmlformats.org/drawingml/2006/main">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p>
          <a:p xmlns:a="http://schemas.openxmlformats.org/drawingml/2006/main">
            <a:r>
              <a:t>Transition: now compare these application signals with the networking and policy evidence from Cilium and Hubble.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xmlns:a="http://schemas.openxmlformats.org/drawingml/2006/main">
            <a:r>
              <a:t/>
            </a:r>
          </a:p>
          <a:p xmlns:a="http://schemas.openxmlformats.org/drawingml/2006/main">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xmlns:a="http://schemas.openxmlformats.org/drawingml/2006/main">
            <a:r>
              <a:t/>
            </a:r>
          </a:p>
          <a:p xmlns:a="http://schemas.openxmlformats.org/drawingml/2006/main">
            <a:r>
              <a:t>Transition: both products use eBPF, so the next section examines what happens when they attach on the same node.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https://docs.cilium.io/en/stable/overview/intro/</a:t>
            </a:r>
          </a:p>
          <a:p xmlns:a="http://schemas.openxmlformats.org/drawingml/2006/main">
            <a:r>
              <a:t>- https://docs.cilium.io/en/stable/observability/hubble/</a:t>
            </a:r>
          </a:p>
          <a:p xmlns:a="http://schemas.openxmlformats.org/drawingml/2006/main">
            <a:r>
              <a:t>- https://docs.cilium.io/en/stable/observability/visibility/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The coexistence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endParaRPr/>
          </a:p>
          <a:p xmlns:a="http://schemas.openxmlformats.org/drawingml/2006/main">
            <a:r>
              <a:t/>
            </a:r>
            <a:endParaRPr/>
          </a:p>
          <a:p xmlns:a="http://schemas.openxmlformats.org/drawingml/2006/main">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a:t>
            </a:r>
          </a:p>
          <a:p xmlns:a="http://schemas.openxmlformats.org/drawingml/2006/main">
            <a:r>
              <a:t/>
            </a:r>
            <a:endParaRPr/>
          </a:p>
          <a:p xmlns:a="http://schemas.openxmlformats.org/drawingml/2006/main">
            <a:r>
              <a:t>Give the audience a map before naming kernel program types. An eBPF program is a small program that Linux runs at a particular checkpoint, often called a hook. We only need one shared checkpoint for this talk.</a:t>
            </a:r>
          </a:p>
          <a:p xmlns:a="http://schemas.openxmlformats.org/drawingml/2006/main">
            <a:r>
              <a:t/>
            </a:r>
            <a:endParaRPr/>
          </a:p>
          <a:p xmlns:a="http://schemas.openxmlformats.org/drawingml/2006/main">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xmlns:a="http://schemas.openxmlformats.org/drawingml/2006/main">
            <a:r>
              <a:t/>
            </a:r>
          </a:p>
          <a:p xmlns:a="http://schemas.openxmlformats.org/drawingml/2006/main">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Start with the packet path from the application process to the host-side veth and network. A veth pair is the virtual link between pod and node. Focus on the dark panel: the host-side interface has TC ingress and TC egress hooks. Ingress means a packet arrives at that interface; egress means it leaves.</a:t>
            </a:r>
          </a:p>
          <a:p xmlns:a="http://schemas.openxmlformats.org/drawingml/2006/main">
            <a:r>
              <a:t/>
            </a:r>
          </a:p>
          <a:p xmlns:a="http://schemas.openxmlformats.org/drawingml/2006/main">
            <a:r>
              <a:t>With OBI TCP context propagation enabled, OBI can attach a traffic-control classifier program to those hooks to carry trace context. Cilium also uses traffic-control classifier programs for the datapath. The exact kernel program type is BPF_PROG_TYPE_SCHED_CLS, but keep that name in the notes unless someone asks. The important idea is that both programs can share an ordered chain at the same hook. Neither agent owns TC exclusively.</a:t>
            </a:r>
            <a:endParaRPr/>
          </a:p>
          <a:p xmlns:a="http://schemas.openxmlformats.org/drawingml/2006/main">
            <a:r>
              <a:t/>
            </a:r>
          </a:p>
          <a:p xmlns:a="http://schemas.openxmlformats.org/drawingml/2006/main">
            <a:r>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xmlns:a="http://schemas.openxmlformats.org/drawingml/2006/main">
            <a:r>
              <a:t/>
            </a:r>
          </a:p>
          <a:p xmlns:a="http://schemas.openxmlformats.org/drawingml/2006/main">
            <a:r>
              <a:t>Transition: the next slide shows why program order matters, followed by TCX and Netlink fallback.</a:t>
            </a:r>
          </a:p>
          <a:p xmlns:a="http://schemas.openxmlformats.org/drawingml/2006/main">
            <a:r>
              <a:t/>
            </a:r>
          </a:p>
          <a:p xmlns:a="http://schemas.openxmlformats.org/drawingml/2006/main">
            <a:r>
              <a:t>Sources:</a:t>
            </a:r>
            <a:endParaRPr/>
          </a:p>
          <a:p xmlns:a="http://schemas.openxmlformats.org/drawingml/2006/main">
            <a:r>
              <a:t>- https://opentelemetry.io/docs/zero-code/obi/cilium-compatibility/</a:t>
            </a:r>
          </a:p>
          <a:p xmlns:a="http://schemas.openxmlformats.org/drawingml/2006/main">
            <a:r>
              <a:t>- https://opentelemetry.io/docs/zero-code/obi/configure/metrics-traces-attributes/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A classifier can change packet state or return a terminal result. This is why order affects visibility and trace continuity, not only overhead.</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TCX entered upstream Linux in 6.6, but distributions can backport features. OBI v0.13.0 requests head and Cilium v1.20.2 requests tail. Confirm the live attach mode from Cilium status and OBI startup logs.</a:t>
            </a:r>
          </a:p>
          <a:p xmlns:a="http://schemas.openxmlformats.org/drawingml/2006/main">
            <a:endParaRPr/>
          </a:p>
          <a:p xmlns:a="http://schemas.openxmlformats.org/drawingml/2006/main">
            <a:r>
              <a:t>Sources:</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a:p xmlns:a="http://schemas.openxmlformats.org/drawingml/2006/main">
            <a:r>
              <a:t>- https://github.com/torvalds/linux/blob/v6.6/kernel/bpf/tcx.c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Click the video. It is a presentation replay of outputs captured from two fresh, isolated kind runs on 27 September 2026, not a continuous recording of one cluster being reconfigured live. Both runs used Cilium 1.20.2 with TCX disabled and OBI v0.13.0 with optional network.source: tc. Left: Cilium attached at TC pref 1. OBI logged 'detected Cilium TC with priority 1 - Cilium may clobber OBI' and had zero ready DaemonSet pods. The nginx request still returned HTTP 200, so the network was not shown to be broken. Right: a fresh cluster used Cilium priority 2. Node tc output showed OBI's ingress flow parser at pref 1, before Cilium at pref 2. OBI was ready and printed an HTTP 200 span. Point to the scope line: this is the optional TC network-flow mode. App-only OBI in this version did not reproduce the startup guard. The full capture JSON, configs, recording, and replay script are in the GitHub demo repository.</a:t>
            </a:r>
          </a:p>
          <a:p xmlns:a="http://schemas.openxmlformats.org/drawingml/2006/main">
            <a:r>
              <a:t/>
            </a:r>
            <a:endParaRPr/>
          </a:p>
          <a:p xmlns:a="http://schemas.openxmlformats.org/drawingml/2006/main">
            <a:r>
              <a:t>Sources:</a:t>
            </a:r>
          </a:p>
          <a:p xmlns:a="http://schemas.openxmlformats.org/drawingml/2006/main">
            <a:r>
              <a:t>- https://github.com/ajimenez1503/cilium-obi-demo/tree/main/evidence/legacy-priority-2026-09-27</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Purpose:</a:t>
            </a:r>
          </a:p>
          <a:p xmlns:a="http://schemas.openxmlformats.org/drawingml/2006/main">
            <a:r>
              <a:t>Show that Grafana receives telemetry from both eBPF systems while Hubble Relay remains available for individual flow records.</a:t>
            </a:r>
          </a:p>
          <a:p xmlns:a="http://schemas.openxmlformats.org/drawingml/2006/main">
            <a:endParaRPr/>
          </a:p>
          <a:p xmlns:a="http://schemas.openxmlformats.org/drawingml/2006/main">
            <a:r>
              <a:t>Talk track:</a:t>
            </a:r>
          </a:p>
          <a:p xmlns:a="http://schemas.openxmlformats.org/drawingml/2006/main">
            <a:r>
              <a:t>1. Follow the solid line across the top. The traffic generator calls edge-nginx, which calls recommendations-v2 and then recommendations-v1.</a:t>
            </a:r>
          </a:p>
          <a:p xmlns:a="http://schemas.openxmlformats.org/drawingml/2006/main">
            <a:r>
              <a:t>2. Follow the magenta path. OBI observes the applications and sends spans plus RED metrics directly to Grafana LGTM. Tempo stores the traces and Prometheus-compatible storage serves the metrics.</a:t>
            </a:r>
          </a:p>
          <a:p xmlns:a="http://schemas.openxmlformats.org/drawingml/2006/main">
            <a:r>
              <a:t>3. Follow the lower blue path. An OpenTelemetry Collector scrapes the Cilium agent Prometheus endpoint on port 9962 and the Hubble metrics endpoint on port 9965. The Collector sends those metrics to the same LGTM instance over OTLP/HTTP on port 4318.</a:t>
            </a:r>
          </a:p>
          <a:p xmlns:a="http://schemas.openxmlformats.org/drawingml/2006/main">
            <a:r>
              <a:t>4. Follow the blue path on the right. Hubble flow records and verdicts remain available through Hubble Relay, the CLI, and Hubble UI.</a:t>
            </a:r>
          </a:p>
          <a:p xmlns:a="http://schemas.openxmlformats.org/drawingml/2006/main">
            <a:endParaRPr/>
          </a:p>
          <a:p xmlns:a="http://schemas.openxmlformats.org/drawingml/2006/main">
            <a:r>
              <a:t>Important precision:</a:t>
            </a:r>
          </a:p>
          <a:p xmlns:a="http://schemas.openxmlformats.org/drawingml/2006/main">
            <a:r>
              <a:t>Grafana receives aggregated Cilium and Hubble Prometheus metrics, not the raw Hubble flow stream. Relay and Hubble UI provide per-flow evidence. The two views complement each other: Grafana shows rates, drops, resource use, and pipeline health over time, while Hubble shows the identities and verdict for a specific network exchange.</a:t>
            </a:r>
          </a:p>
          <a:p xmlns:a="http://schemas.openxmlformats.org/drawingml/2006/main">
            <a:endParaRPr/>
          </a:p>
          <a:p xmlns:a="http://schemas.openxmlformats.org/drawingml/2006/main">
            <a:r>
              <a:t>Operator takeaway:</a:t>
            </a:r>
          </a:p>
          <a:p xmlns:a="http://schemas.openxmlformats.org/drawingml/2006/main">
            <a:r>
              <a:t>Use one Grafana dashboard to compare OBI request behavior with Cilium and Hubble network metrics. Open Hubble UI when the aggregate metric points to a particular flow or policy decision.</a:t>
            </a:r>
          </a:p>
          <a:p xmlns:a="http://schemas.openxmlformats.org/drawingml/2006/main">
            <a:endParaRPr/>
          </a:p>
          <a:p xmlns:a="http://schemas.openxmlformats.org/drawingml/2006/main">
            <a:r>
              <a:t>Transition:</a:t>
            </a:r>
          </a:p>
          <a:p xmlns:a="http://schemas.openxmlformats.org/drawingml/2006/main">
            <a:r>
              <a:t>The next step proves that both systems attached correctly before using either telemetry view.</a:t>
            </a:r>
          </a:p>
          <a:p xmlns:a="http://schemas.openxmlformats.org/drawingml/2006/main">
            <a:endParaRPr/>
          </a:p>
          <a:p xmlns:a="http://schemas.openxmlformats.org/drawingml/2006/main">
            <a:r>
              <a:t>Sources:</a:t>
            </a:r>
          </a:p>
          <a:p xmlns:a="http://schemas.openxmlformats.org/drawingml/2006/main">
            <a:r>
              <a:t>- https://github.com/open-telemetry/opentelemetry-ebpf-instrumentation/tree/main/examples/nginx</a:t>
            </a:r>
          </a:p>
          <a:p xmlns:a="http://schemas.openxmlformats.org/drawingml/2006/main">
            <a:r>
              <a:t>- https://docs.cilium.io/en/stable/installation/kind/</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Click the video to play. This is a fresh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xmlns:a="http://schemas.openxmlformats.org/drawingml/2006/main">
            <a:endParaRP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applies demo/policy-deny.yaml, issues the same application request, and receives HTTP 000 because the call times out. It then shows Hubble reporting Policy denied and DROPPED for edge-nginx to recommendations-v1:8081, followed by the Grafana view for the same time window. Explain the two contracts: Hubble proves the network enforcement decision and identifies the blocked workloads; OBI shows the application symptom at the caller, such as a timeout or upstream error. A missing destination server span is expected because the request never reached that process. The recording removes the policy and verifies HTTP 200 recovery before it ends.</a:t>
            </a:r>
          </a:p>
          <a:p xmlns:a="http://schemas.openxmlformats.org/drawingml/2006/main">
            <a:endParaRPr/>
          </a:p>
          <a:p xmlns:a="http://schemas.openxmlformats.org/drawingml/2006/main">
            <a:r>
              <a:t>Sources:</a:t>
            </a:r>
          </a:p>
          <a:p xmlns:a="http://schemas.openxmlformats.org/drawingml/2006/main">
            <a:r>
              <a:t>- https://docs.cilium.io/en/stable/security/policy/</a:t>
            </a:r>
          </a:p>
          <a:p xmlns:a="http://schemas.openxmlformats.org/drawingml/2006/main">
            <a:r>
              <a:t>- https://docs.cilium.io/en/stable/observability/hubble/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to 5 minutes, flexible. This is the optional live playground after the recorded demos. The four rows are clickable in Slide Show mode. All links use localhost on the presenting laptop.</a:t>
            </a:r>
          </a:p>
          <a:p xmlns:a="http://schemas.openxmlformats.org/drawingml/2006/main">
            <a:r>
              <a:t/>
            </a:r>
            <a:endParaRPr/>
          </a:p>
          <a:p xmlns:a="http://schemas.openxmlformats.org/drawingml/2006/main">
            <a:r>
              <a:t>Before presenting, verify the kind cluster and keep these port-forwards open in separate terminals:</a:t>
            </a:r>
          </a:p>
          <a:p xmlns:a="http://schemas.openxmlformats.org/drawingml/2006/main">
            <a:r>
              <a:t>kubectl --context kind-obi-cilium-talk -n obi-nginx-example port-forward svc/edge-nginx 8080:8080</a:t>
            </a:r>
            <a:endParaRPr/>
          </a:p>
          <a:p xmlns:a="http://schemas.openxmlformats.org/drawingml/2006/main">
            <a:r>
              <a:t>kubectl --context kind-obi-cilium-talk -n obi-nginx-example port-forward svc/lgtm 3000:3000</a:t>
            </a:r>
          </a:p>
          <a:p xmlns:a="http://schemas.openxmlformats.org/drawingml/2006/main">
            <a:r>
              <a:t>kubectl --context kind-obi-cilium-talk -n kube-system port-forward svc/hubble-ui 12000:80</a:t>
            </a:r>
          </a:p>
          <a:p xmlns:a="http://schemas.openxmlformats.org/drawingml/2006/main">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xmlns:a="http://schemas.openxmlformats.org/drawingml/2006/main">
            <a:r>
              <a:t/>
            </a:r>
          </a:p>
          <a:p xmlns:a="http://schemas.openxmlformats.org/drawingml/2006/main">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xmlns:a="http://schemas.openxmlformats.org/drawingml/2006/main">
            <a:r>
              <a:t/>
            </a:r>
          </a:p>
          <a:p xmlns:a="http://schemas.openxmlformats.org/drawingml/2006/main">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xmlns:a="http://schemas.openxmlformats.org/drawingml/2006/main">
            <a:r>
              <a:t/>
            </a:r>
          </a:p>
          <a:p xmlns:a="http://schemas.openxmlformats.org/drawingml/2006/main">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xmlns:a="http://schemas.openxmlformats.org/drawingml/2006/main">
            <a:r>
              <a:t/>
            </a:r>
          </a:p>
          <a:p xmlns:a="http://schemas.openxmlformats.org/drawingml/2006/main">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xmlns:a="http://schemas.openxmlformats.org/drawingml/2006/main">
            <a:r>
              <a:t/>
            </a:r>
          </a:p>
          <a:p xmlns:a="http://schemas.openxmlformats.org/drawingml/2006/main">
            <a:r>
              <a:t>If a live view is unavailable, use the recorded demos and the following dashboard and Tempo screenshots. Avoid delaying the talk to repair the cluster on stage.</a:t>
            </a:r>
          </a:p>
          <a:p xmlns:a="http://schemas.openxmlformats.org/drawingml/2006/main">
            <a:r>
              <a:t/>
            </a:r>
          </a:p>
          <a:p xmlns:a="http://schemas.openxmlformats.org/drawingml/2006/main">
            <a:r>
              <a:t>Sources:</a:t>
            </a:r>
          </a:p>
          <a:p xmlns:a="http://schemas.openxmlformats.org/drawingml/2006/main">
            <a:r>
              <a:t>- /Users/antonjim/Documents/Playground/cilium-obi-demo/README.md</a:t>
            </a:r>
          </a:p>
          <a:p xmlns:a="http://schemas.openxmlformats.org/drawingml/2006/main">
            <a:r>
              <a:t>- /Users/antonjim/Documents/Playground/cilium-obi-demo/demo/dashboards/application-network.json</a:t>
            </a:r>
          </a:p>
          <a:p xmlns:a="http://schemas.openxmlformats.org/drawingml/2006/main">
            <a:r>
              <a:t>- /Users/antonjim/Documents/Playground/cilium-obi-demo/demo/dashboards/platform-pipeline.json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OBI also has network observability features. In a Cilium cluster, the OBI documentation recommends socket_filter. Keep Hubble as the default network signal and OBI as the application signal to avoid duplicate volume and competing interpretations.</a:t>
            </a:r>
          </a:p>
          <a:p xmlns:a="http://schemas.openxmlformats.org/drawingml/2006/main">
            <a:endParaRPr/>
          </a:p>
          <a:p xmlns:a="http://schemas.openxmlformats.org/drawingml/2006/main">
            <a:r>
              <a:t>Sources:</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Measure the combined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This is the experiment plan, not a claim that all six scenarios have results. Only B and D were measured in the local rehearsal. Keep those labels fixed for the next slide.</a:t>
            </a:r>
          </a:p>
          <a:p xmlns:a="http://schemas.openxmlformats.org/drawingml/2006/main">
            <a:r>
              <a:t/>
            </a:r>
            <a:endParaRPr/>
          </a:p>
          <a:p xmlns:a="http://schemas.openxmlformats.org/drawingml/2006/main">
            <a:r>
              <a:t>N is a proposed reference with kind's default kindnet CNI, no Cilium, and no OBI. Build it in a fresh cluster with the same node sizing, Kubernetes version, application image, route, traffic generator, request count, and concurrency. Use bpftool on each node to inventory loaded BPF programs. Do not assume that removing Cilium and OBI proves the host has zero BPF programs. Kindnet uses standard CNI plugins and netlink routes. The CNI datapath differs from Cilium, so N is a cross-CNI reference, not an estimate of eBPF overhead alone. N has not been run or measured.</a:t>
            </a:r>
          </a:p>
          <a:p xmlns:a="http://schemas.openxmlformats.org/drawingml/2006/main">
            <a:r>
              <a:t/>
            </a:r>
          </a:p>
          <a:p xmlns:a="http://schemas.openxmlformats.org/drawingml/2006/main">
            <a:r>
              <a:t>A through E use the Cilium setup. A is the Cilium networking baseline. B adds Hubble L3/L4 flow visibility and keeps OBI off. C adds OBI application metrics without context propagation. D enables OBI traces with TCX context propagation. E adds Hubble L7 visibility, which redirects selected traffic through Envoy. The plus signs show the planned configuration sequence, but each comparison needs its exact versions and effective settings recorded. A, C, and E remain unmeasured.</a:t>
            </a:r>
          </a:p>
          <a:p xmlns:a="http://schemas.openxmlformats.org/drawingml/2006/main">
            <a:r>
              <a:t/>
            </a:r>
          </a:p>
          <a:p xmlns:a="http://schemas.openxmlformats.org/drawingml/2006/main">
            <a:r>
              <a:t>Control the application route, backend, node sizing, placement, request generator, warm-up, and sample count. For each run, capture throughput, latency, failures, CPU, memory, span delivery, Hubble lost events, and actual BPF attachments. Do not change the CNI in place on the measured cluster.</a:t>
            </a:r>
          </a:p>
          <a:p xmlns:a="http://schemas.openxmlformats.org/drawingml/2006/main">
            <a:r>
              <a:t/>
            </a:r>
          </a:p>
          <a:p xmlns:a="http://schemas.openxmlformats.org/drawingml/2006/main">
            <a:r>
              <a:t>Sources:</a:t>
            </a:r>
            <a:endParaRPr/>
          </a:p>
          <a:p xmlns:a="http://schemas.openxmlformats.org/drawingml/2006/main">
            <a:r>
              <a:t>- https://kind.sigs.k8s.io/docs/user/configuration/</a:t>
            </a:r>
          </a:p>
          <a:p xmlns:a="http://schemas.openxmlformats.org/drawingml/2006/main">
            <a:r>
              <a:t>- https://docs.cilium.io/en/stable/operations/performance/benchmark/</a:t>
            </a:r>
          </a:p>
          <a:p xmlns:a="http://schemas.openxmlformats.org/drawingml/2006/main">
            <a:r>
              <a:t>- /Users/antonjim/Documents/Playground/cilium-obi-demo/evidence/benchmark-2026-09-26/results.json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endParaRPr/>
          </a:p>
          <a:p xmlns:a="http://schemas.openxmlformats.org/drawingml/2006/main">
            <a:r>
              <a:t>These are local kind rehearsal observations for B (Cilium and Hubble, OBI off) and D (Cilium and Hubble plus OBI with TCX). They are not production capacity results. The no-eBPF reference N and conditions A, C, and E remain unmeasured.</a:t>
            </a:r>
          </a:p>
          <a:p xmlns:a="http://schemas.openxmlformats.org/drawingml/2006/main">
            <a:r>
              <a:t/>
            </a:r>
            <a:endParaRPr/>
          </a:p>
          <a:p xmlns:a="http://schemas.openxmlformats.org/drawingml/2006/main">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xmlns:a="http://schemas.openxmlformats.org/drawingml/2006/main">
            <a:r>
              <a:t/>
            </a:r>
          </a:p>
          <a:p xmlns:a="http://schemas.openxmlformats.org/drawingml/2006/main">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xmlns:a="http://schemas.openxmlformats.org/drawingml/2006/main">
            <a:r>
              <a:t/>
            </a:r>
          </a:p>
          <a:p xmlns:a="http://schemas.openxmlformats.org/drawingml/2006/main">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xmlns:a="http://schemas.openxmlformats.org/drawingml/2006/main">
            <a:r>
              <a:t/>
            </a:r>
          </a:p>
          <a:p xmlns:a="http://schemas.openxmlformats.org/drawingml/2006/main">
            <a:r>
              <a:t>Sources:</a:t>
            </a:r>
            <a:endParaRPr/>
          </a:p>
          <a:p xmlns:a="http://schemas.openxmlformats.org/drawingml/2006/main">
            <a:r>
              <a:t>- /Users/antonjim/Documents/Playground/cilium-obi-demo/evidence/benchmark-2026-09-26/results.md</a:t>
            </a:r>
          </a:p>
          <a:p xmlns:a="http://schemas.openxmlformats.org/drawingml/2006/main">
            <a:r>
              <a:t>- https://docs.cilium.io/en/latest/observability/metrics/#lost-events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Measure client throughput, errors, p50, p95, and p99 alongside resources and telemetry integrity. A healthy request path does not prove trace completeness. A green telemetry pipeline does not prove the datapath cost is acceptable.</a:t>
            </a:r>
          </a:p>
          <a:p xmlns:a="http://schemas.openxmlformats.org/drawingml/2006/main">
            <a:endParaRP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Production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The production field guide begins with an inventory and ends with a bounded before-and-after comparison. Keep Cilium on the veth datapath until OBI compatibility with netkit is separately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Close by restating the operational contract. Safe coexistence means verified order, preserved traffic, complete enough telemetry, and measured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endParaRPr/>
          </a:p>
          <a:p xmlns:a="http://schemas.openxmlformats.org/drawingml/2006/main">
            <a:r>
              <a:t>Keep the demo repository visible during questions so attendees can find the setup, dashboards, benchmark evidence, and latest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Optional</a:t>
            </a:r>
          </a:p>
          <a:p xmlns:a="http://schemas.openxmlformats.org/drawingml/2006/main">
            <a:endParaRPr/>
          </a:p>
          <a:p xmlns:a="http://schemas.openxmlformats.org/drawingml/2006/main">
            <a:r>
              <a:t>Section transition: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These fragments match demo/obi-values.yaml and demo/cilium-values.yaml in the workspace. Render the charts before the live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endParaRPr/>
          </a:p>
          <a:p xmlns:a="http://schemas.openxmlformats.org/drawingml/2006/main">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Run these read-only checks before the talk. Save clean output for the backup recording.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Use this slide to handle operational questions without turning the main talk into a troubleshooting checklist. Detailed failure modes are in 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End</a:t>
            </a:r>
          </a:p>
          <a:p xmlns:a="http://schemas.openxmlformats.org/drawingml/2006/main">
            <a:endParaRPr/>
          </a:p>
          <a:p xmlns:a="http://schemas.openxmlformats.org/drawingml/2006/main">
            <a:r>
              <a:t>Finish on the required Cisco closing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cc41046a264482" /><Relationship Type="http://schemas.openxmlformats.org/officeDocument/2006/relationships/image" Target="/ppt/media/image.png" Id="R5b3befea24494b05" /><Relationship Type="http://schemas.openxmlformats.org/officeDocument/2006/relationships/image" Target="/ppt/media/image.svg" Id="Rce091d681faf4da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8d22b3633d4d62" /><Relationship Type="http://schemas.openxmlformats.org/officeDocument/2006/relationships/image" Target="/ppt/media/image2.png" Id="R1c2b1e3e19664426" /><Relationship Type="http://schemas.openxmlformats.org/officeDocument/2006/relationships/image" Target="/ppt/media/image.png" Id="Rd0fc1435e0a44a41" /><Relationship Type="http://schemas.openxmlformats.org/officeDocument/2006/relationships/image" Target="/ppt/media/image.svg" Id="R8ebf98084ff845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80d87057c0446fa" /><Relationship Type="http://schemas.openxmlformats.org/officeDocument/2006/relationships/image" Target="/ppt/media/image.png" Id="R065ffeeda8d344cc" /><Relationship Type="http://schemas.openxmlformats.org/officeDocument/2006/relationships/image" Target="/ppt/media/image.svg" Id="Ra528d831bb7f45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0be7fc99b8442d" /><Relationship Type="http://schemas.openxmlformats.org/officeDocument/2006/relationships/image" Target="/ppt/media/image2.png" Id="Ra5fa5fd207c745f5" /><Relationship Type="http://schemas.openxmlformats.org/officeDocument/2006/relationships/image" Target="/ppt/media/image.png" Id="R8d88425df03c4318" /><Relationship Type="http://schemas.openxmlformats.org/officeDocument/2006/relationships/image" Target="/ppt/media/image.svg" Id="R16640490467d42a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749f605dd64fa8" /><Relationship Type="http://schemas.openxmlformats.org/officeDocument/2006/relationships/image" Target="/ppt/media/image.png" Id="Rf10eae70c8a346e4" /><Relationship Type="http://schemas.openxmlformats.org/officeDocument/2006/relationships/image" Target="/ppt/media/image.svg" Id="R258026de417343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4a1ae36da0f49a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730de4df83c4c8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8f1e92ce41d42c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18a2a10bf634c7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1e9a43282e84c0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0ded709cda241d2"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03cb5e1c0436415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c5f51fa13cca4a86"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ed5eeb51a012408c"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2d5f5826796c44c7"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a047088283b54005"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7315d5e25598441f"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9819be6992be4a17"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7d3458e68b554454"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8fd594a5af0748bc"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8703f9dc2c934c75"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9072aaf5e1b64a98"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bb3d2e41480c43dd"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5838d5577a7d4c18"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e91fdb8b18b44f47"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7de0577e91454d47"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ecf4e87584c240e1"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29edf3011a724fdd"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a53fc50f280e4072"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e7b884136b0b488b"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4836291c090a452d"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59a69b1c981b4dc6"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9f6a0c1540134a29"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205aa948dc33430e"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6532d496570f4a7c"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ee2c4fff5d6a4ff3"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279bbec498724c7d"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d9dcd6c0a4b6406e" /><Relationship Type="http://schemas.openxmlformats.org/officeDocument/2006/relationships/image" Target="/ppt/media/image3.png" Id="R4a13af8402364706"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a87b7b436a0545d6"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b522d175d11b4054"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a91f860ff20e4d0d" /><Relationship Type="http://schemas.openxmlformats.org/officeDocument/2006/relationships/image" Target="/ppt/media/image3.png" Id="Re53d72f9e058402e"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d7d62ac884094add" /><Relationship Type="http://schemas.openxmlformats.org/officeDocument/2006/relationships/image" Target="/ppt/media/image4.png" Id="R711dccb14577411c"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4d128babac094d7c" /><Relationship Type="http://schemas.openxmlformats.org/officeDocument/2006/relationships/image" Target="/ppt/media/image5.png" Id="R6fc21f51de7c4292"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8bcd88d740c6426c"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6d5854e05ec14b4a"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9056829d69954041"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3549d8a3489c4677"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ea47f15ab543474f" /><Relationship Type="http://schemas.openxmlformats.org/officeDocument/2006/relationships/image" Target="/ppt/media/image6.png" Id="R163923178ea045d5"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d0348170603f46af"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e60fa164a50f4170" /><Relationship Type="http://schemas.openxmlformats.org/officeDocument/2006/relationships/image" Target="/ppt/media/image2.png" Id="R6a1f70e92ce14be8"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1e533dabec184062" /><Relationship Type="http://schemas.openxmlformats.org/officeDocument/2006/relationships/image" Target="/ppt/media/image7.png" Id="R7f4bfa3a8ea54686"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21ffa0bf214042b0"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ba1ad4c7a7dd4e6e"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1239b057cd154e8d" /><Relationship Type="http://schemas.openxmlformats.org/officeDocument/2006/relationships/image" Target="/ppt/media/image2.png" Id="R172a4c3253754a7c" /><Relationship Type="http://schemas.openxmlformats.org/officeDocument/2006/relationships/image" Target="/ppt/media/image.png" Id="Ra1e524ff100e4360" /><Relationship Type="http://schemas.openxmlformats.org/officeDocument/2006/relationships/image" Target="/ppt/media/image.svg" Id="R00a8fbe516d943e2"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93a389f929184903"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35bcf9cac06c4882" /></Relationships>
</file>

<file path=ppt/slideLayouts/slideLayout1.xml><?xml version="1.0" encoding="utf-8"?>
<p:sldLayout xmlns:p="http://schemas.openxmlformats.org/presentationml/2006/main" showMasterSp="0" preserve="1" userDrawn="1">
  <p:cSld name="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871345"/>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512820"/>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4061400"/>
            <a:ext cx="5048090" cy="457200"/>
          </a:xfrm>
        </p:spPr>
        <p:txBody>
          <a:bodyPr xmlns:a="http://schemas.openxmlformats.org/drawingml/2006/main" anchor="t"/>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676458"/>
            <a:ext cx="5047270" cy="459455"/>
          </a:xfrm>
          <a:prstGeom xmlns:a="http://schemas.openxmlformats.org/drawingml/2006/main" prst="rect">
            <a:avLst/>
          </a:prstGeom>
          <a:noFill xmlns:a="http://schemas.openxmlformats.org/drawingml/2006/main"/>
        </p:spPr>
        <p:txBody>
          <a:bodyPr xmlns:a="http://schemas.openxmlformats.org/drawingml/2006/main" anchor="t"/>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endParaRPr/>
          </a:p>
        </p:txBody>
      </p:sp>
      <p:pic>
        <p:nvPicPr>
          <p:cNvPr id="31" name="Picture 7"/>
          <p:cNvPicPr>
            <a:picLocks xmlns:a="http://schemas.openxmlformats.org/drawingml/2006/main" noChangeAspect="1"/>
          </p:cNvPicPr>
          <p:nvPr/>
        </p:nvPicPr>
        <p:blipFill>
          <a:blip xmlns:r="http://schemas.openxmlformats.org/officeDocument/2006/relationships" xmlns:a="http://schemas.openxmlformats.org/drawingml/2006/main" r:embed="R5b3befea24494b05">
            <a:extLst>
              <a:ext uri="{96DAC541-7B7A-43D3-8B79-37D633B846F1}">
                <asvg:svgBlip xmlns:asvg="http://schemas.microsoft.com/office/drawing/2016/SVG/main" r:embed="Rce091d681faf4da5"/>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Title Slide 2, Two Speakers">
    <p:bg>
      <p:bgPr>
        <a:blipFill xmlns:a="http://schemas.openxmlformats.org/drawingml/2006/main" rotWithShape="1">
          <a:blip xmlns:r="http://schemas.openxmlformats.org/officeDocument/2006/relationships" r:embed="R1c2b1e3e19664426">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d0fc1435e0a44a41">
            <a:extLst>
              <a:ext uri="{96DAC541-7B7A-43D3-8B79-37D633B846F1}">
                <asvg:svgBlip xmlns:asvg="http://schemas.microsoft.com/office/drawing/2016/SVG/main" r:embed="R8ebf98084ff8459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userDrawn="1">
  <p:cSld name="Title Slide 1,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244600"/>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2886075"/>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3428789"/>
            <a:ext cx="5048090" cy="457200"/>
          </a:xfrm>
        </p:spPr>
        <p:txBody>
          <a:bodyPr xmlns:a="http://schemas.openxmlformats.org/drawingml/2006/main" anchor="b"/>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051300"/>
            <a:ext cx="5047270" cy="459455"/>
          </a:xfrm>
          <a:prstGeom xmlns:a="http://schemas.openxmlformats.org/drawingml/2006/main" prst="rect">
            <a:avLst/>
          </a:prstGeom>
          <a:noFill xmlns:a="http://schemas.openxmlformats.org/drawingml/2006/main"/>
        </p:spPr>
        <p:txBody>
          <a:bodyPr xmlns:a="http://schemas.openxmlformats.org/drawingml/2006/main" anchor="b"/>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5" name="Text Placeholder 4">
            <a:extLst xmlns:a="http://schemas.openxmlformats.org/drawingml/2006/main">
              <a:ext uri="{FF2B5EF4-FFF2-40B4-BE49-F238E27FC236}">
                <a16:creationId xmlns:a16="http://schemas.microsoft.com/office/drawing/2014/main" id="{1C0E61D1-59EB-7A86-0D12-9388193F45D9}"/>
              </a:ext>
            </a:extLst>
          </p:cNvPr>
          <p:cNvSpPr>
            <a:spLocks xmlns:a="http://schemas.openxmlformats.org/drawingml/2006/main" noGrp="1"/>
          </p:cNvSpPr>
          <p:nvPr>
            <p:ph type="body" idx="17" hasCustomPrompt="1"/>
          </p:nvPr>
        </p:nvSpPr>
        <p:spPr>
          <a:xfrm xmlns:a="http://schemas.openxmlformats.org/drawingml/2006/main">
            <a:off x="323849" y="4681134"/>
            <a:ext cx="5046663" cy="457200"/>
          </a:xfrm>
        </p:spPr>
        <p:txBody>
          <a:bodyPr xmlns:a="http://schemas.openxmlformats.org/drawingml/2006/main" anchor="b"/>
          <a:lstStyle xmlns:a="http://schemas.openxmlformats.org/drawingml/2006/main">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Name</a:t>
            </a:r>
          </a:p>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D175C0FC-DD02-0704-8A17-1B3037F861D2}"/>
              </a:ext>
            </a:extLst>
          </p:cNvPr>
          <p:cNvSpPr>
            <a:spLocks xmlns:a="http://schemas.openxmlformats.org/drawingml/2006/main" noGrp="1"/>
          </p:cNvSpPr>
          <p:nvPr>
            <p:ph type="body" idx="18" hasCustomPrompt="1"/>
          </p:nvPr>
        </p:nvSpPr>
        <p:spPr>
          <a:xfrm xmlns:a="http://schemas.openxmlformats.org/drawingml/2006/main">
            <a:off x="323848" y="5306439"/>
            <a:ext cx="5046663" cy="457200"/>
          </a:xfrm>
        </p:spPr>
        <p:txBody>
          <a:bodyPr xmlns:a="http://schemas.openxmlformats.org/drawingml/2006/main" anchor="b"/>
          <a:lstStyle xmlns:a="http://schemas.openxmlformats.org/drawingml/2006/main">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pPr lvl="0">
              <a:buNone/>
            </a:pPr>
            <a:endParaRPr/>
          </a:p>
        </p:txBody>
      </p:sp>
      <p:pic>
        <p:nvPicPr>
          <p:cNvPr id="33" name="Picture 7"/>
          <p:cNvPicPr>
            <a:picLocks xmlns:a="http://schemas.openxmlformats.org/drawingml/2006/main" noChangeAspect="1"/>
          </p:cNvPicPr>
          <p:nvPr/>
        </p:nvPicPr>
        <p:blipFill>
          <a:blip xmlns:r="http://schemas.openxmlformats.org/officeDocument/2006/relationships" xmlns:a="http://schemas.openxmlformats.org/drawingml/2006/main" r:embed="R065ffeeda8d344cc">
            <a:extLst>
              <a:ext uri="{96DAC541-7B7A-43D3-8B79-37D633B846F1}">
                <asvg:svgBlip xmlns:asvg="http://schemas.microsoft.com/office/drawing/2016/SVG/main" r:embed="Ra528d831bb7f45c4"/>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userDrawn="1">
  <p:cSld name="Title Slide 2, Four Speakers">
    <p:bg>
      <p:bgPr>
        <a:blipFill xmlns:a="http://schemas.openxmlformats.org/drawingml/2006/main" rotWithShape="1">
          <a:blip xmlns:r="http://schemas.openxmlformats.org/officeDocument/2006/relationships" r:embed="Ra5fa5fd207c745f5">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21" name="Picture 7"/>
          <p:cNvPicPr>
            <a:picLocks xmlns:a="http://schemas.openxmlformats.org/drawingml/2006/main" noChangeAspect="1"/>
          </p:cNvPicPr>
          <p:nvPr/>
        </p:nvPicPr>
        <p:blipFill>
          <a:blip xmlns:r="http://schemas.openxmlformats.org/officeDocument/2006/relationships" xmlns:a="http://schemas.openxmlformats.org/drawingml/2006/main" r:embed="R8d88425df03c4318">
            <a:extLst>
              <a:ext uri="{96DAC541-7B7A-43D3-8B79-37D633B846F1}">
                <asvg:svgBlip xmlns:asvg="http://schemas.microsoft.com/office/drawing/2016/SVG/main" r:embed="R16640490467d42a3"/>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userDrawn="1">
  <p:cSld name="Title Slide 3, Four Speakers">
    <p:bg>
      <p:bgPr>
        <a:solidFill xmlns:a="http://schemas.openxmlformats.org/drawingml/2006/main">
          <a:schemeClr val="tx1"/>
        </a:solidFill>
      </p:bgPr>
    </p:bg>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f10eae70c8a346e4">
            <a:extLst>
              <a:ext uri="{96DAC541-7B7A-43D3-8B79-37D633B846F1}">
                <asvg:svgBlip xmlns:asvg="http://schemas.microsoft.com/office/drawing/2016/SVG/main" r:embed="R258026de41734353"/>
              </a:ext>
            </a:extLst>
          </a:blip>
          <a:srcRect xmlns:a="http://schemas.openxmlformats.org/drawingml/2006/main" l="0" t="0" r="0" b="0"/>
          <a:stretch xmlns:a="http://schemas.openxmlformats.org/drawingml/2006/main"/>
        </p:blipFill>
        <p:spPr>
          <a:xfrm xmlns:a="http://schemas.openxmlformats.org/drawingml/2006/main">
            <a:off x="323850" y="320675"/>
            <a:ext cx="792163" cy="416221"/>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492374"/>
            <a:ext cx="10167938" cy="1243019"/>
          </a:xfrm>
        </p:spPr>
        <p:txBody>
          <a:bodyPr xmlns:a="http://schemas.openxmlformats.org/drawingml/2006/main" anchor="b"/>
          <a:lstStyle xmlns:a="http://schemas.openxmlformats.org/drawingml/2006/main">
            <a:lvl1pPr>
              <a:buNone/>
              <a:defRPr sz="3600">
                <a:solidFill>
                  <a:schemeClr val="bg1"/>
                </a:solidFill>
              </a:defRPr>
            </a:lvl1pPr>
          </a:lstStyle>
          <a:p xmlns:a="http://schemas.openxmlformats.org/drawingml/2006/main">
            <a:r>
              <a:t>Presentation Slide Title Layout 3</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49" y="3827463"/>
            <a:ext cx="1016793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872EFECA-80DB-74BA-813F-3952A15A5022}"/>
              </a:ext>
            </a:extLst>
          </p:cNvPr>
          <p:cNvSpPr>
            <a:spLocks xmlns:a="http://schemas.openxmlformats.org/drawingml/2006/main" noGrp="1"/>
          </p:cNvSpPr>
          <p:nvPr>
            <p:ph type="body" idx="15" hasCustomPrompt="1"/>
          </p:nvPr>
        </p:nvSpPr>
        <p:spPr>
          <a:xfrm xmlns:a="http://schemas.openxmlformats.org/drawingml/2006/main">
            <a:off x="4230688" y="4360863"/>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323850" y="4990779"/>
            <a:ext cx="3725863"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3" name="Text Placeholder 12">
            <a:extLst xmlns:a="http://schemas.openxmlformats.org/drawingml/2006/main">
              <a:ext uri="{FF2B5EF4-FFF2-40B4-BE49-F238E27FC236}">
                <a16:creationId xmlns:a16="http://schemas.microsoft.com/office/drawing/2014/main" id="{2BBB47F0-F6D2-5FD5-1C2D-8963A9B280F8}"/>
              </a:ext>
            </a:extLst>
          </p:cNvPr>
          <p:cNvSpPr>
            <a:spLocks xmlns:a="http://schemas.openxmlformats.org/drawingml/2006/main" noGrp="1"/>
          </p:cNvSpPr>
          <p:nvPr>
            <p:ph type="body" idx="16" hasCustomPrompt="1"/>
          </p:nvPr>
        </p:nvSpPr>
        <p:spPr>
          <a:xfrm xmlns:a="http://schemas.openxmlformats.org/drawingml/2006/main">
            <a:off x="4230688" y="4990779"/>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6.xml><?xml version="1.0" encoding="utf-8"?>
<p:sldLayout xmlns:p="http://schemas.openxmlformats.org/presentationml/2006/main" showMasterSp="0" preserve="1" userDrawn="1">
  <p:cSld name="Event Only 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7.xml><?xml version="1.0" encoding="utf-8"?>
<p:sldLayout xmlns:p="http://schemas.openxmlformats.org/presentationml/2006/main" showMasterSp="0" preserve="1" userDrawn="1">
  <p:cSld name="Event Only Title Slide 2,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8.xml><?xml version="1.0" encoding="utf-8"?>
<p:sldLayout xmlns:p="http://schemas.openxmlformats.org/presentationml/2006/main" showMasterSp="0" preserve="1" userDrawn="1">
  <p:cSld name="Event Only Title Slide 3, Six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5">
            <a:extLst xmlns:a="http://schemas.openxmlformats.org/drawingml/2006/main">
              <a:ext uri="{FF2B5EF4-FFF2-40B4-BE49-F238E27FC236}">
                <a16:creationId xmlns:a16="http://schemas.microsoft.com/office/drawing/2014/main" id="{B989D1F9-5949-EAFF-931D-8121D6A66AA8}"/>
              </a:ext>
            </a:extLst>
          </p:cNvPr>
          <p:cNvSpPr>
            <a:spLocks xmlns:a="http://schemas.openxmlformats.org/drawingml/2006/main" noGrp="1"/>
          </p:cNvSpPr>
          <p:nvPr>
            <p:ph type="body" idx="17" hasCustomPrompt="1"/>
          </p:nvPr>
        </p:nvSpPr>
        <p:spPr>
          <a:xfrm xmlns:a="http://schemas.openxmlformats.org/drawingml/2006/main">
            <a:off x="323850" y="4986338"/>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8" name="Text Placeholder 9">
            <a:extLst xmlns:a="http://schemas.openxmlformats.org/drawingml/2006/main">
              <a:ext uri="{FF2B5EF4-FFF2-40B4-BE49-F238E27FC236}">
                <a16:creationId xmlns:a16="http://schemas.microsoft.com/office/drawing/2014/main" id="{3D1ACE7D-3D09-2D50-1C06-DBAD3893A921}"/>
              </a:ext>
            </a:extLst>
          </p:cNvPr>
          <p:cNvSpPr>
            <a:spLocks xmlns:a="http://schemas.openxmlformats.org/drawingml/2006/main" noGrp="1"/>
          </p:cNvSpPr>
          <p:nvPr>
            <p:ph type="body" idx="18" hasCustomPrompt="1"/>
          </p:nvPr>
        </p:nvSpPr>
        <p:spPr>
          <a:xfrm xmlns:a="http://schemas.openxmlformats.org/drawingml/2006/main">
            <a:off x="4230687" y="4986338"/>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Tree>
  </p:cSld>
</p:sldLayout>
</file>

<file path=ppt/slideLayouts/slideLayout9.xml><?xml version="1.0" encoding="utf-8"?>
<p:sldLayout xmlns:p="http://schemas.openxmlformats.org/presentationml/2006/main" preserve="1" userDrawn="1">
  <p:cSld name="Agenda 1">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E637F1A5-67B6-4A78-7FA7-0860E1B6F9B0}"/>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FB200302-2202-F22C-D162-871BF904F46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0.xml><?xml version="1.0" encoding="utf-8"?>
<p:sldLayout xmlns:p="http://schemas.openxmlformats.org/presentationml/2006/main" preserve="1" userDrawn="1">
  <p:cSld name="Title Onl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1.xml><?xml version="1.0" encoding="utf-8"?>
<p:sldLayout xmlns:p="http://schemas.openxmlformats.org/presentationml/2006/main" preserve="1" userDrawn="1">
  <p:cSld name="Title, Subtitle Only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2.xml><?xml version="1.0" encoding="utf-8"?>
<p:sldLayout xmlns:p="http://schemas.openxmlformats.org/presentationml/2006/main" preserve="1" userDrawn="1">
  <p:cSld name="1/2 Slide Title, Top Subheadin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4703763"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6184900" y="320675"/>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Subheading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3.xml><?xml version="1.0" encoding="utf-8"?>
<p:sldLayout xmlns:p="http://schemas.openxmlformats.org/presentationml/2006/main" preserve="1" userDrawn="1">
  <p:cSld name="Section, Title Only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4.xml><?xml version="1.0" encoding="utf-8"?>
<p:sldLayout xmlns:p="http://schemas.openxmlformats.org/presentationml/2006/main" preserve="1" userDrawn="1">
  <p:cSld name="Section, Title, Subtitle">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6A259C3D-581C-B8BC-32B4-EE2B22A753A2}"/>
              </a:ext>
            </a:extLst>
          </p:cNvPr>
          <p:cNvSpPr>
            <a:spLocks xmlns:a="http://schemas.openxmlformats.org/drawingml/2006/main" noGrp="1"/>
          </p:cNvSpPr>
          <p:nvPr>
            <p:ph type="body" idx="13" hasCustomPrompt="1"/>
          </p:nvPr>
        </p:nvSpPr>
        <p:spPr>
          <a:xfrm xmlns:a="http://schemas.openxmlformats.org/drawingml/2006/main">
            <a:off x="323850" y="1114425"/>
            <a:ext cx="5772150" cy="441325"/>
          </a:xfrm>
        </p:spPr>
        <p:txBody>
          <a:bodyPr xmlns:a="http://schemas.openxmlformats.org/drawingml/2006/main"/>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5.xml><?xml version="1.0" encoding="utf-8"?>
<p:sldLayout xmlns:p="http://schemas.openxmlformats.org/presentationml/2006/main" preserve="1" userDrawn="1">
  <p:cSld name="1/2 Slide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6.xml><?xml version="1.0" encoding="utf-8"?>
<p:sldLayout xmlns:p="http://schemas.openxmlformats.org/presentationml/2006/main" preserve="1" userDrawn="1">
  <p:cSld name="1/2 Slide, Section, Title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7.xml><?xml version="1.0" encoding="utf-8"?>
<p:sldLayout xmlns:p="http://schemas.openxmlformats.org/presentationml/2006/main" preserve="1" userDrawn="1">
  <p:cSld name="1/2 Slide, Section, Title 2">
    <p:spTree>
      <p:nvGrpSpPr>
        <p:cNvPr id="1" name=""/>
        <p:cNvGrpSpPr/>
        <p:nvPr/>
      </p:nvGrpSpPr>
      <p:grpSpPr>
        <a:xfrm xmlns:a="http://schemas.openxmlformats.org/drawingml/2006/main"/>
      </p:grpSpPr>
      <p:sp>
        <p:nvSpPr>
          <p:cNvPr id="7" name="Text Placeholder 6">
            <a:extLst xmlns:a="http://schemas.openxmlformats.org/drawingml/2006/main">
              <a:ext uri="{FF2B5EF4-FFF2-40B4-BE49-F238E27FC236}">
                <a16:creationId xmlns:a16="http://schemas.microsoft.com/office/drawing/2014/main" id="{F5376922-1A18-EB35-1718-708DF44FBF1B}"/>
              </a:ext>
            </a:extLst>
          </p:cNvPr>
          <p:cNvSpPr>
            <a:spLocks xmlns:a="http://schemas.openxmlformats.org/drawingml/2006/main" noGrp="1"/>
          </p:cNvSpPr>
          <p:nvPr>
            <p:ph type="body" idx="13"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8.xml><?xml version="1.0" encoding="utf-8"?>
<p:sldLayout xmlns:p="http://schemas.openxmlformats.org/presentationml/2006/main" preserve="1" userDrawn="1">
  <p:cSld name="1/2 Slide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9.xml><?xml version="1.0" encoding="utf-8"?>
<p:sldLayout xmlns:p="http://schemas.openxmlformats.org/presentationml/2006/main" preserve="1" userDrawn="1">
  <p:cSld name="1/2 Slide Section,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Text Placeholder 7">
            <a:extLst xmlns:a="http://schemas.openxmlformats.org/drawingml/2006/main">
              <a:ext uri="{FF2B5EF4-FFF2-40B4-BE49-F238E27FC236}">
                <a16:creationId xmlns:a16="http://schemas.microsoft.com/office/drawing/2014/main" id="{73B0377C-E9B5-910F-ED3D-37BEFE794881}"/>
              </a:ext>
            </a:extLst>
          </p:cNvPr>
          <p:cNvSpPr>
            <a:spLocks xmlns:a="http://schemas.openxmlformats.org/drawingml/2006/main" noGrp="1"/>
          </p:cNvSpPr>
          <p:nvPr>
            <p:ph type="body" idx="14"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Tree>
  </p:cSld>
</p:sldLayout>
</file>

<file path=ppt/slideLayouts/slideLayout20.xml><?xml version="1.0" encoding="utf-8"?>
<p:sldLayout xmlns:p="http://schemas.openxmlformats.org/presentationml/2006/main" preserve="1" userDrawn="1">
  <p:cSld name="Title, 1 Column with Bullets">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141A00D0-7712-950D-34B2-5551B85F9E7B}"/>
              </a:ext>
            </a:extLst>
          </p:cNvPr>
          <p:cNvSpPr>
            <a:spLocks xmlns:a="http://schemas.openxmlformats.org/drawingml/2006/main" noGrp="1"/>
          </p:cNvSpPr>
          <p:nvPr>
            <p:ph type="body" idx="12"/>
          </p:nvPr>
        </p:nvSpPr>
        <p:spPr>
          <a:xfrm xmlns:a="http://schemas.openxmlformats.org/drawingml/2006/main">
            <a:off x="323850" y="952500"/>
            <a:ext cx="11544300" cy="5122863"/>
          </a:xfrm>
        </p:spPr>
        <p:txBody>
          <a:bodyPr xmlns:a="http://schemas.openxmlformats.org/drawingml/2006/main"/>
          <a:lstStyle xmlns:a="http://schemas.openxmlformats.org/drawingml/2006/main">
            <a:lvl1pPr>
              <a:buNone/>
              <a:defRPr sz="2000"/>
            </a:lvl1pPr>
            <a:lvl2pPr>
              <a:buNone/>
              <a:defRPr sz="2000"/>
            </a:lvl2pPr>
            <a:lvl3pPr>
              <a:buNone/>
              <a:defRPr sz="2000"/>
            </a:lvl3pPr>
            <a:lvl4pPr>
              <a:buNone/>
              <a:defRPr sz="2000"/>
            </a:lvl4pPr>
            <a:lvl5pPr>
              <a:buNone/>
              <a:defRPr sz="20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1.xml><?xml version="1.0" encoding="utf-8"?>
<p:sldLayout xmlns:p="http://schemas.openxmlformats.org/presentationml/2006/main" preserve="1" userDrawn="1">
  <p:cSld name="Title, 2 Columns with Bullet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2.xml><?xml version="1.0" encoding="utf-8"?>
<p:sldLayout xmlns:p="http://schemas.openxmlformats.org/presentationml/2006/main" preserve="1" userDrawn="1">
  <p:cSld name="Title, Subtitle, 2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3.xml><?xml version="1.0" encoding="utf-8"?>
<p:sldLayout xmlns:p="http://schemas.openxmlformats.org/presentationml/2006/main" preserve="1" userDrawn="1">
  <p:cSld name="Title, Subtitle, 3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23848"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4358639"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8393430" y="2181225"/>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4.xml><?xml version="1.0" encoding="utf-8"?>
<p:sldLayout xmlns:p="http://schemas.openxmlformats.org/presentationml/2006/main" preserve="1" userDrawn="1">
  <p:cSld name="Title, Subtitle, 4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351107"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72014"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939292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5.xml><?xml version="1.0" encoding="utf-8"?>
<p:sldLayout xmlns:p="http://schemas.openxmlformats.org/presentationml/2006/main" preserve="1" userDrawn="1">
  <p:cSld name="Title, Subtitle, 5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271018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509016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747014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4" name="Text Placeholder 13">
            <a:extLst xmlns:a="http://schemas.openxmlformats.org/drawingml/2006/main">
              <a:ext uri="{FF2B5EF4-FFF2-40B4-BE49-F238E27FC236}">
                <a16:creationId xmlns:a16="http://schemas.microsoft.com/office/drawing/2014/main" id="{3B7038BF-5DE9-94EF-1E39-92627DD8ACA8}"/>
              </a:ext>
            </a:extLst>
          </p:cNvPr>
          <p:cNvSpPr>
            <a:spLocks xmlns:a="http://schemas.openxmlformats.org/drawingml/2006/main" noGrp="1"/>
          </p:cNvSpPr>
          <p:nvPr>
            <p:ph type="body" idx="17"/>
          </p:nvPr>
        </p:nvSpPr>
        <p:spPr>
          <a:xfrm xmlns:a="http://schemas.openxmlformats.org/drawingml/2006/main">
            <a:off x="9850120" y="2181225"/>
            <a:ext cx="2011680" cy="2493963"/>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6.xml><?xml version="1.0" encoding="utf-8"?>
<p:sldLayout xmlns:p="http://schemas.openxmlformats.org/presentationml/2006/main" preserve="1" userDrawn="1">
  <p:cSld name="1/2 Slide, Title,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5281613"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6107430" y="320675"/>
            <a:ext cx="576072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7.xml><?xml version="1.0" encoding="utf-8"?>
<p:sldLayout xmlns:p="http://schemas.openxmlformats.org/presentationml/2006/main" preserve="1" userDrawn="1">
  <p:cSld name="1/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7235825" cy="94773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8140700" y="320675"/>
            <a:ext cx="372745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55448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8.xml><?xml version="1.0" encoding="utf-8"?>
<p:sldLayout xmlns:p="http://schemas.openxmlformats.org/presentationml/2006/main" preserve="1" userDrawn="1">
  <p:cSld name="2/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3328987"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4049713" y="320676"/>
            <a:ext cx="7818436" cy="57546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9.xml><?xml version="1.0" encoding="utf-8"?>
<p:sldLayout xmlns:p="http://schemas.openxmlformats.org/presentationml/2006/main" preserve="1" userDrawn="1">
  <p:cSld name="1/2 Slide Title, Photo 3">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3116793"/>
            <a:ext cx="5284788" cy="12461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903A889C-4BCD-59AA-132B-C3FD4F8E65F1}"/>
              </a:ext>
            </a:extLst>
          </p:cNvPr>
          <p:cNvSpPr>
            <a:spLocks xmlns:a="http://schemas.openxmlformats.org/drawingml/2006/main" noGrp="1"/>
          </p:cNvSpPr>
          <p:nvPr>
            <p:ph type="pic" idx="12" hasCustomPrompt="1"/>
          </p:nvPr>
        </p:nvSpPr>
        <p:spPr>
          <a:xfrm xmlns:a="http://schemas.openxmlformats.org/drawingml/2006/main">
            <a:off x="6184901" y="795338"/>
            <a:ext cx="5284788" cy="52847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0.xml><?xml version="1.0" encoding="utf-8"?>
<p:sldLayout xmlns:p="http://schemas.openxmlformats.org/presentationml/2006/main" preserve="1" userDrawn="1">
  <p:cSld name="1/3 Slide Title, Section, Body, 2/3 Photo">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49" y="622300"/>
            <a:ext cx="3328989" cy="1558925"/>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Text Placeholder 6">
            <a:extLst xmlns:a="http://schemas.openxmlformats.org/drawingml/2006/main">
              <a:ext uri="{FF2B5EF4-FFF2-40B4-BE49-F238E27FC236}">
                <a16:creationId xmlns:a16="http://schemas.microsoft.com/office/drawing/2014/main" id="{A6653D0B-638B-EB5D-F379-EF10C80DCCA3}"/>
              </a:ext>
            </a:extLst>
          </p:cNvPr>
          <p:cNvSpPr>
            <a:spLocks xmlns:a="http://schemas.openxmlformats.org/drawingml/2006/main" noGrp="1"/>
          </p:cNvSpPr>
          <p:nvPr>
            <p:ph type="body" idx="13"/>
          </p:nvPr>
        </p:nvSpPr>
        <p:spPr>
          <a:xfrm xmlns:a="http://schemas.openxmlformats.org/drawingml/2006/main">
            <a:off x="323851" y="3429000"/>
            <a:ext cx="3328988" cy="2646363"/>
          </a:xfrm>
        </p:spPr>
        <p:txBody>
          <a:bodyPr xmlns:a="http://schemas.openxmlformats.org/drawingml/2006/main" anchor="b"/>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Picture Placeholder 5">
            <a:extLst xmlns:a="http://schemas.openxmlformats.org/drawingml/2006/main">
              <a:ext uri="{FF2B5EF4-FFF2-40B4-BE49-F238E27FC236}">
                <a16:creationId xmlns:a16="http://schemas.microsoft.com/office/drawing/2014/main" id="{798C8AA3-6350-A299-E288-D693A8EC8932}"/>
              </a:ext>
            </a:extLst>
          </p:cNvPr>
          <p:cNvSpPr>
            <a:spLocks xmlns:a="http://schemas.openxmlformats.org/drawingml/2006/main" noGrp="1"/>
          </p:cNvSpPr>
          <p:nvPr>
            <p:ph type="pic" idx="14" hasCustomPrompt="1"/>
          </p:nvPr>
        </p:nvSpPr>
        <p:spPr>
          <a:xfrm xmlns:a="http://schemas.openxmlformats.org/drawingml/2006/main">
            <a:off x="4049713" y="622300"/>
            <a:ext cx="7818436" cy="5453063"/>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1.xml><?xml version="1.0" encoding="utf-8"?>
<p:sldLayout xmlns:p="http://schemas.openxmlformats.org/presentationml/2006/main" preserve="1" userDrawn="1">
  <p:cSld name="1/2 Slide Section, Title 1,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2739B37-658D-FBF5-94C3-66EECB73F7D0}"/>
              </a:ext>
            </a:extLst>
          </p:cNvPr>
          <p:cNvSpPr>
            <a:spLocks xmlns:a="http://schemas.openxmlformats.org/drawingml/2006/main" noGrp="1"/>
          </p:cNvSpPr>
          <p:nvPr>
            <p:ph type="pic" idx="13" hasCustomPrompt="1"/>
          </p:nvPr>
        </p:nvSpPr>
        <p:spPr>
          <a:xfrm xmlns:a="http://schemas.openxmlformats.org/drawingml/2006/main">
            <a:off x="6096001" y="320675"/>
            <a:ext cx="5766436" cy="5754687"/>
          </a:xfrm>
          <a:prstGeom xmlns:a="http://schemas.openxmlformats.org/drawingml/2006/main" prst="roundRect">
            <a:avLst>
              <a:gd name="adj" fmla="val 1714"/>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a:t>
            </a:r>
            <a:br/>
            <a:r>
              <a:t>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2.xml><?xml version="1.0" encoding="utf-8"?>
<p:sldLayout xmlns:p="http://schemas.openxmlformats.org/presentationml/2006/main" preserve="1" userDrawn="1">
  <p:cSld name="Title, Full Margin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323850" y="952500"/>
            <a:ext cx="11544300" cy="5122863"/>
          </a:xfrm>
          <a:prstGeom xmlns:a="http://schemas.openxmlformats.org/drawingml/2006/main" prst="roundRect">
            <a:avLst>
              <a:gd name="adj" fmla="val 1503"/>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33.xml><?xml version="1.0" encoding="utf-8"?>
<p:sldLayout xmlns:p="http://schemas.openxmlformats.org/presentationml/2006/main" preserve="1" userDrawn="1">
  <p:cSld name="Title, Subtitle, Full Margin Photo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1154430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2" name="Picture Placeholder 5">
            <a:extLst xmlns:a="http://schemas.openxmlformats.org/drawingml/2006/main">
              <a:ext uri="{FF2B5EF4-FFF2-40B4-BE49-F238E27FC236}">
                <a16:creationId xmlns:a16="http://schemas.microsoft.com/office/drawing/2014/main" id="{99D23610-D323-6271-753B-C40A3678BD66}"/>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4.xml><?xml version="1.0" encoding="utf-8"?>
<p:sldLayout xmlns:p="http://schemas.openxmlformats.org/presentationml/2006/main" preserve="1" userDrawn="1">
  <p:cSld name="Section, Title, Full Margin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170B322-9DD5-07FB-D258-3DA95EF8E7B1}"/>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5.xml><?xml version="1.0" encoding="utf-8"?>
<p:sldLayout xmlns:p="http://schemas.openxmlformats.org/presentationml/2006/main" preserve="1" userDrawn="1">
  <p:cSld name="Full-bleed Photo,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DB168980-BFE5-40AF-63BF-9DB031B379C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5" name="Slide Number Placeholder 4">
            <a:extLst xmlns:a="http://schemas.openxmlformats.org/drawingml/2006/main">
              <a:ext uri="{FF2B5EF4-FFF2-40B4-BE49-F238E27FC236}">
                <a16:creationId xmlns:a16="http://schemas.microsoft.com/office/drawing/2014/main" id="{7E7B9760-CDAA-BC58-F236-F1837F40C2DB}"/>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6.xml><?xml version="1.0" encoding="utf-8"?>
<p:sldLayout xmlns:p="http://schemas.openxmlformats.org/presentationml/2006/main" preserve="1" userDrawn="1">
  <p:cSld name="Full Bleed Photo, Title 2">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722312" y="4540250"/>
            <a:ext cx="10747375" cy="1071563"/>
          </a:xfrm>
        </p:spPr>
        <p:txBody>
          <a:bodyPr xmlns:a="http://schemas.openxmlformats.org/drawingml/2006/main" anchor="b"/>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7.xml><?xml version="1.0" encoding="utf-8"?>
<p:sldLayout xmlns:p="http://schemas.openxmlformats.org/presentationml/2006/main" preserve="1" userDrawn="1">
  <p:cSld name="Full-bleed Photo, Section,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8.xml><?xml version="1.0" encoding="utf-8"?>
<p:sldLayout xmlns:p="http://schemas.openxmlformats.org/presentationml/2006/main" preserve="1" userDrawn="1">
  <p:cSld name="Full-bleed Photo, Section, Title 2">
    <p:bg>
      <p:bgPr>
        <a:blipFill xmlns:a="http://schemas.openxmlformats.org/drawingml/2006/main" rotWithShape="1">
          <a:blip xmlns:r="http://schemas.openxmlformats.org/officeDocument/2006/relationships" r:embed="R4a13af8402364706">
            <a:lum/>
          </a:blip>
          <a:srcRect l="0" t="0" r="0" b="0"/>
          <a:stretch>
            <a:fillRect l="0" t="0" r="0" b="0"/>
          </a:stretch>
        </a:blipFill>
      </p:bgPr>
    </p:bg>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9.xml><?xml version="1.0" encoding="utf-8"?>
<p:sldLayout xmlns:p="http://schemas.openxmlformats.org/presentationml/2006/main" preserve="1" userDrawn="1">
  <p:cSld name="Upper 2/3 Photo, Section, Title">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4675188"/>
          </a:xfrm>
          <a:prstGeom xmlns:a="http://schemas.openxmlformats.org/drawingml/2006/main" prst="roundRect">
            <a:avLst>
              <a:gd name="adj" fmla="val 0"/>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323850" y="-7937"/>
            <a:ext cx="8612188" cy="466344"/>
          </a:xfrm>
        </p:spPr>
        <p:txBody>
          <a:bodyPr xmlns:a="http://schemas.openxmlformats.org/drawingml/2006/main" anchor="b"/>
          <a:lstStyle xmlns:a="http://schemas.openxmlformats.org/drawingml/2006/main">
            <a:lvl1pPr marL="0" indent="0" algn="l">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323850" y="5003800"/>
            <a:ext cx="8612188" cy="1071563"/>
          </a:xfrm>
        </p:spPr>
        <p:txBody>
          <a:bodyPr xmlns:a="http://schemas.openxmlformats.org/drawingml/2006/main"/>
          <a:lstStyle xmlns:a="http://schemas.openxmlformats.org/drawingml/2006/main">
            <a:lvl1pPr algn="l">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0.xml><?xml version="1.0" encoding="utf-8"?>
<p:sldLayout xmlns:p="http://schemas.openxmlformats.org/presentationml/2006/main" preserve="1" userDrawn="1">
  <p:cSld name="Quote 1">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1132840"/>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gradFill rotWithShape="1">
              <a:gsLst>
                <a:gs pos="0">
                  <a:schemeClr val="accent1"/>
                </a:gs>
                <a:gs pos="100000">
                  <a:schemeClr val="accent2"/>
                </a:gs>
              </a:gsLst>
              <a:lin ang="2700000" scaled="1"/>
              <a:tileRect/>
            </a:gradFill>
            <a:prstDash val="solid"/>
          </a:ln>
        </p:spPr>
        <p:txBody>
          <a:bodyPr xmlns:a="http://schemas.openxmlformats.org/drawingml/2006/main" anchor="ctr"/>
          <a:lstStyle xmlns:a="http://schemas.openxmlformats.org/drawingml/2006/main"/>
          <a:p xmlns:a="http://schemas.openxmlformats.org/drawingml/2006/main">
            <a:endParaRPr>
              <a:gradFill>
                <a:gsLst>
                  <a:gs pos="0">
                    <a:srgbClr val="009DE2"/>
                  </a:gs>
                  <a:gs pos="100000">
                    <a:schemeClr val="accent2"/>
                  </a:gs>
                </a:gsLst>
                <a:lin ang="2700000" scaled="1"/>
              </a:gradFill>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876424"/>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360863"/>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1.xml><?xml version="1.0" encoding="utf-8"?>
<p:sldLayout xmlns:p="http://schemas.openxmlformats.org/presentationml/2006/main" preserve="1" userDrawn="1">
  <p:cSld name="Quote 2">
    <p:bg>
      <p:bgPr>
        <a:blipFill xmlns:a="http://schemas.openxmlformats.org/drawingml/2006/main" rotWithShape="1">
          <a:blip xmlns:r="http://schemas.openxmlformats.org/officeDocument/2006/relationships" r:embed="Re53d72f9e058402e">
            <a:lum/>
          </a:blip>
          <a:srcRect l="0" t="0" r="0" b="0"/>
          <a:stretch>
            <a:fillRect l="0" t="0" r="0" b="0"/>
          </a:stretch>
        </a:blipFill>
      </p:bgPr>
    </p:bg>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963295"/>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solidFill>
              <a:schemeClr val="bg1"/>
            </a:solidFill>
            <a:prstDash val="solid"/>
          </a:ln>
        </p:spPr>
        <p:txBody>
          <a:bodyPr xmlns:a="http://schemas.openxmlformats.org/drawingml/2006/main" anchor="ctr"/>
          <a:lstStyle xmlns:a="http://schemas.openxmlformats.org/drawingml/2006/main"/>
          <a:p xmlns:a="http://schemas.openxmlformats.org/drawingml/2006/main">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706879"/>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191318"/>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2.xml><?xml version="1.0" encoding="utf-8"?>
<p:sldLayout xmlns:p="http://schemas.openxmlformats.org/presentationml/2006/main" preserve="1" userDrawn="1">
  <p:cSld name="Quote 3">
    <p:bg>
      <p:bgPr>
        <a:blipFill xmlns:a="http://schemas.openxmlformats.org/drawingml/2006/main" rotWithShape="1">
          <a:blip xmlns:r="http://schemas.openxmlformats.org/officeDocument/2006/relationships" r:embed="R711dccb14577411c">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6096000" y="1244600"/>
            <a:ext cx="5373688" cy="3167380"/>
          </a:xfrm>
        </p:spPr>
        <p:txBody>
          <a:bodyPr xmlns:a="http://schemas.openxmlformats.org/drawingml/2006/main"/>
          <a:lstStyle xmlns:a="http://schemas.openxmlformats.org/drawingml/2006/main">
            <a:lvl1pPr algn="l">
              <a:buNone/>
              <a:defRPr sz="4000"/>
            </a:lvl1pPr>
          </a:lstStyle>
          <a:p xmlns:a="http://schemas.openxmlformats.org/drawingml/2006/main">
            <a:r>
              <a:t>“Quote slide 1, Lorem ipsum dolor sit amet, consect adipiscing elit, sed diam no nummy nibh euismod tincidunt ut laoreet”</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6096000" y="4726305"/>
            <a:ext cx="5373688" cy="673417"/>
          </a:xfrm>
        </p:spPr>
        <p:txBody>
          <a:bodyPr xmlns:a="http://schemas.openxmlformats.org/drawingml/2006/main"/>
          <a:lstStyle xmlns:a="http://schemas.openxmlformats.org/drawingml/2006/main">
            <a:lvl1pPr marL="0" indent="0" algn="l">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3.xml><?xml version="1.0" encoding="utf-8"?>
<p:sldLayout xmlns:p="http://schemas.openxmlformats.org/presentationml/2006/main" preserve="1" userDrawn="1">
  <p:cSld name="1/2 Slide, Title, Body Copy, Graphic">
    <p:bg>
      <p:bgPr>
        <a:blipFill xmlns:a="http://schemas.openxmlformats.org/drawingml/2006/main" rotWithShape="1">
          <a:blip xmlns:r="http://schemas.openxmlformats.org/officeDocument/2006/relationships" r:embed="R6fc21f51de7c4292">
            <a:lum/>
          </a:blip>
          <a:srcRect l="0" t="0" r="0" b="0"/>
          <a:stretch>
            <a:fillRect l="0" t="0" r="0" b="0"/>
          </a:stretch>
        </a:blipFill>
      </p:bgPr>
    </p:b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5683250"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323850" y="1555750"/>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Body copy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4.xml><?xml version="1.0" encoding="utf-8"?>
<p:sldLayout xmlns:p="http://schemas.openxmlformats.org/presentationml/2006/main" preserve="1" userDrawn="1">
  <p:cSld name="Blank">
    <p:spTree>
      <p:nvGrpSpPr>
        <p:cNvPr id="1" name=""/>
        <p:cNvGrpSpPr/>
        <p:nvPr/>
      </p:nvGrpSpPr>
      <p:grpSpPr>
        <a:xfrm xmlns:a="http://schemas.openxmlformats.org/drawingml/2006/main"/>
      </p:grpSpPr>
      <p:sp>
        <p:nvSpPr>
          <p:cNvPr id="3" name="Slide Number Placeholder 2">
            <a:extLst xmlns:a="http://schemas.openxmlformats.org/drawingml/2006/main">
              <a:ext uri="{FF2B5EF4-FFF2-40B4-BE49-F238E27FC236}">
                <a16:creationId xmlns:a16="http://schemas.microsoft.com/office/drawing/2014/main" id="{5EC50E13-06E5-F6BB-7667-EE8E9893D04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2" name="Footer Placeholder 1">
            <a:extLst xmlns:a="http://schemas.openxmlformats.org/drawingml/2006/main">
              <a:ext uri="{FF2B5EF4-FFF2-40B4-BE49-F238E27FC236}">
                <a16:creationId xmlns:a16="http://schemas.microsoft.com/office/drawing/2014/main" id="{8005315C-F3C4-4817-6DB5-825E9E8E96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45.xml><?xml version="1.0" encoding="utf-8"?>
<p:sldLayout xmlns:p="http://schemas.openxmlformats.org/presentationml/2006/main" preserve="1" userDrawn="1">
  <p:cSld name="Title, Subtitle, Chart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9" name="Chart Placeholder 8">
            <a:extLst xmlns:a="http://schemas.openxmlformats.org/drawingml/2006/main">
              <a:ext uri="{FF2B5EF4-FFF2-40B4-BE49-F238E27FC236}">
                <a16:creationId xmlns:a16="http://schemas.microsoft.com/office/drawing/2014/main" id="{BD67761C-12AC-06B4-1032-66C47B765FE0}"/>
              </a:ext>
            </a:extLst>
          </p:cNvPr>
          <p:cNvSpPr>
            <a:spLocks xmlns:a="http://schemas.openxmlformats.org/drawingml/2006/main" noGrp="1"/>
          </p:cNvSpPr>
          <p:nvPr>
            <p:ph type="chart" idx="13" hasCustomPrompt="1"/>
          </p:nvPr>
        </p:nvSpPr>
        <p:spPr>
          <a:xfrm xmlns:a="http://schemas.openxmlformats.org/drawingml/2006/main">
            <a:off x="722313" y="1555750"/>
            <a:ext cx="10747375"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chart</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6.xml><?xml version="1.0" encoding="utf-8"?>
<p:sldLayout xmlns:p="http://schemas.openxmlformats.org/presentationml/2006/main" preserve="1" userDrawn="1">
  <p:cSld name="Title, Subtitle, Table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7" name="Table Placeholder 6">
            <a:extLst xmlns:a="http://schemas.openxmlformats.org/drawingml/2006/main">
              <a:ext uri="{FF2B5EF4-FFF2-40B4-BE49-F238E27FC236}">
                <a16:creationId xmlns:a16="http://schemas.microsoft.com/office/drawing/2014/main" id="{B0E688F9-03DF-D354-A8AF-EF5349F39C6B}"/>
              </a:ext>
            </a:extLst>
          </p:cNvPr>
          <p:cNvSpPr>
            <a:spLocks xmlns:a="http://schemas.openxmlformats.org/drawingml/2006/main" noGrp="1"/>
          </p:cNvSpPr>
          <p:nvPr>
            <p:ph type="tbl" idx="13" hasCustomPrompt="1"/>
          </p:nvPr>
        </p:nvSpPr>
        <p:spPr>
          <a:xfrm xmlns:a="http://schemas.openxmlformats.org/drawingml/2006/main">
            <a:off x="323850" y="1555750"/>
            <a:ext cx="11544300"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table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7.xml><?xml version="1.0" encoding="utf-8"?>
<p:sldLayout xmlns:p="http://schemas.openxmlformats.org/presentationml/2006/main" preserve="1" userDrawn="1">
  <p:cSld name="1/2 Slide Title, Chart">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6" name="Chart Placeholder 5">
            <a:extLst xmlns:a="http://schemas.openxmlformats.org/drawingml/2006/main">
              <a:ext uri="{FF2B5EF4-FFF2-40B4-BE49-F238E27FC236}">
                <a16:creationId xmlns:a16="http://schemas.microsoft.com/office/drawing/2014/main" id="{89EC94CF-F758-4A7C-3B39-A1EFC1EA815A}"/>
              </a:ext>
            </a:extLst>
          </p:cNvPr>
          <p:cNvSpPr>
            <a:spLocks xmlns:a="http://schemas.openxmlformats.org/drawingml/2006/main" noGrp="1"/>
          </p:cNvSpPr>
          <p:nvPr>
            <p:ph type="chart" idx="12" hasCustomPrompt="1"/>
          </p:nvPr>
        </p:nvSpPr>
        <p:spPr>
          <a:xfrm xmlns:a="http://schemas.openxmlformats.org/drawingml/2006/main">
            <a:off x="6581775" y="952500"/>
            <a:ext cx="4887913" cy="4968875"/>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icon below to add chart</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8.xml><?xml version="1.0" encoding="utf-8"?>
<p:sldLayout xmlns:p="http://schemas.openxmlformats.org/presentationml/2006/main" preserve="1" userDrawn="1">
  <p:cSld name="Statement 1, Title, Subtitle">
    <p:bg>
      <p:bgPr>
        <a:blipFill xmlns:a="http://schemas.openxmlformats.org/drawingml/2006/main" rotWithShape="1">
          <a:blip xmlns:r="http://schemas.openxmlformats.org/officeDocument/2006/relationships" r:embed="R163923178ea045d5">
            <a:lum/>
          </a:blip>
          <a:srcRect l="0" t="0" r="0" b="0"/>
          <a:stretch>
            <a:fillRect l="0" t="0" r="0" b="0"/>
          </a:stretch>
        </a:blipFill>
      </p:bgPr>
    </p:bg>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EE0C9451-8976-3C96-3C4E-F9624BB318AB}"/>
              </a:ext>
            </a:extLst>
          </p:cNvPr>
          <p:cNvSpPr>
            <a:spLocks xmlns:a="http://schemas.openxmlformats.org/drawingml/2006/main" noGrp="1"/>
          </p:cNvSpPr>
          <p:nvPr>
            <p:ph type="title" idx="0"/>
          </p:nvPr>
        </p:nvSpPr>
        <p:spPr>
          <a:xfrm xmlns:a="http://schemas.openxmlformats.org/drawingml/2006/main">
            <a:off x="2278063" y="952500"/>
            <a:ext cx="7634288" cy="2476500"/>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3738563"/>
            <a:ext cx="7634287" cy="936625"/>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Footer Placeholder 3">
            <a:extLst xmlns:a="http://schemas.openxmlformats.org/drawingml/2006/main">
              <a:ext uri="{FF2B5EF4-FFF2-40B4-BE49-F238E27FC236}">
                <a16:creationId xmlns:a16="http://schemas.microsoft.com/office/drawing/2014/main" id="{663146B2-9533-23DF-7DA9-0EBFD969778A}"/>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8FD4EDA1-89C5-8341-7EDE-FCCAAA0607CB}"/>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9.xml><?xml version="1.0" encoding="utf-8"?>
<p:sldLayout xmlns:p="http://schemas.openxmlformats.org/presentationml/2006/main" preserve="1" userDrawn="1">
  <p:cSld name="Photo Statement 1, Title, Subtitle">
    <p:bg>
      <p:bgPr>
        <a:solidFill xmlns:a="http://schemas.openxmlformats.org/drawingml/2006/main">
          <a:schemeClr val="tx1"/>
        </a:solidFill>
      </p:bgPr>
    </p:bg>
    <p:spTree>
      <p:nvGrpSpPr>
        <p:cNvPr id="1" name=""/>
        <p:cNvGrpSpPr/>
        <p:nvPr/>
      </p:nvGrpSpPr>
      <p:grpSpPr>
        <a:xfrm xmlns:a="http://schemas.openxmlformats.org/drawingml/2006/main"/>
      </p:grpSpPr>
      <p:sp>
        <p:nvSpPr>
          <p:cNvPr id="7" name="Picture Placeholder 6">
            <a:extLst xmlns:a="http://schemas.openxmlformats.org/drawingml/2006/main">
              <a:ext uri="{FF2B5EF4-FFF2-40B4-BE49-F238E27FC236}">
                <a16:creationId xmlns:a16="http://schemas.microsoft.com/office/drawing/2014/main" id="{ABE3366F-F43E-6996-B128-0A001300FD22}"/>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tIns="274320"/>
          <a:lstStyle xmlns:a="http://schemas.openxmlformats.org/drawingml/2006/main">
            <a:lvl1pPr marL="0" indent="0" algn="ctr">
              <a:buNone/>
              <a:defRPr/>
            </a:lvl1pPr>
          </a:lstStyle>
          <a:p xmlns:a="http://schemas.openxmlformats.org/drawingml/2006/main">
            <a:r>
              <a:t>Image placeholder</a:t>
            </a:r>
          </a:p>
        </p:txBody>
      </p:sp>
      <p:sp>
        <p:nvSpPr>
          <p:cNvPr id="6" name="Title 5">
            <a:extLst xmlns:a="http://schemas.openxmlformats.org/drawingml/2006/main">
              <a:ext uri="{FF2B5EF4-FFF2-40B4-BE49-F238E27FC236}">
                <a16:creationId xmlns:a16="http://schemas.microsoft.com/office/drawing/2014/main" id="{576B6A35-8740-9D1E-A189-71BC5C742FCC}"/>
              </a:ext>
            </a:extLst>
          </p:cNvPr>
          <p:cNvSpPr>
            <a:spLocks xmlns:a="http://schemas.openxmlformats.org/drawingml/2006/main" noGrp="1"/>
          </p:cNvSpPr>
          <p:nvPr>
            <p:ph type="title" idx="0"/>
          </p:nvPr>
        </p:nvSpPr>
        <p:spPr>
          <a:xfrm xmlns:a="http://schemas.openxmlformats.org/drawingml/2006/main">
            <a:off x="2278063" y="952500"/>
            <a:ext cx="7634288" cy="1537465"/>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2492374"/>
            <a:ext cx="7634287" cy="311152"/>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p:txBody>
      </p:sp>
      <p:sp>
        <p:nvSpPr>
          <p:cNvPr id="3" name="Footer Placeholder 2">
            <a:extLst xmlns:a="http://schemas.openxmlformats.org/drawingml/2006/main">
              <a:ext uri="{FF2B5EF4-FFF2-40B4-BE49-F238E27FC236}">
                <a16:creationId xmlns:a16="http://schemas.microsoft.com/office/drawing/2014/main" id="{5D703969-9100-4398-1394-9B9B34222C6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D6CFB270-12CC-4B92-85FD-B7710644F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50.xml><?xml version="1.0" encoding="utf-8"?>
<p:sldLayout xmlns:p="http://schemas.openxmlformats.org/presentationml/2006/main" showMasterSp="0" preserve="1" userDrawn="1">
  <p:cSld name="Segue 1">
    <p:bg>
      <p:bgPr>
        <a:blipFill xmlns:a="http://schemas.openxmlformats.org/drawingml/2006/main" rotWithShape="1">
          <a:blip xmlns:r="http://schemas.openxmlformats.org/officeDocument/2006/relationships" r:embed="R6a1f70e92ce14be8">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a:xfrm xmlns:a="http://schemas.openxmlformats.org/drawingml/2006/main">
            <a:off x="323850" y="2492231"/>
            <a:ext cx="7634288" cy="1870075"/>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1.xml><?xml version="1.0" encoding="utf-8"?>
<p:sldLayout xmlns:p="http://schemas.openxmlformats.org/presentationml/2006/main" showMasterSp="0" preserve="1" userDrawn="1">
  <p:cSld name="Segue 2">
    <p:bg>
      <p:bgPr>
        <a:blipFill xmlns:a="http://schemas.openxmlformats.org/drawingml/2006/main" rotWithShape="1">
          <a:blip xmlns:r="http://schemas.openxmlformats.org/officeDocument/2006/relationships" r:embed="R7f4bfa3a8ea54686">
            <a:lum/>
          </a:blip>
          <a:srcRect l="0" t="0" r="0" b="0"/>
          <a:stretch>
            <a:fillRect l="0" t="0" r="0" b="0"/>
          </a:stretch>
        </a:blip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DF17AB4-9E08-0A74-D302-44EB1D55BE7A}"/>
              </a:ext>
            </a:extLst>
          </p:cNvPr>
          <p:cNvSpPr>
            <a:spLocks xmlns:a="http://schemas.openxmlformats.org/drawingml/2006/main" noGrp="1"/>
          </p:cNvSpPr>
          <p:nvPr>
            <p:ph type="title" idx="0"/>
          </p:nvPr>
        </p:nvSpPr>
        <p:spPr>
          <a:xfrm xmlns:a="http://schemas.openxmlformats.org/drawingml/2006/main">
            <a:off x="323850" y="2492375"/>
            <a:ext cx="7634288" cy="1868488"/>
          </a:xfrm>
        </p:spPr>
        <p:txBody>
          <a:bodyPr xmlns:a="http://schemas.openxmlformats.org/drawingml/2006/main" wrap="square" anchor="ctr">
            <a:noAutofit/>
          </a:bodyPr>
          <a:lstStyle xmlns:a="http://schemas.openxmlformats.org/drawingml/2006/main">
            <a:lvl1pPr>
              <a:buNone/>
              <a:defRPr sz="4000"/>
            </a:lvl1pPr>
          </a:lstStyle>
          <a:p xmlns:a="http://schemas.openxmlformats.org/drawingml/2006/main">
            <a:r>
              <a:t>Click to edit Master title style</a:t>
            </a:r>
          </a:p>
        </p:txBody>
      </p:sp>
    </p:spTree>
  </p:cSld>
</p:sldLayout>
</file>

<file path=ppt/slideLayouts/slideLayout52.xml><?xml version="1.0" encoding="utf-8"?>
<p:sldLayout xmlns:p="http://schemas.openxmlformats.org/presentationml/2006/main" showMasterSp="0" preserve="1" userDrawn="1">
  <p:cSld name="Segue 3">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634288"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3.xml><?xml version="1.0" encoding="utf-8"?>
<p:sldLayout xmlns:p="http://schemas.openxmlformats.org/presentationml/2006/main" showMasterSp="0" preserve="1" userDrawn="1">
  <p:cSld name="Segue 4">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235825"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4.xml><?xml version="1.0" encoding="utf-8"?>
<p:sldLayout xmlns:p="http://schemas.openxmlformats.org/presentationml/2006/main" showMasterSp="0" preserve="1" userDrawn="1">
  <p:cSld name="Thank you 1">
    <p:bg>
      <p:bgPr>
        <a:blipFill xmlns:a="http://schemas.openxmlformats.org/drawingml/2006/main" rotWithShape="1">
          <a:blip xmlns:r="http://schemas.openxmlformats.org/officeDocument/2006/relationships" r:embed="R172a4c3253754a7c">
            <a:lum/>
          </a:blip>
          <a:srcRect l="0" t="0" r="0" b="0"/>
          <a:stretch>
            <a:fillRect l="0" t="0" r="0" b="0"/>
          </a:stretch>
        </a:blip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412D7-A614-E163-F131-6847698E7759}"/>
              </a:ext>
            </a:extLst>
          </p:cNvPr>
          <p:cNvSpPr>
            <a:spLocks xmlns:a="http://schemas.openxmlformats.org/drawingml/2006/main" noGrp="1"/>
          </p:cNvSpPr>
          <p:nvPr/>
        </p:nvSpPr>
        <p:spPr>
          <a:xfrm xmlns:a="http://schemas.openxmlformats.org/drawingml/2006/main">
            <a:off x="0" y="1244601"/>
            <a:ext cx="10888663" cy="436721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pic>
        <p:nvPicPr>
          <p:cNvPr id="7" name="Picture 7"/>
          <p:cNvPicPr>
            <a:picLocks xmlns:a="http://schemas.openxmlformats.org/drawingml/2006/main" noChangeAspect="1"/>
          </p:cNvPicPr>
          <p:nvPr/>
        </p:nvPicPr>
        <p:blipFill>
          <a:blip xmlns:r="http://schemas.openxmlformats.org/officeDocument/2006/relationships" xmlns:a="http://schemas.openxmlformats.org/drawingml/2006/main" r:embed="Ra1e524ff100e4360">
            <a:extLst>
              <a:ext uri="{96DAC541-7B7A-43D3-8B79-37D633B846F1}">
                <asvg:svgBlip xmlns:asvg="http://schemas.microsoft.com/office/drawing/2016/SVG/main" r:embed="R00a8fbe516d943e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5.xml><?xml version="1.0" encoding="utf-8"?>
<p:sldLayout xmlns:p="http://schemas.openxmlformats.org/presentationml/2006/main" showMasterSp="0" preserve="1" userDrawn="1">
  <p:cSld name="Thank you 2">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spTree>
  </p:cSld>
</p:sldLayout>
</file>

<file path=ppt/slideLayouts/slideLayout56.xml><?xml version="1.0" encoding="utf-8"?>
<p:sldLayout xmlns:p="http://schemas.openxmlformats.org/presentationml/2006/main" showMasterSp="0" preserve="1" userDrawn="1">
  <p:cSld name="Closing 1">
    <p:spTree>
      <p:nvGrpSpPr>
        <p:cNvPr id="1" name=""/>
        <p:cNvGrpSpPr/>
        <p:nvPr/>
      </p:nvGrpSpPr>
      <p:grpSpPr>
        <a:xfrm xmlns:a="http://schemas.openxmlformats.org/drawingml/2006/main"/>
      </p:grpSpPr>
      <p:sp>
        <p:nvSpPr>
          <p:cNvPr id="4" name="Freeform 24">
            <a:extLst xmlns:a="http://schemas.openxmlformats.org/drawingml/2006/main">
              <a:ext uri="{FF2B5EF4-FFF2-40B4-BE49-F238E27FC236}">
                <a16:creationId xmlns:a16="http://schemas.microsoft.com/office/drawing/2014/main" id="{0848F511-CD0C-4E21-1411-CA7D0F6E3A43}"/>
              </a:ext>
            </a:extLst>
          </p:cNvPr>
          <p:cNvSpPr>
            <a:spLocks xmlns:a="http://schemas.openxmlformats.org/drawingml/2006/main" noGrp="1"/>
          </p:cNvSpPr>
          <p:nvPr/>
        </p:nvSpPr>
        <p:spPr>
          <a:xfrm xmlns:a="http://schemas.openxmlformats.org/drawingml/2006/main">
            <a:off x="5831690" y="3403715"/>
            <a:ext cx="53378" cy="210276"/>
          </a:xfrm>
          <a:custGeom xmlns:a="http://schemas.openxmlformats.org/drawingml/2006/main">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rect l="l" t="t" r="r" b="b"/>
            <a:pathLst>
              <a:path w="44467" h="175170">
                <a:moveTo>
                  <a:pt x="0" y="0"/>
                </a:moveTo>
                <a:lnTo>
                  <a:pt x="44467" y="0"/>
                </a:lnTo>
                <a:lnTo>
                  <a:pt x="44467" y="175170"/>
                </a:lnTo>
                <a:lnTo>
                  <a:pt x="0" y="175170"/>
                </a:lnTo>
                <a:close/>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xmlns:a="http://schemas.openxmlformats.org/drawingml/2006/main">
              <a:ext uri="{FF2B5EF4-FFF2-40B4-BE49-F238E27FC236}">
                <a16:creationId xmlns:a16="http://schemas.microsoft.com/office/drawing/2014/main" id="{CE7BD058-D0FF-047D-F5E7-7A0A610E086D}"/>
              </a:ext>
            </a:extLst>
          </p:cNvPr>
          <p:cNvSpPr>
            <a:spLocks xmlns:a="http://schemas.openxmlformats.org/drawingml/2006/main" noGrp="1"/>
          </p:cNvSpPr>
          <p:nvPr/>
        </p:nvSpPr>
        <p:spPr>
          <a:xfrm xmlns:a="http://schemas.openxmlformats.org/drawingml/2006/main">
            <a:off x="6154144" y="3400033"/>
            <a:ext cx="161334" cy="217748"/>
          </a:xfrm>
          <a:custGeom xmlns:a="http://schemas.openxmlformats.org/drawingml/2006/main">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xmlns:a="http://schemas.openxmlformats.org/drawingml/2006/main">
              <a:ext uri="{FF2B5EF4-FFF2-40B4-BE49-F238E27FC236}">
                <a16:creationId xmlns:a16="http://schemas.microsoft.com/office/drawing/2014/main" id="{83623A44-0F0F-1370-66F6-0846CAF90985}"/>
              </a:ext>
            </a:extLst>
          </p:cNvPr>
          <p:cNvSpPr>
            <a:spLocks xmlns:a="http://schemas.openxmlformats.org/drawingml/2006/main" noGrp="1"/>
          </p:cNvSpPr>
          <p:nvPr/>
        </p:nvSpPr>
        <p:spPr>
          <a:xfrm xmlns:a="http://schemas.openxmlformats.org/drawingml/2006/main">
            <a:off x="5597040" y="3400033"/>
            <a:ext cx="161553" cy="217748"/>
          </a:xfrm>
          <a:custGeom xmlns:a="http://schemas.openxmlformats.org/drawingml/2006/main">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xmlns:a="http://schemas.openxmlformats.org/drawingml/2006/main">
              <a:ext uri="{FF2B5EF4-FFF2-40B4-BE49-F238E27FC236}">
                <a16:creationId xmlns:a16="http://schemas.microsoft.com/office/drawing/2014/main" id="{8ABAB402-379C-A6D8-AF39-B22717AC8652}"/>
              </a:ext>
            </a:extLst>
          </p:cNvPr>
          <p:cNvSpPr>
            <a:spLocks xmlns:a="http://schemas.openxmlformats.org/drawingml/2006/main" noGrp="1"/>
          </p:cNvSpPr>
          <p:nvPr/>
        </p:nvSpPr>
        <p:spPr>
          <a:xfrm xmlns:a="http://schemas.openxmlformats.org/drawingml/2006/main">
            <a:off x="6375724" y="3399999"/>
            <a:ext cx="219185" cy="218412"/>
          </a:xfrm>
          <a:custGeom xmlns:a="http://schemas.openxmlformats.org/drawingml/2006/main">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xmlns:a="http://schemas.openxmlformats.org/drawingml/2006/main">
              <a:ext uri="{FF2B5EF4-FFF2-40B4-BE49-F238E27FC236}">
                <a16:creationId xmlns:a16="http://schemas.microsoft.com/office/drawing/2014/main" id="{A0F49F63-D861-23D0-7A32-6898EA38AA9E}"/>
              </a:ext>
            </a:extLst>
          </p:cNvPr>
          <p:cNvSpPr>
            <a:spLocks xmlns:a="http://schemas.openxmlformats.org/drawingml/2006/main" noGrp="1"/>
          </p:cNvSpPr>
          <p:nvPr/>
        </p:nvSpPr>
        <p:spPr>
          <a:xfrm xmlns:a="http://schemas.openxmlformats.org/drawingml/2006/main">
            <a:off x="5956314" y="3399925"/>
            <a:ext cx="145321" cy="217856"/>
          </a:xfrm>
          <a:custGeom xmlns:a="http://schemas.openxmlformats.org/drawingml/2006/main">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xmlns:a="http://schemas.openxmlformats.org/drawingml/2006/main">
              <a:ext uri="{FF2B5EF4-FFF2-40B4-BE49-F238E27FC236}">
                <a16:creationId xmlns:a16="http://schemas.microsoft.com/office/drawing/2014/main" id="{62CA1BBC-594E-0B3B-ACB5-5180E647EB68}"/>
              </a:ext>
            </a:extLst>
          </p:cNvPr>
          <p:cNvSpPr>
            <a:spLocks xmlns:a="http://schemas.openxmlformats.org/drawingml/2006/main" noGrp="1"/>
          </p:cNvSpPr>
          <p:nvPr/>
        </p:nvSpPr>
        <p:spPr>
          <a:xfrm xmlns:a="http://schemas.openxmlformats.org/drawingml/2006/main">
            <a:off x="5487122" y="3151534"/>
            <a:ext cx="53051" cy="106155"/>
          </a:xfrm>
          <a:custGeom xmlns:a="http://schemas.openxmlformats.org/drawingml/2006/main">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xmlns:a="http://schemas.openxmlformats.org/drawingml/2006/main">
              <a:ext uri="{FF2B5EF4-FFF2-40B4-BE49-F238E27FC236}">
                <a16:creationId xmlns:a16="http://schemas.microsoft.com/office/drawing/2014/main" id="{51B57147-07A3-179D-3B44-669E31BA0779}"/>
              </a:ext>
            </a:extLst>
          </p:cNvPr>
          <p:cNvSpPr>
            <a:spLocks xmlns:a="http://schemas.openxmlformats.org/drawingml/2006/main" noGrp="1"/>
          </p:cNvSpPr>
          <p:nvPr/>
        </p:nvSpPr>
        <p:spPr>
          <a:xfrm xmlns:a="http://schemas.openxmlformats.org/drawingml/2006/main">
            <a:off x="5632989" y="3079095"/>
            <a:ext cx="52943" cy="180175"/>
          </a:xfrm>
          <a:custGeom xmlns:a="http://schemas.openxmlformats.org/drawingml/2006/main">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xmlns:a="http://schemas.openxmlformats.org/drawingml/2006/main">
              <a:ext uri="{FF2B5EF4-FFF2-40B4-BE49-F238E27FC236}">
                <a16:creationId xmlns:a16="http://schemas.microsoft.com/office/drawing/2014/main" id="{D2F4977B-6C3A-1749-28D3-74067758D800}"/>
              </a:ext>
            </a:extLst>
          </p:cNvPr>
          <p:cNvSpPr>
            <a:spLocks xmlns:a="http://schemas.openxmlformats.org/drawingml/2006/main" noGrp="1"/>
          </p:cNvSpPr>
          <p:nvPr/>
        </p:nvSpPr>
        <p:spPr>
          <a:xfrm xmlns:a="http://schemas.openxmlformats.org/drawingml/2006/main">
            <a:off x="5778528" y="2980021"/>
            <a:ext cx="52943" cy="331765"/>
          </a:xfrm>
          <a:custGeom xmlns:a="http://schemas.openxmlformats.org/drawingml/2006/main">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xmlns:a="http://schemas.openxmlformats.org/drawingml/2006/main">
              <a:ext uri="{FF2B5EF4-FFF2-40B4-BE49-F238E27FC236}">
                <a16:creationId xmlns:a16="http://schemas.microsoft.com/office/drawing/2014/main" id="{7539BE40-6861-0AFB-E72A-25B2630122C7}"/>
              </a:ext>
            </a:extLst>
          </p:cNvPr>
          <p:cNvSpPr>
            <a:spLocks xmlns:a="http://schemas.openxmlformats.org/drawingml/2006/main" noGrp="1"/>
          </p:cNvSpPr>
          <p:nvPr/>
        </p:nvSpPr>
        <p:spPr>
          <a:xfrm xmlns:a="http://schemas.openxmlformats.org/drawingml/2006/main">
            <a:off x="5924177" y="3079095"/>
            <a:ext cx="52943" cy="180175"/>
          </a:xfrm>
          <a:custGeom xmlns:a="http://schemas.openxmlformats.org/drawingml/2006/main">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xmlns:a="http://schemas.openxmlformats.org/drawingml/2006/main">
              <a:ext uri="{FF2B5EF4-FFF2-40B4-BE49-F238E27FC236}">
                <a16:creationId xmlns:a16="http://schemas.microsoft.com/office/drawing/2014/main" id="{8726BE87-6F3D-1887-CD70-E89DF7FE7BFC}"/>
              </a:ext>
            </a:extLst>
          </p:cNvPr>
          <p:cNvSpPr>
            <a:spLocks xmlns:a="http://schemas.openxmlformats.org/drawingml/2006/main" noGrp="1"/>
          </p:cNvSpPr>
          <p:nvPr/>
        </p:nvSpPr>
        <p:spPr>
          <a:xfrm xmlns:a="http://schemas.openxmlformats.org/drawingml/2006/main">
            <a:off x="6069283" y="3151531"/>
            <a:ext cx="52943" cy="107738"/>
          </a:xfrm>
          <a:custGeom xmlns:a="http://schemas.openxmlformats.org/drawingml/2006/main">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xmlns:a="http://schemas.openxmlformats.org/drawingml/2006/main">
              <a:ext uri="{FF2B5EF4-FFF2-40B4-BE49-F238E27FC236}">
                <a16:creationId xmlns:a16="http://schemas.microsoft.com/office/drawing/2014/main" id="{EB3564BA-B2F9-645B-AD4D-30EC3199A221}"/>
              </a:ext>
            </a:extLst>
          </p:cNvPr>
          <p:cNvSpPr>
            <a:spLocks xmlns:a="http://schemas.openxmlformats.org/drawingml/2006/main" noGrp="1"/>
          </p:cNvSpPr>
          <p:nvPr/>
        </p:nvSpPr>
        <p:spPr>
          <a:xfrm xmlns:a="http://schemas.openxmlformats.org/drawingml/2006/main">
            <a:off x="6215310" y="3077407"/>
            <a:ext cx="52946" cy="181863"/>
          </a:xfrm>
          <a:custGeom xmlns:a="http://schemas.openxmlformats.org/drawingml/2006/main">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xmlns:a="http://schemas.openxmlformats.org/drawingml/2006/main">
              <a:ext uri="{FF2B5EF4-FFF2-40B4-BE49-F238E27FC236}">
                <a16:creationId xmlns:a16="http://schemas.microsoft.com/office/drawing/2014/main" id="{0B4EEF7D-1D1F-7611-2AD6-3168E2EE165C}"/>
              </a:ext>
            </a:extLst>
          </p:cNvPr>
          <p:cNvSpPr>
            <a:spLocks xmlns:a="http://schemas.openxmlformats.org/drawingml/2006/main" noGrp="1"/>
          </p:cNvSpPr>
          <p:nvPr/>
        </p:nvSpPr>
        <p:spPr>
          <a:xfrm xmlns:a="http://schemas.openxmlformats.org/drawingml/2006/main">
            <a:off x="6360959" y="2978332"/>
            <a:ext cx="52948" cy="335140"/>
          </a:xfrm>
          <a:custGeom xmlns:a="http://schemas.openxmlformats.org/drawingml/2006/main">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xmlns:a="http://schemas.openxmlformats.org/drawingml/2006/main">
              <a:ext uri="{FF2B5EF4-FFF2-40B4-BE49-F238E27FC236}">
                <a16:creationId xmlns:a16="http://schemas.microsoft.com/office/drawing/2014/main" id="{9A55B643-50C9-ECA1-F047-7AF4A01DADB7}"/>
              </a:ext>
            </a:extLst>
          </p:cNvPr>
          <p:cNvSpPr>
            <a:spLocks xmlns:a="http://schemas.openxmlformats.org/drawingml/2006/main" noGrp="1"/>
          </p:cNvSpPr>
          <p:nvPr/>
        </p:nvSpPr>
        <p:spPr>
          <a:xfrm xmlns:a="http://schemas.openxmlformats.org/drawingml/2006/main">
            <a:off x="6506338" y="3078987"/>
            <a:ext cx="53160" cy="180286"/>
          </a:xfrm>
          <a:custGeom xmlns:a="http://schemas.openxmlformats.org/drawingml/2006/main">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xmlns:a="http://schemas.openxmlformats.org/drawingml/2006/main">
              <a:ext uri="{FF2B5EF4-FFF2-40B4-BE49-F238E27FC236}">
                <a16:creationId xmlns:a16="http://schemas.microsoft.com/office/drawing/2014/main" id="{46A6ACD1-E596-9055-243C-B9CF5CFB813D}"/>
              </a:ext>
            </a:extLst>
          </p:cNvPr>
          <p:cNvSpPr>
            <a:spLocks xmlns:a="http://schemas.openxmlformats.org/drawingml/2006/main" noGrp="1"/>
          </p:cNvSpPr>
          <p:nvPr/>
        </p:nvSpPr>
        <p:spPr>
          <a:xfrm xmlns:a="http://schemas.openxmlformats.org/drawingml/2006/main">
            <a:off x="6651932" y="3151534"/>
            <a:ext cx="52946" cy="109425"/>
          </a:xfrm>
          <a:custGeom xmlns:a="http://schemas.openxmlformats.org/drawingml/2006/main">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2dfd5e7777944196" /><Relationship Type="http://schemas.openxmlformats.org/officeDocument/2006/relationships/image" Target="/ppt/media/image.svg" Id="R3258f7dfaae14668" /><Relationship Type="http://schemas.openxmlformats.org/officeDocument/2006/relationships/theme" Target="/ppt/slideMasters/theme/theme2.xml" Id="R7f99cc48572c47c6" /><Relationship Type="http://schemas.openxmlformats.org/officeDocument/2006/relationships/slideLayout" Target="/ppt/slideLayouts/slideLayout1.xml" Id="R6349f84c878946b2" /><Relationship Type="http://schemas.openxmlformats.org/officeDocument/2006/relationships/slideLayout" Target="/ppt/slideLayouts/slideLayout2.xml" Id="Rbcb007d29c624640" /><Relationship Type="http://schemas.openxmlformats.org/officeDocument/2006/relationships/slideLayout" Target="/ppt/slideLayouts/slideLayout3.xml" Id="R37da21cfe4d94305" /><Relationship Type="http://schemas.openxmlformats.org/officeDocument/2006/relationships/slideLayout" Target="/ppt/slideLayouts/slideLayout4.xml" Id="Rf8a8c32de4df4dd3" /><Relationship Type="http://schemas.openxmlformats.org/officeDocument/2006/relationships/slideLayout" Target="/ppt/slideLayouts/slideLayout5.xml" Id="R3e16e5fffc614e64" /><Relationship Type="http://schemas.openxmlformats.org/officeDocument/2006/relationships/slideLayout" Target="/ppt/slideLayouts/slideLayout6.xml" Id="R969cb10f48874d8a" /><Relationship Type="http://schemas.openxmlformats.org/officeDocument/2006/relationships/slideLayout" Target="/ppt/slideLayouts/slideLayout7.xml" Id="R9c1481a012804c7c" /><Relationship Type="http://schemas.openxmlformats.org/officeDocument/2006/relationships/slideLayout" Target="/ppt/slideLayouts/slideLayout8.xml" Id="R99b6bc8865184321" /><Relationship Type="http://schemas.openxmlformats.org/officeDocument/2006/relationships/slideLayout" Target="/ppt/slideLayouts/slideLayout9.xml" Id="R0a5ade31932d45c5" /><Relationship Type="http://schemas.openxmlformats.org/officeDocument/2006/relationships/slideLayout" Target="/ppt/slideLayouts/slideLayout10.xml" Id="Recca4053dd0b445f" /><Relationship Type="http://schemas.openxmlformats.org/officeDocument/2006/relationships/slideLayout" Target="/ppt/slideLayouts/slideLayout11.xml" Id="Rb30d8cfa73f14adc" /><Relationship Type="http://schemas.openxmlformats.org/officeDocument/2006/relationships/slideLayout" Target="/ppt/slideLayouts/slideLayout12.xml" Id="R60c3a990b2524be1" /><Relationship Type="http://schemas.openxmlformats.org/officeDocument/2006/relationships/slideLayout" Target="/ppt/slideLayouts/slideLayout13.xml" Id="Re6ac77de3e844bcc" /><Relationship Type="http://schemas.openxmlformats.org/officeDocument/2006/relationships/slideLayout" Target="/ppt/slideLayouts/slideLayout14.xml" Id="Rf60761821fd544d4" /><Relationship Type="http://schemas.openxmlformats.org/officeDocument/2006/relationships/slideLayout" Target="/ppt/slideLayouts/slideLayout15.xml" Id="Ra24afd9f0bae4ae2" /><Relationship Type="http://schemas.openxmlformats.org/officeDocument/2006/relationships/slideLayout" Target="/ppt/slideLayouts/slideLayout16.xml" Id="Rc1fc676d81964533" /><Relationship Type="http://schemas.openxmlformats.org/officeDocument/2006/relationships/slideLayout" Target="/ppt/slideLayouts/slideLayout17.xml" Id="Re3a0ea964a794eba" /><Relationship Type="http://schemas.openxmlformats.org/officeDocument/2006/relationships/slideLayout" Target="/ppt/slideLayouts/slideLayout18.xml" Id="Re6648176d1cc405f" /><Relationship Type="http://schemas.openxmlformats.org/officeDocument/2006/relationships/slideLayout" Target="/ppt/slideLayouts/slideLayout19.xml" Id="R355c67812e9e4b1d" /><Relationship Type="http://schemas.openxmlformats.org/officeDocument/2006/relationships/slideLayout" Target="/ppt/slideLayouts/slideLayout20.xml" Id="Rab05620782cd4966" /><Relationship Type="http://schemas.openxmlformats.org/officeDocument/2006/relationships/slideLayout" Target="/ppt/slideLayouts/slideLayout21.xml" Id="R96dc183ddce348fd" /><Relationship Type="http://schemas.openxmlformats.org/officeDocument/2006/relationships/slideLayout" Target="/ppt/slideLayouts/slideLayout22.xml" Id="R2817bfd3aaaf48a3" /><Relationship Type="http://schemas.openxmlformats.org/officeDocument/2006/relationships/slideLayout" Target="/ppt/slideLayouts/slideLayout23.xml" Id="Ree61441b94974e84" /><Relationship Type="http://schemas.openxmlformats.org/officeDocument/2006/relationships/slideLayout" Target="/ppt/slideLayouts/slideLayout24.xml" Id="Ra4aab906b8d44414" /><Relationship Type="http://schemas.openxmlformats.org/officeDocument/2006/relationships/slideLayout" Target="/ppt/slideLayouts/slideLayout25.xml" Id="R2ec2e0249d1942ed" /><Relationship Type="http://schemas.openxmlformats.org/officeDocument/2006/relationships/slideLayout" Target="/ppt/slideLayouts/slideLayout26.xml" Id="R8c65cc0efa4f4584" /><Relationship Type="http://schemas.openxmlformats.org/officeDocument/2006/relationships/slideLayout" Target="/ppt/slideLayouts/slideLayout27.xml" Id="R52b9660b54a54488" /><Relationship Type="http://schemas.openxmlformats.org/officeDocument/2006/relationships/slideLayout" Target="/ppt/slideLayouts/slideLayout28.xml" Id="R8db56c1ee0074bd9" /><Relationship Type="http://schemas.openxmlformats.org/officeDocument/2006/relationships/slideLayout" Target="/ppt/slideLayouts/slideLayout29.xml" Id="Ra941f0648bda42e2" /><Relationship Type="http://schemas.openxmlformats.org/officeDocument/2006/relationships/slideLayout" Target="/ppt/slideLayouts/slideLayout30.xml" Id="R8b51aaa20e7b4aa3" /><Relationship Type="http://schemas.openxmlformats.org/officeDocument/2006/relationships/slideLayout" Target="/ppt/slideLayouts/slideLayout31.xml" Id="Rc289d98332084c1d" /><Relationship Type="http://schemas.openxmlformats.org/officeDocument/2006/relationships/slideLayout" Target="/ppt/slideLayouts/slideLayout32.xml" Id="R60f1a2a6e5c14e58" /><Relationship Type="http://schemas.openxmlformats.org/officeDocument/2006/relationships/slideLayout" Target="/ppt/slideLayouts/slideLayout33.xml" Id="R4d2b6d0084e6405e" /><Relationship Type="http://schemas.openxmlformats.org/officeDocument/2006/relationships/slideLayout" Target="/ppt/slideLayouts/slideLayout34.xml" Id="R935d94f25307460b" /><Relationship Type="http://schemas.openxmlformats.org/officeDocument/2006/relationships/slideLayout" Target="/ppt/slideLayouts/slideLayout35.xml" Id="Rdf7f482ee59b44f0" /><Relationship Type="http://schemas.openxmlformats.org/officeDocument/2006/relationships/slideLayout" Target="/ppt/slideLayouts/slideLayout36.xml" Id="R379dab5ba399442b" /><Relationship Type="http://schemas.openxmlformats.org/officeDocument/2006/relationships/slideLayout" Target="/ppt/slideLayouts/slideLayout37.xml" Id="R9e021a110caf4e44" /><Relationship Type="http://schemas.openxmlformats.org/officeDocument/2006/relationships/slideLayout" Target="/ppt/slideLayouts/slideLayout38.xml" Id="Rbc9344ed71ac4a17" /><Relationship Type="http://schemas.openxmlformats.org/officeDocument/2006/relationships/slideLayout" Target="/ppt/slideLayouts/slideLayout39.xml" Id="Rb417250898ff458d" /><Relationship Type="http://schemas.openxmlformats.org/officeDocument/2006/relationships/slideLayout" Target="/ppt/slideLayouts/slideLayout40.xml" Id="R5543c7bdfbb14e71" /><Relationship Type="http://schemas.openxmlformats.org/officeDocument/2006/relationships/slideLayout" Target="/ppt/slideLayouts/slideLayout41.xml" Id="R132e638afa4b478f" /><Relationship Type="http://schemas.openxmlformats.org/officeDocument/2006/relationships/slideLayout" Target="/ppt/slideLayouts/slideLayout42.xml" Id="Rd05583b1f05a42d3" /><Relationship Type="http://schemas.openxmlformats.org/officeDocument/2006/relationships/slideLayout" Target="/ppt/slideLayouts/slideLayout43.xml" Id="Rc70c32e320d9476d" /><Relationship Type="http://schemas.openxmlformats.org/officeDocument/2006/relationships/slideLayout" Target="/ppt/slideLayouts/slideLayout44.xml" Id="R487a527115974bff" /><Relationship Type="http://schemas.openxmlformats.org/officeDocument/2006/relationships/slideLayout" Target="/ppt/slideLayouts/slideLayout45.xml" Id="R55e7c1c7cbd64edc" /><Relationship Type="http://schemas.openxmlformats.org/officeDocument/2006/relationships/slideLayout" Target="/ppt/slideLayouts/slideLayout46.xml" Id="R209e88da55134483" /><Relationship Type="http://schemas.openxmlformats.org/officeDocument/2006/relationships/slideLayout" Target="/ppt/slideLayouts/slideLayout47.xml" Id="R05fcea5771434a02" /><Relationship Type="http://schemas.openxmlformats.org/officeDocument/2006/relationships/slideLayout" Target="/ppt/slideLayouts/slideLayout48.xml" Id="Rdf7cf02bfbc44bc6" /><Relationship Type="http://schemas.openxmlformats.org/officeDocument/2006/relationships/slideLayout" Target="/ppt/slideLayouts/slideLayout49.xml" Id="R990e2eb0382c46b8" /><Relationship Type="http://schemas.openxmlformats.org/officeDocument/2006/relationships/slideLayout" Target="/ppt/slideLayouts/slideLayout50.xml" Id="R211f967604da4dcc" /><Relationship Type="http://schemas.openxmlformats.org/officeDocument/2006/relationships/slideLayout" Target="/ppt/slideLayouts/slideLayout51.xml" Id="Rc83566562ef54b0a" /><Relationship Type="http://schemas.openxmlformats.org/officeDocument/2006/relationships/slideLayout" Target="/ppt/slideLayouts/slideLayout52.xml" Id="R8aedea82da424121" /><Relationship Type="http://schemas.openxmlformats.org/officeDocument/2006/relationships/slideLayout" Target="/ppt/slideLayouts/slideLayout53.xml" Id="R10039c69d42f4065" /><Relationship Type="http://schemas.openxmlformats.org/officeDocument/2006/relationships/slideLayout" Target="/ppt/slideLayouts/slideLayout54.xml" Id="R08a776d608f44acc" /><Relationship Type="http://schemas.openxmlformats.org/officeDocument/2006/relationships/slideLayout" Target="/ppt/slideLayouts/slideLayout55.xml" Id="R0439cd071fcb46b4" /><Relationship Type="http://schemas.openxmlformats.org/officeDocument/2006/relationships/slideLayout" Target="/ppt/slideLayouts/slideLayout56.xml" Id="Re7bbf3faa4e243cd"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Title Placeholder 1">
            <a:extLst xmlns:a="http://schemas.openxmlformats.org/drawingml/2006/main">
              <a:ext uri="{FF2B5EF4-FFF2-40B4-BE49-F238E27FC236}">
                <a16:creationId xmlns:a16="http://schemas.microsoft.com/office/drawing/2014/main" id="{F21F2830-F0A3-2EAC-C709-5C928A8C49EF}"/>
              </a:ext>
            </a:extLst>
          </p:cNvPr>
          <p:cNvSpPr>
            <a:spLocks xmlns:a="http://schemas.openxmlformats.org/drawingml/2006/main" noGrp="1"/>
          </p:cNvSpPr>
          <p:nvPr>
            <p:ph type="title" idx="0"/>
          </p:nvPr>
        </p:nvSpPr>
        <p:spPr>
          <a:xfrm xmlns:a="http://schemas.openxmlformats.org/drawingml/2006/main">
            <a:off x="323850" y="298146"/>
            <a:ext cx="11544300" cy="492443"/>
          </a:xfrm>
          <a:prstGeom xmlns:a="http://schemas.openxmlformats.org/drawingml/2006/main" prst="rect">
            <a:avLst/>
          </a:prstGeom>
          <a:noFill xmlns:a="http://schemas.openxmlformats.org/drawingml/2006/main"/>
        </p:spPr>
        <p:txBody>
          <a:bodyPr xmlns:a="http://schemas.openxmlformats.org/drawingml/2006/main" vert="horz" lIns="0" tIns="0" rIns="0" bIns="0" anchor="t">
            <a:noAutofit/>
          </a:bodyPr>
          <a:lstStyle xmlns:a="http://schemas.openxmlformats.org/drawingml/2006/main"/>
          <a:p xmlns:a="http://schemas.openxmlformats.org/drawingml/2006/main">
            <a:r>
              <a:t>Click to edit Master title style</a:t>
            </a:r>
          </a:p>
        </p:txBody>
      </p:sp>
      <p:sp>
        <p:nvSpPr>
          <p:cNvPr id="7" name="Text Placeholder 2">
            <a:extLst xmlns:a="http://schemas.openxmlformats.org/drawingml/2006/main">
              <a:ext uri="{FF2B5EF4-FFF2-40B4-BE49-F238E27FC236}">
                <a16:creationId xmlns:a16="http://schemas.microsoft.com/office/drawing/2014/main" id="{455BE63C-8C0C-FC75-3DF2-F8F96A3C87BE}"/>
              </a:ext>
            </a:extLst>
          </p:cNvPr>
          <p:cNvSpPr>
            <a:spLocks xmlns:a="http://schemas.openxmlformats.org/drawingml/2006/main" noGrp="1"/>
          </p:cNvSpPr>
          <p:nvPr>
            <p:ph type="body" idx="1"/>
          </p:nvPr>
        </p:nvSpPr>
        <p:spPr>
          <a:xfrm xmlns:a="http://schemas.openxmlformats.org/drawingml/2006/main">
            <a:off x="323754" y="1244599"/>
            <a:ext cx="11544396" cy="4835321"/>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Rectangle 4">
            <a:extLst xmlns:a="http://schemas.openxmlformats.org/drawingml/2006/main">
              <a:ext uri="{FF2B5EF4-FFF2-40B4-BE49-F238E27FC236}">
                <a16:creationId xmlns:a16="http://schemas.microsoft.com/office/drawing/2014/main" id="{239B4362-70A2-3ADC-C4AA-ADA6E4E09C94}"/>
              </a:ext>
            </a:extLst>
          </p:cNvPr>
          <p:cNvSpPr>
            <a:spLocks xmlns:a="http://schemas.openxmlformats.org/drawingml/2006/main" noGrp="1"/>
          </p:cNvSpPr>
          <p:nvPr/>
        </p:nvSpPr>
        <p:spPr>
          <a:xfrm xmlns:a="http://schemas.openxmlformats.org/drawingml/2006/main">
            <a:off x="323850" y="6448930"/>
            <a:ext cx="3285935" cy="409069"/>
          </a:xfrm>
          <a:prstGeom xmlns:a="http://schemas.openxmlformats.org/drawingml/2006/main" prst="rect">
            <a:avLst/>
          </a:prstGeom>
          <a:noFill xmlns:a="http://schemas.openxmlformats.org/drawingml/2006/main"/>
          <a:ln xmlns:a="http://schemas.openxmlformats.org/drawingml/2006/main" w="9525">
            <a:noFill/>
          </a:ln>
        </p:spPr>
        <p:txBody>
          <a:bodyPr xmlns:a="http://schemas.openxmlformats.org/drawingml/2006/main" wrap="square" lIns="0" tIns="0" rIns="0" bIns="0" anchor="t">
            <a:noAutofit/>
          </a:bodyPr>
          <a:lstStyle xmlns:a="http://schemas.openxmlformats.org/drawingml/2006/main"/>
          <a:p xmlns:a="http://schemas.openxmlformats.org/drawingml/2006/main">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xmlns:a="http://schemas.openxmlformats.org/drawingml/2006/main">
              <a:ext uri="{FF2B5EF4-FFF2-40B4-BE49-F238E27FC236}">
                <a16:creationId xmlns:a16="http://schemas.microsoft.com/office/drawing/2014/main" id="{B042B348-7CFA-9BD7-7FBA-A3E160A67776}"/>
              </a:ext>
            </a:extLst>
          </p:cNvPr>
          <p:cNvSpPr>
            <a:spLocks xmlns:a="http://schemas.openxmlformats.org/drawingml/2006/main" noGrp="1"/>
          </p:cNvSpPr>
          <p:nvPr>
            <p:ph type="ftr" idx="3"/>
          </p:nvPr>
        </p:nvSpPr>
        <p:spPr>
          <a:xfrm xmlns:a="http://schemas.openxmlformats.org/drawingml/2006/main">
            <a:off x="4230688" y="6445885"/>
            <a:ext cx="3727450"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ctr">
              <a:buNone/>
              <a:defRPr sz="700" b="0" i="0" u="none" kern="1200" cap="none" spc="0" baseline="0">
                <a:ln>
                  <a:noFill/>
                </a:ln>
                <a:solidFill>
                  <a:schemeClr val="bg1"/>
                </a:solidFill>
                <a:latin typeface="+mn-lt"/>
                <a:ea typeface="+mn-lt"/>
                <a:cs typeface="+mn-lt"/>
              </a:defRPr>
            </a:lvl1pPr>
          </a:lstStyle>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10ECAE8E-F596-3416-3914-B7C065191A87}"/>
              </a:ext>
            </a:extLst>
          </p:cNvPr>
          <p:cNvSpPr>
            <a:spLocks xmlns:a="http://schemas.openxmlformats.org/drawingml/2006/main" noGrp="1"/>
          </p:cNvSpPr>
          <p:nvPr>
            <p:ph type="sldNum" idx="4"/>
          </p:nvPr>
        </p:nvSpPr>
        <p:spPr>
          <a:xfrm xmlns:a="http://schemas.openxmlformats.org/drawingml/2006/main">
            <a:off x="9115425" y="6448929"/>
            <a:ext cx="1773238"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r">
              <a:buNone/>
              <a:defRPr sz="700" b="0" i="0" u="none" kern="1200" cap="none" spc="0" baseline="0">
                <a:ln>
                  <a:noFill/>
                </a:ln>
                <a:solidFill>
                  <a:schemeClr val="bg1"/>
                </a:solidFill>
                <a:latin typeface="+mn-lt"/>
                <a:ea typeface="+mn-lt"/>
                <a:cs typeface="+mn-lt"/>
              </a:defRPr>
            </a:lvl1pPr>
          </a:lstStyle>
          <a:p xmlns:a="http://schemas.openxmlformats.org/drawingml/2006/main">
            <a:fld id="{C3C42FAE-7A31-41D3-A712-51D9B15D0B10}" type="slidenum">
              <a:t>‹#›</a:t>
            </a:fld>
            <a:endParaRPr/>
          </a:p>
        </p:txBody>
      </p:sp>
      <p:pic>
        <p:nvPicPr>
          <p:cNvPr id="16" name="Picture 7"/>
          <p:cNvPicPr>
            <a:picLocks xmlns:a="http://schemas.openxmlformats.org/drawingml/2006/main" noChangeAspect="1"/>
          </p:cNvPicPr>
          <p:nvPr/>
        </p:nvPicPr>
        <p:blipFill>
          <a:blip xmlns:r="http://schemas.openxmlformats.org/officeDocument/2006/relationships" xmlns:a="http://schemas.openxmlformats.org/drawingml/2006/main" r:embed="R2dfd5e7777944196">
            <a:extLst>
              <a:ext uri="{96DAC541-7B7A-43D3-8B79-37D633B846F1}">
                <asvg:svgBlip xmlns:asvg="http://schemas.microsoft.com/office/drawing/2016/SVG/main" r:embed="R3258f7dfaae14668"/>
              </a:ext>
            </a:extLst>
          </a:blip>
          <a:srcRect xmlns:a="http://schemas.openxmlformats.org/drawingml/2006/main" l="0" t="0" r="0" b="0"/>
          <a:stretch xmlns:a="http://schemas.openxmlformats.org/drawingml/2006/main"/>
        </p:blipFill>
        <p:spPr>
          <a:xfrm xmlns:a="http://schemas.openxmlformats.org/drawingml/2006/main">
            <a:off x="11520088" y="6354445"/>
            <a:ext cx="348061" cy="182880"/>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DCAE3397-B7E0-F9B7-D1AC-C859F3CFC5AF}"/>
              </a:ext>
            </a:extLst>
          </p:cNvPr>
          <p:cNvSpPr>
            <a:spLocks xmlns:a="http://schemas.openxmlformats.org/drawingml/2006/main" noGrp="1"/>
          </p:cNvSpPr>
          <p:nvPr/>
        </p:nvSpPr>
        <p:spPr>
          <a:xfrm xmlns:a="http://schemas.openxmlformats.org/drawingml/2006/main">
            <a:off x="11385550" y="6672580"/>
            <a:ext cx="765175" cy="107722"/>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6349f84c878946b2"/>
    <p:sldLayoutId xmlns:r="http://schemas.openxmlformats.org/officeDocument/2006/relationships" id="2147483650" r:id="Rbcb007d29c624640"/>
    <p:sldLayoutId xmlns:r="http://schemas.openxmlformats.org/officeDocument/2006/relationships" id="2147483651" r:id="R37da21cfe4d94305"/>
    <p:sldLayoutId xmlns:r="http://schemas.openxmlformats.org/officeDocument/2006/relationships" id="2147483652" r:id="Rf8a8c32de4df4dd3"/>
    <p:sldLayoutId xmlns:r="http://schemas.openxmlformats.org/officeDocument/2006/relationships" id="2147483653" r:id="R3e16e5fffc614e64"/>
    <p:sldLayoutId xmlns:r="http://schemas.openxmlformats.org/officeDocument/2006/relationships" id="2147483654" r:id="R969cb10f48874d8a"/>
    <p:sldLayoutId xmlns:r="http://schemas.openxmlformats.org/officeDocument/2006/relationships" id="2147483655" r:id="R9c1481a012804c7c"/>
    <p:sldLayoutId xmlns:r="http://schemas.openxmlformats.org/officeDocument/2006/relationships" id="2147483656" r:id="R99b6bc8865184321"/>
    <p:sldLayoutId xmlns:r="http://schemas.openxmlformats.org/officeDocument/2006/relationships" id="2147483657" r:id="R0a5ade31932d45c5"/>
    <p:sldLayoutId xmlns:r="http://schemas.openxmlformats.org/officeDocument/2006/relationships" id="2147483658" r:id="Recca4053dd0b445f"/>
    <p:sldLayoutId xmlns:r="http://schemas.openxmlformats.org/officeDocument/2006/relationships" id="2147483659" r:id="Rb30d8cfa73f14adc"/>
    <p:sldLayoutId xmlns:r="http://schemas.openxmlformats.org/officeDocument/2006/relationships" id="2147483660" r:id="R60c3a990b2524be1"/>
    <p:sldLayoutId xmlns:r="http://schemas.openxmlformats.org/officeDocument/2006/relationships" id="2147483661" r:id="Re6ac77de3e844bcc"/>
    <p:sldLayoutId xmlns:r="http://schemas.openxmlformats.org/officeDocument/2006/relationships" id="2147483662" r:id="Rf60761821fd544d4"/>
    <p:sldLayoutId xmlns:r="http://schemas.openxmlformats.org/officeDocument/2006/relationships" id="2147483663" r:id="Ra24afd9f0bae4ae2"/>
    <p:sldLayoutId xmlns:r="http://schemas.openxmlformats.org/officeDocument/2006/relationships" id="2147483664" r:id="Rc1fc676d81964533"/>
    <p:sldLayoutId xmlns:r="http://schemas.openxmlformats.org/officeDocument/2006/relationships" id="2147483665" r:id="Re3a0ea964a794eba"/>
    <p:sldLayoutId xmlns:r="http://schemas.openxmlformats.org/officeDocument/2006/relationships" id="2147483666" r:id="Re6648176d1cc405f"/>
    <p:sldLayoutId xmlns:r="http://schemas.openxmlformats.org/officeDocument/2006/relationships" id="2147483667" r:id="R355c67812e9e4b1d"/>
    <p:sldLayoutId xmlns:r="http://schemas.openxmlformats.org/officeDocument/2006/relationships" id="2147483668" r:id="Rab05620782cd4966"/>
    <p:sldLayoutId xmlns:r="http://schemas.openxmlformats.org/officeDocument/2006/relationships" id="2147483669" r:id="R96dc183ddce348fd"/>
    <p:sldLayoutId xmlns:r="http://schemas.openxmlformats.org/officeDocument/2006/relationships" id="2147483670" r:id="R2817bfd3aaaf48a3"/>
    <p:sldLayoutId xmlns:r="http://schemas.openxmlformats.org/officeDocument/2006/relationships" id="2147483671" r:id="Ree61441b94974e84"/>
    <p:sldLayoutId xmlns:r="http://schemas.openxmlformats.org/officeDocument/2006/relationships" id="2147483672" r:id="Ra4aab906b8d44414"/>
    <p:sldLayoutId xmlns:r="http://schemas.openxmlformats.org/officeDocument/2006/relationships" id="2147483673" r:id="R2ec2e0249d1942ed"/>
    <p:sldLayoutId xmlns:r="http://schemas.openxmlformats.org/officeDocument/2006/relationships" id="2147483674" r:id="R8c65cc0efa4f4584"/>
    <p:sldLayoutId xmlns:r="http://schemas.openxmlformats.org/officeDocument/2006/relationships" id="2147483675" r:id="R52b9660b54a54488"/>
    <p:sldLayoutId xmlns:r="http://schemas.openxmlformats.org/officeDocument/2006/relationships" id="2147483676" r:id="R8db56c1ee0074bd9"/>
    <p:sldLayoutId xmlns:r="http://schemas.openxmlformats.org/officeDocument/2006/relationships" id="2147483677" r:id="Ra941f0648bda42e2"/>
    <p:sldLayoutId xmlns:r="http://schemas.openxmlformats.org/officeDocument/2006/relationships" id="2147483678" r:id="R8b51aaa20e7b4aa3"/>
    <p:sldLayoutId xmlns:r="http://schemas.openxmlformats.org/officeDocument/2006/relationships" id="2147483679" r:id="Rc289d98332084c1d"/>
    <p:sldLayoutId xmlns:r="http://schemas.openxmlformats.org/officeDocument/2006/relationships" id="2147483680" r:id="R60f1a2a6e5c14e58"/>
    <p:sldLayoutId xmlns:r="http://schemas.openxmlformats.org/officeDocument/2006/relationships" id="2147483681" r:id="R4d2b6d0084e6405e"/>
    <p:sldLayoutId xmlns:r="http://schemas.openxmlformats.org/officeDocument/2006/relationships" id="2147483682" r:id="R935d94f25307460b"/>
    <p:sldLayoutId xmlns:r="http://schemas.openxmlformats.org/officeDocument/2006/relationships" id="2147483683" r:id="Rdf7f482ee59b44f0"/>
    <p:sldLayoutId xmlns:r="http://schemas.openxmlformats.org/officeDocument/2006/relationships" id="2147483684" r:id="R379dab5ba399442b"/>
    <p:sldLayoutId xmlns:r="http://schemas.openxmlformats.org/officeDocument/2006/relationships" id="2147483685" r:id="R9e021a110caf4e44"/>
    <p:sldLayoutId xmlns:r="http://schemas.openxmlformats.org/officeDocument/2006/relationships" id="2147483686" r:id="Rbc9344ed71ac4a17"/>
    <p:sldLayoutId xmlns:r="http://schemas.openxmlformats.org/officeDocument/2006/relationships" id="2147483687" r:id="Rb417250898ff458d"/>
    <p:sldLayoutId xmlns:r="http://schemas.openxmlformats.org/officeDocument/2006/relationships" id="2147483688" r:id="R5543c7bdfbb14e71"/>
    <p:sldLayoutId xmlns:r="http://schemas.openxmlformats.org/officeDocument/2006/relationships" id="2147483689" r:id="R132e638afa4b478f"/>
    <p:sldLayoutId xmlns:r="http://schemas.openxmlformats.org/officeDocument/2006/relationships" id="2147483690" r:id="Rd05583b1f05a42d3"/>
    <p:sldLayoutId xmlns:r="http://schemas.openxmlformats.org/officeDocument/2006/relationships" id="2147483691" r:id="Rc70c32e320d9476d"/>
    <p:sldLayoutId xmlns:r="http://schemas.openxmlformats.org/officeDocument/2006/relationships" id="2147483692" r:id="R487a527115974bff"/>
    <p:sldLayoutId xmlns:r="http://schemas.openxmlformats.org/officeDocument/2006/relationships" id="2147483693" r:id="R55e7c1c7cbd64edc"/>
    <p:sldLayoutId xmlns:r="http://schemas.openxmlformats.org/officeDocument/2006/relationships" id="2147483694" r:id="R209e88da55134483"/>
    <p:sldLayoutId xmlns:r="http://schemas.openxmlformats.org/officeDocument/2006/relationships" id="2147483695" r:id="R05fcea5771434a02"/>
    <p:sldLayoutId xmlns:r="http://schemas.openxmlformats.org/officeDocument/2006/relationships" id="2147483696" r:id="Rdf7cf02bfbc44bc6"/>
    <p:sldLayoutId xmlns:r="http://schemas.openxmlformats.org/officeDocument/2006/relationships" id="2147483697" r:id="R990e2eb0382c46b8"/>
    <p:sldLayoutId xmlns:r="http://schemas.openxmlformats.org/officeDocument/2006/relationships" id="2147483698" r:id="R211f967604da4dcc"/>
    <p:sldLayoutId xmlns:r="http://schemas.openxmlformats.org/officeDocument/2006/relationships" id="2147483699" r:id="Rc83566562ef54b0a"/>
    <p:sldLayoutId xmlns:r="http://schemas.openxmlformats.org/officeDocument/2006/relationships" id="2147483700" r:id="R8aedea82da424121"/>
    <p:sldLayoutId xmlns:r="http://schemas.openxmlformats.org/officeDocument/2006/relationships" id="2147483701" r:id="R10039c69d42f4065"/>
    <p:sldLayoutId xmlns:r="http://schemas.openxmlformats.org/officeDocument/2006/relationships" id="2147483702" r:id="R08a776d608f44acc"/>
    <p:sldLayoutId xmlns:r="http://schemas.openxmlformats.org/officeDocument/2006/relationships" id="2147483703" r:id="R0439cd071fcb46b4"/>
    <p:sldLayoutId xmlns:r="http://schemas.openxmlformats.org/officeDocument/2006/relationships" id="2147483704" r:id="Re7bbf3faa4e243cd"/>
  </p:sldLayoutIdLst>
  <p:hf sldNum="0" hdr="0" ftr="0" dt="0"/>
  <p:txStyles>
    <p:titleStyle>
      <a:lvl1pPr xmlns:a="http://schemas.openxmlformats.org/drawingml/2006/main"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2pPr>
      <a:lvl3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3pPr>
      <a:lvl4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4pPr>
      <a:lvl5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5pPr>
      <a:lvl6pPr xmlns:a="http://schemas.openxmlformats.org/drawingml/2006/main" marL="609595" algn="l" defTabSz="912276">
        <a:lnSpc>
          <a:spcPct val="80000"/>
        </a:lnSpc>
        <a:spcBef>
          <a:spcPct val="0"/>
        </a:spcBef>
        <a:spcAft>
          <a:spcPct val="0"/>
        </a:spcAft>
        <a:buNone/>
        <a:defRPr sz="4267">
          <a:solidFill>
            <a:srgbClr val="676767"/>
          </a:solidFill>
          <a:latin typeface="Arial"/>
          <a:ea typeface="Arial"/>
          <a:cs typeface="Arial"/>
        </a:defRPr>
      </a:lvl6pPr>
      <a:lvl7pPr xmlns:a="http://schemas.openxmlformats.org/drawingml/2006/main" marL="1219190" algn="l" defTabSz="912276">
        <a:lnSpc>
          <a:spcPct val="80000"/>
        </a:lnSpc>
        <a:spcBef>
          <a:spcPct val="0"/>
        </a:spcBef>
        <a:spcAft>
          <a:spcPct val="0"/>
        </a:spcAft>
        <a:buNone/>
        <a:defRPr sz="4267">
          <a:solidFill>
            <a:srgbClr val="676767"/>
          </a:solidFill>
          <a:latin typeface="Arial"/>
          <a:ea typeface="Arial"/>
          <a:cs typeface="Arial"/>
        </a:defRPr>
      </a:lvl7pPr>
      <a:lvl8pPr xmlns:a="http://schemas.openxmlformats.org/drawingml/2006/main" marL="1828785" algn="l" defTabSz="912276">
        <a:lnSpc>
          <a:spcPct val="80000"/>
        </a:lnSpc>
        <a:spcBef>
          <a:spcPct val="0"/>
        </a:spcBef>
        <a:spcAft>
          <a:spcPct val="0"/>
        </a:spcAft>
        <a:buNone/>
        <a:defRPr sz="4267">
          <a:solidFill>
            <a:srgbClr val="676767"/>
          </a:solidFill>
          <a:latin typeface="Arial"/>
          <a:ea typeface="Arial"/>
          <a:cs typeface="Arial"/>
        </a:defRPr>
      </a:lvl8pPr>
      <a:lvl9pPr xmlns:a="http://schemas.openxmlformats.org/drawingml/2006/main"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xmlns:a="http://schemas.openxmlformats.org/drawingml/2006/main"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xmlns:a="http://schemas.openxmlformats.org/drawingml/2006/main"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xmlns:a="http://schemas.openxmlformats.org/drawingml/2006/main"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xmlns:a="http://schemas.openxmlformats.org/drawingml/2006/main"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xmlns:a="http://schemas.openxmlformats.org/drawingml/2006/main"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xmlns:a="http://schemas.openxmlformats.org/drawingml/2006/main" marL="1151798" indent="-228592" algn="l" defTabSz="914362">
        <a:spcBef>
          <a:spcPts val="800"/>
        </a:spcBef>
        <a:buFont typeface="Arial"/>
        <a:buChar char="•"/>
        <a:defRPr sz="1200" kern="1200" baseline="0">
          <a:solidFill>
            <a:schemeClr val="tx1"/>
          </a:solidFill>
          <a:latin typeface="+mn-lt"/>
          <a:ea typeface="+mn-lt"/>
          <a:cs typeface="+mn-lt"/>
        </a:defRPr>
      </a:lvl6pPr>
      <a:lvl7pPr xmlns:a="http://schemas.openxmlformats.org/drawingml/2006/main" marL="1247781" indent="-228561" algn="l" defTabSz="914362">
        <a:spcBef>
          <a:spcPts val="800"/>
        </a:spcBef>
        <a:buFont typeface="Arial"/>
        <a:buChar char="•"/>
        <a:defRPr sz="1067" kern="1200" baseline="0">
          <a:solidFill>
            <a:schemeClr val="tx1"/>
          </a:solidFill>
          <a:latin typeface="+mn-lt"/>
          <a:ea typeface="+mn-lt"/>
          <a:cs typeface="+mn-lt"/>
        </a:defRPr>
      </a:lvl7pPr>
      <a:lvl8pPr xmlns:a="http://schemas.openxmlformats.org/drawingml/2006/main" marL="3200267" indent="0" algn="l" defTabSz="914362">
        <a:spcBef>
          <a:spcPct val="20000"/>
        </a:spcBef>
        <a:buFont typeface="Arial"/>
        <a:buNone/>
        <a:defRPr sz="2000" kern="1200">
          <a:solidFill>
            <a:schemeClr val="tx1"/>
          </a:solidFill>
          <a:latin typeface="+mn-lt"/>
          <a:ea typeface="+mn-lt"/>
          <a:cs typeface="+mn-lt"/>
        </a:defRPr>
      </a:lvl8pPr>
      <a:lvl9pPr xmlns:a="http://schemas.openxmlformats.org/drawingml/2006/main"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362">
        <a:buNone/>
        <a:defRPr sz="1867" kern="1200">
          <a:solidFill>
            <a:schemeClr val="tx1"/>
          </a:solidFill>
          <a:latin typeface="+mn-lt"/>
          <a:ea typeface="+mn-lt"/>
          <a:cs typeface="+mn-lt"/>
        </a:defRPr>
      </a:lvl1pPr>
      <a:lvl2pPr xmlns:a="http://schemas.openxmlformats.org/drawingml/2006/main" marL="457178" algn="l" defTabSz="914362">
        <a:buNone/>
        <a:defRPr sz="1867" kern="1200">
          <a:solidFill>
            <a:schemeClr val="tx1"/>
          </a:solidFill>
          <a:latin typeface="+mn-lt"/>
          <a:ea typeface="+mn-lt"/>
          <a:cs typeface="+mn-lt"/>
        </a:defRPr>
      </a:lvl2pPr>
      <a:lvl3pPr xmlns:a="http://schemas.openxmlformats.org/drawingml/2006/main" marL="914362" algn="l" defTabSz="914362">
        <a:buNone/>
        <a:defRPr sz="1867" kern="1200">
          <a:solidFill>
            <a:schemeClr val="tx1"/>
          </a:solidFill>
          <a:latin typeface="+mn-lt"/>
          <a:ea typeface="+mn-lt"/>
          <a:cs typeface="+mn-lt"/>
        </a:defRPr>
      </a:lvl3pPr>
      <a:lvl4pPr xmlns:a="http://schemas.openxmlformats.org/drawingml/2006/main" marL="1371542" algn="l" defTabSz="914362">
        <a:buNone/>
        <a:defRPr sz="1867" kern="1200">
          <a:solidFill>
            <a:schemeClr val="tx1"/>
          </a:solidFill>
          <a:latin typeface="+mn-lt"/>
          <a:ea typeface="+mn-lt"/>
          <a:cs typeface="+mn-lt"/>
        </a:defRPr>
      </a:lvl4pPr>
      <a:lvl5pPr xmlns:a="http://schemas.openxmlformats.org/drawingml/2006/main" marL="1828725" algn="l" defTabSz="914362">
        <a:buNone/>
        <a:defRPr sz="1867" kern="1200">
          <a:solidFill>
            <a:schemeClr val="tx1"/>
          </a:solidFill>
          <a:latin typeface="+mn-lt"/>
          <a:ea typeface="+mn-lt"/>
          <a:cs typeface="+mn-lt"/>
        </a:defRPr>
      </a:lvl5pPr>
      <a:lvl6pPr xmlns:a="http://schemas.openxmlformats.org/drawingml/2006/main" marL="2285903" algn="l" defTabSz="914362">
        <a:buNone/>
        <a:defRPr sz="1867" kern="1200">
          <a:solidFill>
            <a:schemeClr val="tx1"/>
          </a:solidFill>
          <a:latin typeface="+mn-lt"/>
          <a:ea typeface="+mn-lt"/>
          <a:cs typeface="+mn-lt"/>
        </a:defRPr>
      </a:lvl6pPr>
      <a:lvl7pPr xmlns:a="http://schemas.openxmlformats.org/drawingml/2006/main" marL="2743086" algn="l" defTabSz="914362">
        <a:buNone/>
        <a:defRPr sz="1867" kern="1200">
          <a:solidFill>
            <a:schemeClr val="tx1"/>
          </a:solidFill>
          <a:latin typeface="+mn-lt"/>
          <a:ea typeface="+mn-lt"/>
          <a:cs typeface="+mn-lt"/>
        </a:defRPr>
      </a:lvl7pPr>
      <a:lvl8pPr xmlns:a="http://schemas.openxmlformats.org/drawingml/2006/main" marL="3200267" algn="l" defTabSz="914362">
        <a:buNone/>
        <a:defRPr sz="1867" kern="1200">
          <a:solidFill>
            <a:schemeClr val="tx1"/>
          </a:solidFill>
          <a:latin typeface="+mn-lt"/>
          <a:ea typeface="+mn-lt"/>
          <a:cs typeface="+mn-lt"/>
        </a:defRPr>
      </a:lvl8pPr>
      <a:lvl9pPr xmlns:a="http://schemas.openxmlformats.org/drawingml/2006/main"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xmlns:a="http://schemas.openxmlformats.org/drawingml/2006/main" val="F26B43"/>
          </p15:clr>
        </p15:guide>
        <p15:guide id="3" pos="7476" userDrawn="1">
          <p15:clr>
            <a:srgbClr xmlns:a="http://schemas.openxmlformats.org/drawingml/2006/main" val="F26B43"/>
          </p15:clr>
        </p15:guide>
        <p15:guide id="6" pos="3840" userDrawn="1">
          <p15:clr>
            <a:srgbClr xmlns:a="http://schemas.openxmlformats.org/drawingml/2006/main" val="F26B43"/>
          </p15:clr>
        </p15:guide>
        <p15:guide id="9" orient="horz" pos="3827" userDrawn="1">
          <p15:clr>
            <a:srgbClr xmlns:a="http://schemas.openxmlformats.org/drawingml/2006/main" val="9FCC3B"/>
          </p15:clr>
        </p15:guide>
        <p15:guide id="10" orient="horz" pos="202" userDrawn="1">
          <p15:clr>
            <a:srgbClr xmlns:a="http://schemas.openxmlformats.org/drawingml/2006/main" val="F26B43"/>
          </p15:clr>
        </p15:guide>
        <p15:guide id="11" orient="horz" pos="2160">
          <p15:clr>
            <a:srgbClr xmlns:a="http://schemas.openxmlformats.org/drawingml/2006/main" val="F26B43"/>
          </p15:clr>
        </p15:guide>
        <p15:guide id="12" orient="horz" pos="392" userDrawn="1">
          <p15:clr>
            <a:srgbClr xmlns:a="http://schemas.openxmlformats.org/drawingml/2006/main" val="A4A3A4"/>
          </p15:clr>
        </p15:guide>
        <p15:guide id="13" orient="horz" pos="2552" userDrawn="1">
          <p15:clr>
            <a:srgbClr xmlns:a="http://schemas.openxmlformats.org/drawingml/2006/main" val="A4A3A4"/>
          </p15:clr>
        </p15:guide>
        <p15:guide id="14" orient="horz" pos="600" userDrawn="1">
          <p15:clr>
            <a:srgbClr xmlns:a="http://schemas.openxmlformats.org/drawingml/2006/main" val="A4A3A4"/>
          </p15:clr>
        </p15:guide>
        <p15:guide id="15" orient="horz" pos="1766" userDrawn="1">
          <p15:clr>
            <a:srgbClr xmlns:a="http://schemas.openxmlformats.org/drawingml/2006/main" val="A4A3A4"/>
          </p15:clr>
        </p15:guide>
        <p15:guide id="16" orient="horz" pos="2355" userDrawn="1">
          <p15:clr>
            <a:srgbClr xmlns:a="http://schemas.openxmlformats.org/drawingml/2006/main" val="A4A3A4"/>
          </p15:clr>
        </p15:guide>
        <p15:guide id="18" orient="horz" pos="4118" userDrawn="1">
          <p15:clr>
            <a:srgbClr xmlns:a="http://schemas.openxmlformats.org/drawingml/2006/main" val="F26B43"/>
          </p15:clr>
        </p15:guide>
        <p15:guide id="19" orient="horz" pos="1178" userDrawn="1">
          <p15:clr>
            <a:srgbClr xmlns:a="http://schemas.openxmlformats.org/drawingml/2006/main" val="A4A3A4"/>
          </p15:clr>
        </p15:guide>
        <p15:guide id="20" orient="horz" pos="1374" userDrawn="1">
          <p15:clr>
            <a:srgbClr xmlns:a="http://schemas.openxmlformats.org/drawingml/2006/main" val="A4A3A4"/>
          </p15:clr>
        </p15:guide>
        <p15:guide id="21" orient="horz" pos="1570" userDrawn="1">
          <p15:clr>
            <a:srgbClr xmlns:a="http://schemas.openxmlformats.org/drawingml/2006/main" val="A4A3A4"/>
          </p15:clr>
        </p15:guide>
        <p15:guide id="22" pos="703" userDrawn="1">
          <p15:clr>
            <a:srgbClr xmlns:a="http://schemas.openxmlformats.org/drawingml/2006/main" val="A4A3A4"/>
          </p15:clr>
        </p15:guide>
        <p15:guide id="23" pos="820" userDrawn="1">
          <p15:clr>
            <a:srgbClr xmlns:a="http://schemas.openxmlformats.org/drawingml/2006/main" val="A4A3A4"/>
          </p15:clr>
        </p15:guide>
        <p15:guide id="24" pos="1321" userDrawn="1">
          <p15:clr>
            <a:srgbClr xmlns:a="http://schemas.openxmlformats.org/drawingml/2006/main" val="A4A3A4"/>
          </p15:clr>
        </p15:guide>
        <p15:guide id="25" pos="1435" userDrawn="1">
          <p15:clr>
            <a:srgbClr xmlns:a="http://schemas.openxmlformats.org/drawingml/2006/main" val="A4A3A4"/>
          </p15:clr>
        </p15:guide>
        <p15:guide id="26" pos="1936" userDrawn="1">
          <p15:clr>
            <a:srgbClr xmlns:a="http://schemas.openxmlformats.org/drawingml/2006/main" val="A4A3A4"/>
          </p15:clr>
        </p15:guide>
        <p15:guide id="27" pos="2051" userDrawn="1">
          <p15:clr>
            <a:srgbClr xmlns:a="http://schemas.openxmlformats.org/drawingml/2006/main" val="A4A3A4"/>
          </p15:clr>
        </p15:guide>
        <p15:guide id="28" pos="2551" userDrawn="1">
          <p15:clr>
            <a:srgbClr xmlns:a="http://schemas.openxmlformats.org/drawingml/2006/main" val="A4A3A4"/>
          </p15:clr>
        </p15:guide>
        <p15:guide id="29" pos="2665" userDrawn="1">
          <p15:clr>
            <a:srgbClr xmlns:a="http://schemas.openxmlformats.org/drawingml/2006/main" val="A4A3A4"/>
          </p15:clr>
        </p15:guide>
        <p15:guide id="30" pos="3167" userDrawn="1">
          <p15:clr>
            <a:srgbClr xmlns:a="http://schemas.openxmlformats.org/drawingml/2006/main" val="A4A3A4"/>
          </p15:clr>
        </p15:guide>
        <p15:guide id="31" pos="3281" userDrawn="1">
          <p15:clr>
            <a:srgbClr xmlns:a="http://schemas.openxmlformats.org/drawingml/2006/main" val="A4A3A4"/>
          </p15:clr>
        </p15:guide>
        <p15:guide id="32" pos="3783" userDrawn="1">
          <p15:clr>
            <a:srgbClr xmlns:a="http://schemas.openxmlformats.org/drawingml/2006/main" val="A4A3A4"/>
          </p15:clr>
        </p15:guide>
        <p15:guide id="33" pos="3896" userDrawn="1">
          <p15:clr>
            <a:srgbClr xmlns:a="http://schemas.openxmlformats.org/drawingml/2006/main" val="A4A3A4"/>
          </p15:clr>
        </p15:guide>
        <p15:guide id="34" pos="4397" userDrawn="1">
          <p15:clr>
            <a:srgbClr xmlns:a="http://schemas.openxmlformats.org/drawingml/2006/main" val="A4A3A4"/>
          </p15:clr>
        </p15:guide>
        <p15:guide id="35" pos="4512" userDrawn="1">
          <p15:clr>
            <a:srgbClr xmlns:a="http://schemas.openxmlformats.org/drawingml/2006/main" val="A4A3A4"/>
          </p15:clr>
        </p15:guide>
        <p15:guide id="36" pos="5013" userDrawn="1">
          <p15:clr>
            <a:srgbClr xmlns:a="http://schemas.openxmlformats.org/drawingml/2006/main" val="A4A3A4"/>
          </p15:clr>
        </p15:guide>
        <p15:guide id="37" pos="5128" userDrawn="1">
          <p15:clr>
            <a:srgbClr xmlns:a="http://schemas.openxmlformats.org/drawingml/2006/main" val="A4A3A4"/>
          </p15:clr>
        </p15:guide>
        <p15:guide id="38" pos="5629" userDrawn="1">
          <p15:clr>
            <a:srgbClr xmlns:a="http://schemas.openxmlformats.org/drawingml/2006/main" val="A4A3A4"/>
          </p15:clr>
        </p15:guide>
        <p15:guide id="39" pos="5742" userDrawn="1">
          <p15:clr>
            <a:srgbClr xmlns:a="http://schemas.openxmlformats.org/drawingml/2006/main" val="A4A3A4"/>
          </p15:clr>
        </p15:guide>
        <p15:guide id="40" pos="6244" userDrawn="1">
          <p15:clr>
            <a:srgbClr xmlns:a="http://schemas.openxmlformats.org/drawingml/2006/main" val="A4A3A4"/>
          </p15:clr>
        </p15:guide>
        <p15:guide id="41" pos="6359" userDrawn="1">
          <p15:clr>
            <a:srgbClr xmlns:a="http://schemas.openxmlformats.org/drawingml/2006/main" val="A4A3A4"/>
          </p15:clr>
        </p15:guide>
        <p15:guide id="42" pos="6859" userDrawn="1">
          <p15:clr>
            <a:srgbClr xmlns:a="http://schemas.openxmlformats.org/drawingml/2006/main" val="A4A3A4"/>
          </p15:clr>
        </p15:guide>
        <p15:guide id="43" pos="6975" userDrawn="1">
          <p15:clr>
            <a:srgbClr xmlns:a="http://schemas.openxmlformats.org/drawingml/2006/main" val="A4A3A4"/>
          </p15:clr>
        </p15:guide>
        <p15:guide id="44" orient="horz" pos="784" userDrawn="1">
          <p15:clr>
            <a:srgbClr xmlns:a="http://schemas.openxmlformats.org/drawingml/2006/main" val="A4A3A4"/>
          </p15:clr>
        </p15:guide>
        <p15:guide id="45" orient="horz" pos="980" userDrawn="1">
          <p15:clr>
            <a:srgbClr xmlns:a="http://schemas.openxmlformats.org/drawingml/2006/main" val="A4A3A4"/>
          </p15:clr>
        </p15:guide>
        <p15:guide id="46" orient="horz" pos="1962" userDrawn="1">
          <p15:clr>
            <a:srgbClr xmlns:a="http://schemas.openxmlformats.org/drawingml/2006/main" val="A4A3A4"/>
          </p15:clr>
        </p15:guide>
        <p15:guide id="47" orient="horz" pos="2747" userDrawn="1">
          <p15:clr>
            <a:srgbClr xmlns:a="http://schemas.openxmlformats.org/drawingml/2006/main" val="A4A3A4"/>
          </p15:clr>
        </p15:guide>
        <p15:guide id="48" orient="horz" pos="2945" userDrawn="1">
          <p15:clr>
            <a:srgbClr xmlns:a="http://schemas.openxmlformats.org/drawingml/2006/main" val="A4A3A4"/>
          </p15:clr>
        </p15:guide>
        <p15:guide id="49" orient="horz" pos="3141" userDrawn="1">
          <p15:clr>
            <a:srgbClr xmlns:a="http://schemas.openxmlformats.org/drawingml/2006/main" val="A4A3A4"/>
          </p15:clr>
        </p15:guide>
        <p15:guide id="50" orient="horz" pos="3337" userDrawn="1">
          <p15:clr>
            <a:srgbClr xmlns:a="http://schemas.openxmlformats.org/drawingml/2006/main" val="A4A3A4"/>
          </p15:clr>
        </p15:guide>
        <p15:guide id="51" orient="horz" pos="3535" userDrawn="1">
          <p15:clr>
            <a:srgbClr xmlns:a="http://schemas.openxmlformats.org/drawingml/2006/main" val="A4A3A4"/>
          </p15:clr>
        </p15:guide>
        <p15:guide id="52" orient="horz" pos="3730" userDrawn="1">
          <p15:clr>
            <a:srgbClr xmlns:a="http://schemas.openxmlformats.org/drawingml/2006/main" val="A4A3A4"/>
          </p15:clr>
        </p15:guide>
        <p15:guide id="53" orient="horz" pos="3936" userDrawn="1">
          <p15:clr>
            <a:srgbClr xmlns:a="http://schemas.openxmlformats.org/drawingml/2006/main" val="A4A3A4"/>
          </p15:clr>
        </p15:guide>
        <p15:guide id="54" orient="horz" pos="187" userDrawn="1">
          <p15:clr>
            <a:srgbClr xmlns:a="http://schemas.openxmlformats.org/drawingml/2006/main" val="9FCC3B"/>
          </p15:clr>
        </p15:guide>
        <p15:guide id="55" pos="455" userDrawn="1">
          <p15:clr>
            <a:srgbClr xmlns:a="http://schemas.openxmlformats.org/drawingml/2006/main" val="9FCC3B"/>
          </p15:clr>
        </p15:guide>
        <p15:guide id="56" pos="1069" userDrawn="1">
          <p15:clr>
            <a:srgbClr xmlns:a="http://schemas.openxmlformats.org/drawingml/2006/main" val="9FCC3B"/>
          </p15:clr>
        </p15:guide>
        <p15:guide id="57" pos="1685" userDrawn="1">
          <p15:clr>
            <a:srgbClr xmlns:a="http://schemas.openxmlformats.org/drawingml/2006/main" val="9FCC3B"/>
          </p15:clr>
        </p15:guide>
        <p15:guide id="58" pos="2301" userDrawn="1">
          <p15:clr>
            <a:srgbClr xmlns:a="http://schemas.openxmlformats.org/drawingml/2006/main" val="9FCC3B"/>
          </p15:clr>
        </p15:guide>
        <p15:guide id="59" pos="2915" userDrawn="1">
          <p15:clr>
            <a:srgbClr xmlns:a="http://schemas.openxmlformats.org/drawingml/2006/main" val="9FCC3B"/>
          </p15:clr>
        </p15:guide>
        <p15:guide id="60" pos="3531" userDrawn="1">
          <p15:clr>
            <a:srgbClr xmlns:a="http://schemas.openxmlformats.org/drawingml/2006/main" val="9FCC3B"/>
          </p15:clr>
        </p15:guide>
        <p15:guide id="61" pos="4146" userDrawn="1">
          <p15:clr>
            <a:srgbClr xmlns:a="http://schemas.openxmlformats.org/drawingml/2006/main" val="9FCC3B"/>
          </p15:clr>
        </p15:guide>
        <p15:guide id="62" pos="4762" userDrawn="1">
          <p15:clr>
            <a:srgbClr xmlns:a="http://schemas.openxmlformats.org/drawingml/2006/main" val="9FCC3B"/>
          </p15:clr>
        </p15:guide>
        <p15:guide id="63" pos="5378" userDrawn="1">
          <p15:clr>
            <a:srgbClr xmlns:a="http://schemas.openxmlformats.org/drawingml/2006/main" val="9FCC3B"/>
          </p15:clr>
        </p15:guide>
        <p15:guide id="64" pos="5992" userDrawn="1">
          <p15:clr>
            <a:srgbClr xmlns:a="http://schemas.openxmlformats.org/drawingml/2006/main" val="9FCC3B"/>
          </p15:clr>
        </p15:guide>
        <p15:guide id="65" pos="6609" userDrawn="1">
          <p15:clr>
            <a:srgbClr xmlns:a="http://schemas.openxmlformats.org/drawingml/2006/main" val="9FCC3B"/>
          </p15:clr>
        </p15:guide>
        <p15:guide id="66" pos="7225" userDrawn="1">
          <p15:clr>
            <a:srgbClr xmlns:a="http://schemas.openxmlformats.org/drawingml/2006/main" val="9FCC3B"/>
          </p15:clr>
        </p15:guide>
      </p15:sldGuideLst>
    </p:ext>
  </p:extLst>
</p:sldMaster>
</file>

<file path=ppt/slideMasters/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cefcd0938e1b4074" /><Relationship Type="http://schemas.openxmlformats.org/officeDocument/2006/relationships/notesSlide" Target="/ppt/notesSlides/notesSlide1.xml" Id="Rc1589d9e476747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9.xml" Id="R82d246adad284b1f" /><Relationship Type="http://schemas.openxmlformats.org/officeDocument/2006/relationships/notesSlide" Target="/ppt/notesSlides/notesSlide2.xml" Id="Rb6e08cf3928848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44.xml" Id="Ra4071eb461f940af" /><Relationship Type="http://schemas.openxmlformats.org/officeDocument/2006/relationships/notesSlide" Target="/ppt/notesSlides/notesSlide3.xml" Id="Ra65800e488d042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44.xml" Id="R5b77ba5e44604b56" /><Relationship Type="http://schemas.openxmlformats.org/officeDocument/2006/relationships/notesSlide" Target="/ppt/notesSlides/notesSlide4.xml" Id="R0e3dba10738641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50.xml" Id="R83fb37f0f2cc4fa6" /><Relationship Type="http://schemas.openxmlformats.org/officeDocument/2006/relationships/notesSlide" Target="/ppt/notesSlides/notesSlide5.xml" Id="R7e86b261d87545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0.xml" Id="R75e5588412a6414f" /><Relationship Type="http://schemas.openxmlformats.org/officeDocument/2006/relationships/notesSlide" Target="/ppt/notesSlides/notesSlide6.xml" Id="R7966b97ce3884b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0.xml" Id="R3daea594a2a44f4a" /><Relationship Type="http://schemas.openxmlformats.org/officeDocument/2006/relationships/notesSlide" Target="/ppt/notesSlides/notesSlide7.xml" Id="R2f09c72e9eac49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0.xml" Id="R4fc3203d962c40fa" /><Relationship Type="http://schemas.openxmlformats.org/officeDocument/2006/relationships/notesSlide" Target="/ppt/notesSlides/notesSlide8.xml" Id="R69a4cb3a7bdb40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0.xml" Id="Rbe0eabaf22944f48" /><Relationship Type="http://schemas.openxmlformats.org/officeDocument/2006/relationships/notesSlide" Target="/ppt/notesSlides/notesSlide9.xml" Id="R059e4245137c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0.xml" Id="R07d653369cf8480f" /><Relationship Type="http://schemas.openxmlformats.org/officeDocument/2006/relationships/notesSlide" Target="/ppt/notesSlides/notesSlide10.xml" Id="R7dfe28ee5d6741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0.xml" Id="R67f329949f474372" /><Relationship Type="http://schemas.openxmlformats.org/officeDocument/2006/relationships/notesSlide" Target="/ppt/notesSlides/notesSlide11.xml" Id="R6c2b8d1089d540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0.xml" Id="Rdc23f2dcca1b447e" /><Relationship Type="http://schemas.openxmlformats.org/officeDocument/2006/relationships/notesSlide" Target="/ppt/notesSlides/notesSlide12.xml" Id="R22ffb2ea08ee40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0.xml" Id="Rc4152f37e2974f4a" /><Relationship Type="http://schemas.openxmlformats.org/officeDocument/2006/relationships/image" Target="/ppt/media/image8.png" Id="Rc2ad2130422345ad" /><Relationship Type="http://schemas.openxmlformats.org/officeDocument/2006/relationships/notesSlide" Target="/ppt/notesSlides/notesSlide13.xml" Id="R1c97cd6705c44503" /><Relationship Id="rIdVideo13" Type="http://schemas.openxmlformats.org/officeDocument/2006/relationships/video" Target="../media/cilium-obi-demo-4-legacy-priority.mp4"/><Relationship Id="rIdMedia13" Type="http://schemas.microsoft.com/office/2007/relationships/media" Target="../media/cilium-obi-demo-4-legacy-priority.mp4"/></Relationships>
</file>

<file path=ppt/slides/_rels/slide14.xml.rels>&#65279;<?xml version="1.0" encoding="utf-8"?><Relationships xmlns="http://schemas.openxmlformats.org/package/2006/relationships"><Relationship Type="http://schemas.openxmlformats.org/officeDocument/2006/relationships/slideLayout" Target="/ppt/slideLayouts/slideLayout50.xml" Id="Red0b14d5c89f45ba" /><Relationship Type="http://schemas.openxmlformats.org/officeDocument/2006/relationships/notesSlide" Target="/ppt/notesSlides/notesSlide14.xml" Id="Ra03a5c6864ad40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0.xml" Id="R3bda3c5570464921" /><Relationship Type="http://schemas.openxmlformats.org/officeDocument/2006/relationships/notesSlide" Target="/ppt/notesSlides/notesSlide15.xml" Id="R49097f4290aa4d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0.xml" Id="Re473ea37e31e4ace" /><Relationship Type="http://schemas.openxmlformats.org/officeDocument/2006/relationships/image" Target="/ppt/media/image9.png" Id="Reb8521fd64e44156" /><Relationship Type="http://schemas.openxmlformats.org/officeDocument/2006/relationships/notesSlide" Target="/ppt/notesSlides/notesSlide16.xml" Id="R01f6e327a2874aa6" /><Relationship Id="rIdVideo16" Type="http://schemas.openxmlformats.org/officeDocument/2006/relationships/video" Target="../media/cilium-obi-demo-1-coexistence.mp4"/><Relationship Id="rIdMedia16" Type="http://schemas.microsoft.com/office/2007/relationships/media" Target="../media/cilium-obi-demo-1-coexistence.mp4"/></Relationships>
</file>

<file path=ppt/slides/_rels/slide17.xml.rels>&#65279;<?xml version="1.0" encoding="utf-8"?><Relationships xmlns="http://schemas.openxmlformats.org/package/2006/relationships"><Relationship Type="http://schemas.openxmlformats.org/officeDocument/2006/relationships/slideLayout" Target="/ppt/slideLayouts/slideLayout10.xml" Id="Raec3cf56331a421d" /><Relationship Type="http://schemas.openxmlformats.org/officeDocument/2006/relationships/image" Target="/ppt/media/image10.png" Id="R699d394cf97f435b" /><Relationship Type="http://schemas.openxmlformats.org/officeDocument/2006/relationships/notesSlide" Target="/ppt/notesSlides/notesSlide17.xml" Id="Rf368cdcce6434ae9" /><Relationship Id="rIdVideo17" Type="http://schemas.openxmlformats.org/officeDocument/2006/relationships/video" Target="../media/cilium-obi-demo-2-success.mp4"/><Relationship Id="rIdMedia17" Type="http://schemas.microsoft.com/office/2007/relationships/media" Target="../media/cilium-obi-demo-2-success.mp4"/></Relationships>
</file>

<file path=ppt/slides/_rels/slide18.xml.rels>&#65279;<?xml version="1.0" encoding="utf-8"?><Relationships xmlns="http://schemas.openxmlformats.org/package/2006/relationships"><Relationship Type="http://schemas.openxmlformats.org/officeDocument/2006/relationships/slideLayout" Target="/ppt/slideLayouts/slideLayout10.xml" Id="R0550096dd2e24620" /><Relationship Type="http://schemas.openxmlformats.org/officeDocument/2006/relationships/image" Target="/ppt/media/image11.png" Id="Rcde99a58735d4e01" /><Relationship Type="http://schemas.openxmlformats.org/officeDocument/2006/relationships/notesSlide" Target="/ppt/notesSlides/notesSlide18.xml" Id="R718d6dfbf9e7415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0.xml" Id="R2459783da7aa48d7" /><Relationship Type="http://schemas.openxmlformats.org/officeDocument/2006/relationships/image" Target="/ppt/media/image12.png" Id="Rd12821e0bbc8499b" /><Relationship Type="http://schemas.openxmlformats.org/officeDocument/2006/relationships/notesSlide" Target="/ppt/notesSlides/notesSlide19.xml" Id="R38ed89bde8444ec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0.xml" Id="Rd050318ad5094a83" /><Relationship Type="http://schemas.openxmlformats.org/officeDocument/2006/relationships/image" Target="/ppt/media/image13.png" Id="R02585777b0314c91" /><Relationship Type="http://schemas.openxmlformats.org/officeDocument/2006/relationships/notesSlide" Target="/ppt/notesSlides/notesSlide20.xml" Id="Ra00c8a125e384cf0" /><Relationship Id="rIdVideo20" Type="http://schemas.openxmlformats.org/officeDocument/2006/relationships/video" Target="../media/cilium-obi-demo-3-policy-denial.mp4"/><Relationship Id="rIdMedia20" Type="http://schemas.microsoft.com/office/2007/relationships/media" Target="../media/cilium-obi-demo-3-policy-denial.mp4"/></Relationships>
</file>

<file path=ppt/slides/_rels/slide21.xml.rels>&#65279;<?xml version="1.0" encoding="utf-8"?><Relationships xmlns="http://schemas.openxmlformats.org/package/2006/relationships"><Relationship Type="http://schemas.openxmlformats.org/officeDocument/2006/relationships/slideLayout" Target="/ppt/slideLayouts/slideLayout10.xml" Id="R4977db5ded164a3a" /><Relationship Type="http://schemas.openxmlformats.org/officeDocument/2006/relationships/hyperlink" Target="http://localhost:3000/d/cilium-obi-app-network" TargetMode="External" Id="Re3399a6f8adf4abf" /><Relationship Type="http://schemas.openxmlformats.org/officeDocument/2006/relationships/hyperlink" Target="http://localhost:3000/d/cilium-obi-app-network" TargetMode="External" Id="R026328a40e6b4d8b" /><Relationship Type="http://schemas.openxmlformats.org/officeDocument/2006/relationships/hyperlink" Target="http://localhost:3000/d/cilium-obi-platform" TargetMode="External" Id="Rda40e4837348464f" /><Relationship Type="http://schemas.openxmlformats.org/officeDocument/2006/relationships/hyperlink" Target="http://localhost:3000/d/cilium-obi-platform" TargetMode="External" Id="Rb81ed49a560f4609" /><Relationship Type="http://schemas.openxmlformats.org/officeDocument/2006/relationships/hyperlink" Target="http://localhost:3000/explore" TargetMode="External" Id="Re5aab9699c564a9c" /><Relationship Type="http://schemas.openxmlformats.org/officeDocument/2006/relationships/hyperlink" Target="http://localhost:3000/explore" TargetMode="External" Id="Rcf5a0548b20b4156" /><Relationship Type="http://schemas.openxmlformats.org/officeDocument/2006/relationships/hyperlink" Target="http://localhost:12000/" TargetMode="External" Id="Raf609116ac0440c5" /><Relationship Type="http://schemas.openxmlformats.org/officeDocument/2006/relationships/hyperlink" Target="http://localhost:12000/" TargetMode="External" Id="Rf38db962aa7a4e41" /><Relationship Type="http://schemas.openxmlformats.org/officeDocument/2006/relationships/notesSlide" Target="/ppt/notesSlides/notesSlide21.xml" Id="R41139a293a15468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0.xml" Id="Rbdc41ae9558d4be1" /><Relationship Type="http://schemas.openxmlformats.org/officeDocument/2006/relationships/notesSlide" Target="/ppt/notesSlides/notesSlide22.xml" Id="Re3b84e698a1442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50.xml" Id="Rd036fe94ee974fd9" /><Relationship Type="http://schemas.openxmlformats.org/officeDocument/2006/relationships/notesSlide" Target="/ppt/notesSlides/notesSlide23.xml" Id="R032bfebdb0514e6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0.xml" Id="R6dda669c912044e8" /><Relationship Type="http://schemas.openxmlformats.org/officeDocument/2006/relationships/notesSlide" Target="/ppt/notesSlides/notesSlide24.xml" Id="Rfc1fbceebe8e44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0.xml" Id="Rddb314a884ca4d18" /><Relationship Type="http://schemas.openxmlformats.org/officeDocument/2006/relationships/notesSlide" Target="/ppt/notesSlides/notesSlide25.xml" Id="R752835729fc244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0.xml" Id="R0b168819d9714979" /><Relationship Type="http://schemas.openxmlformats.org/officeDocument/2006/relationships/notesSlide" Target="/ppt/notesSlides/notesSlide26.xml" Id="Rede39c3486ff458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50.xml" Id="R261b7d68378e4ed7" /><Relationship Type="http://schemas.openxmlformats.org/officeDocument/2006/relationships/notesSlide" Target="/ppt/notesSlides/notesSlide27.xml" Id="Rf84698456e164fd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0.xml" Id="R7454d9f84fd94725" /><Relationship Type="http://schemas.openxmlformats.org/officeDocument/2006/relationships/notesSlide" Target="/ppt/notesSlides/notesSlide28.xml" Id="R9c8c07e2938945a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0.xml" Id="Re0670456611241df" /><Relationship Type="http://schemas.openxmlformats.org/officeDocument/2006/relationships/notesSlide" Target="/ppt/notesSlides/notesSlide29.xml" Id="R0fb84a1ea5134e3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50.xml" Id="Rf57c9cf6122443e7" /><Relationship Type="http://schemas.openxmlformats.org/officeDocument/2006/relationships/notesSlide" Target="/ppt/notesSlides/notesSlide30.xml" Id="Rbfc3ceff2cdf4eb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50.xml" Id="Rec4d990c0d984d4e" /><Relationship Type="http://schemas.openxmlformats.org/officeDocument/2006/relationships/notesSlide" Target="/ppt/notesSlides/notesSlide31.xml" Id="Re4b313366f4b460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0.xml" Id="Ra88aceae23f94308" /><Relationship Type="http://schemas.openxmlformats.org/officeDocument/2006/relationships/notesSlide" Target="/ppt/notesSlides/notesSlide32.xml" Id="Rcd1be721f51041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0.xml" Id="R5ad268ba48ad4a78" /><Relationship Type="http://schemas.openxmlformats.org/officeDocument/2006/relationships/notesSlide" Target="/ppt/notesSlides/notesSlide33.xml" Id="Re7c69f4c81dd47c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0.xml" Id="Rc9c404e1b0024339" /><Relationship Type="http://schemas.openxmlformats.org/officeDocument/2006/relationships/notesSlide" Target="/ppt/notesSlides/notesSlide34.xml" Id="Rc4d2efefe10041a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0.xml" Id="R40782d4e5b6c478a" /><Relationship Type="http://schemas.openxmlformats.org/officeDocument/2006/relationships/notesSlide" Target="/ppt/notesSlides/notesSlide35.xml" Id="Ra276ef3d011d4fd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56.xml" Id="Rfcb39882a5dd448d" /><Relationship Type="http://schemas.openxmlformats.org/officeDocument/2006/relationships/notesSlide" Target="/ppt/notesSlides/notesSlide36.xml" Id="R45d5b4c6e5b3494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8E202DE-F0C4-F38B-E5D9-3EDB75497747}"/>
              </a:ext>
            </a:extLst>
          </p:cNvPr>
          <p:cNvSpPr>
            <a:spLocks xmlns:a="http://schemas.openxmlformats.org/drawingml/2006/main" noGrp="1"/>
          </p:cNvSpPr>
          <p:nvPr>
            <p:ph type="title" idx="0"/>
          </p:nvPr>
        </p:nvSpPr>
        <p:spPr>
          <a:xfrm xmlns:a="http://schemas.openxmlformats.org/drawingml/2006/main">
            <a:off x="323850" y="2181225"/>
            <a:ext cx="5204883" cy="1554163"/>
          </a:xfrm>
        </p:spPr>
        <p:txBody>
          <a:bodyPr xmlns:a="http://schemas.openxmlformats.org/drawingml/2006/main"/>
          <a:lstStyle xmlns:a="http://schemas.openxmlformats.org/drawingml/2006/main"/>
          <a:p xmlns:a="http://schemas.openxmlformats.org/drawingml/2006/main">
            <a:r>
              <a:t>Two eBPF Systems,</a:t>
            </a:r>
          </a:p>
          <a:p xmlns:a="http://schemas.openxmlformats.org/drawingml/2006/main">
            <a:r>
              <a:t>One Kubernetes Node</a:t>
            </a:r>
          </a:p>
        </p:txBody>
      </p:sp>
      <p:sp>
        <p:nvSpPr>
          <p:cNvPr id="11" name="Text Placeholder 10">
            <a:extLst xmlns:a="http://schemas.openxmlformats.org/drawingml/2006/main">
              <a:ext uri="{FF2B5EF4-FFF2-40B4-BE49-F238E27FC236}">
                <a16:creationId xmlns:a16="http://schemas.microsoft.com/office/drawing/2014/main" id="{BF2F44CF-ACFF-5B47-1E65-5DC0E344BBF1}"/>
              </a:ext>
            </a:extLst>
          </p:cNvPr>
          <p:cNvSpPr>
            <a:spLocks xmlns:a="http://schemas.openxmlformats.org/drawingml/2006/main" noGrp="1"/>
          </p:cNvSpPr>
          <p:nvPr>
            <p:ph type="body" idx="13"/>
          </p:nvPr>
        </p:nvSpPr>
        <p:spPr/>
        <p:txBody>
          <a:bodyPr xmlns:a="http://schemas.openxmlformats.org/drawingml/2006/main"/>
          <a:lstStyle xmlns:a="http://schemas.openxmlformats.org/drawingml/2006/main"/>
          <a:p xmlns:a="http://schemas.openxmlformats.org/drawingml/2006/main">
            <a:r>
              <a:t>Running OpenTelemetry OBI and Cilium together</a:t>
            </a:r>
          </a:p>
        </p:txBody>
      </p:sp>
      <p:sp>
        <p:nvSpPr>
          <p:cNvPr id="16" name="Text Placeholder 15">
            <a:extLst xmlns:a="http://schemas.openxmlformats.org/drawingml/2006/main">
              <a:ext uri="{FF2B5EF4-FFF2-40B4-BE49-F238E27FC236}">
                <a16:creationId xmlns:a16="http://schemas.microsoft.com/office/drawing/2014/main" id="{224B78CB-A350-22C0-F50A-644022F70AA5}"/>
              </a:ext>
            </a:extLst>
          </p:cNvPr>
          <p:cNvSpPr>
            <a:spLocks xmlns:a="http://schemas.openxmlformats.org/drawingml/2006/main" noGrp="1"/>
          </p:cNvSpPr>
          <p:nvPr>
            <p:ph type="body" idx="12"/>
          </p:nvPr>
        </p:nvSpPr>
        <p:spPr>
          <a:xfrm xmlns:a="http://schemas.openxmlformats.org/drawingml/2006/main">
            <a:off x="323850" y="6364224"/>
            <a:ext cx="3906838" cy="493776"/>
          </a:xfrm>
        </p:spPr>
        <p:txBody>
          <a:bodyPr xmlns:a="http://schemas.openxmlformats.org/drawingml/2006/main"/>
          <a:lstStyle xmlns:a="http://schemas.openxmlformats.org/drawingml/2006/main"/>
          <a:p xmlns:a="http://schemas.openxmlformats.org/drawingml/2006/main">
            <a:r>
              <a:t>Anton Jimenez · KubeCon + CloudNativeCon NA 2026</a:t>
            </a:r>
          </a:p>
        </p:txBody>
      </p:sp>
    </p:spTree>
    <p:extLst>
      <p:ext uri="{BB962C8B-B14F-4D97-AF65-F5344CB8AC3E}">
        <p14:creationId xmlns:p14="http://schemas.microsoft.com/office/powerpoint/2010/main" val="23662371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B7D396CA-1E8D-4AC0-BB33-1CC88795277A}"/>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xmlns:a="http://schemas.openxmlformats.org/drawingml/2006/main">
              <a:ext uri="{FF2B5EF4-FFF2-40B4-BE49-F238E27FC236}">
                <a16:creationId xmlns:a16="http://schemas.microsoft.com/office/drawing/2014/main" id="{47EA0793-C78B-4E2F-9902-7D0C563A2053}"/>
              </a:ext>
            </a:extLst>
          </p:cNvPr>
          <p:cNvSpPr>
            <a:spLocks xmlns:a="http://schemas.openxmlformats.org/drawingml/2006/main" noGrp="1"/>
          </p:cNvSpPr>
          <p:nvPr/>
        </p:nvSpPr>
        <p:spPr>
          <a:xfrm xmlns:a="http://schemas.openxmlformats.org/drawingml/2006/main">
            <a:off x="8763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AF9071E1-2371-4EFE-8EC1-D5B8EF52240E}"/>
              </a:ext>
            </a:extLst>
          </p:cNvPr>
          <p:cNvSpPr>
            <a:spLocks xmlns:a="http://schemas.openxmlformats.org/drawingml/2006/main" noGrp="1"/>
          </p:cNvSpPr>
          <p:nvPr/>
        </p:nvSpPr>
        <p:spPr>
          <a:xfrm xmlns:a="http://schemas.openxmlformats.org/drawingml/2006/main">
            <a:off x="18764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xmlns:a="http://schemas.openxmlformats.org/drawingml/2006/main">
              <a:ext uri="{FF2B5EF4-FFF2-40B4-BE49-F238E27FC236}">
                <a16:creationId xmlns:a16="http://schemas.microsoft.com/office/drawing/2014/main" id="{F1C4AE24-03D8-4219-82A5-69355D3425E8}"/>
              </a:ext>
            </a:extLst>
          </p:cNvPr>
          <p:cNvSpPr>
            <a:spLocks xmlns:a="http://schemas.openxmlformats.org/drawingml/2006/main" noGrp="1"/>
          </p:cNvSpPr>
          <p:nvPr/>
        </p:nvSpPr>
        <p:spPr>
          <a:xfrm xmlns:a="http://schemas.openxmlformats.org/drawingml/2006/main">
            <a:off x="18764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8D6A3A6-BCF5-41B2-A498-0B9E5CD03507}"/>
              </a:ext>
            </a:extLst>
          </p:cNvPr>
          <p:cNvSpPr>
            <a:spLocks xmlns:a="http://schemas.openxmlformats.org/drawingml/2006/main" noGrp="1"/>
          </p:cNvSpPr>
          <p:nvPr/>
        </p:nvSpPr>
        <p:spPr>
          <a:xfrm xmlns:a="http://schemas.openxmlformats.org/drawingml/2006/main">
            <a:off x="8763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xmlns:a="http://schemas.openxmlformats.org/drawingml/2006/main">
              <a:ext uri="{FF2B5EF4-FFF2-40B4-BE49-F238E27FC236}">
                <a16:creationId xmlns:a16="http://schemas.microsoft.com/office/drawing/2014/main" id="{5427CE96-D1A7-435E-9CFB-B4349F764F82}"/>
              </a:ext>
            </a:extLst>
          </p:cNvPr>
          <p:cNvSpPr>
            <a:spLocks xmlns:a="http://schemas.openxmlformats.org/drawingml/2006/main" noGrp="1"/>
          </p:cNvSpPr>
          <p:nvPr/>
        </p:nvSpPr>
        <p:spPr>
          <a:xfrm xmlns:a="http://schemas.openxmlformats.org/drawingml/2006/main">
            <a:off x="18764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xmlns:a="http://schemas.openxmlformats.org/drawingml/2006/main">
              <a:ext uri="{FF2B5EF4-FFF2-40B4-BE49-F238E27FC236}">
                <a16:creationId xmlns:a16="http://schemas.microsoft.com/office/drawing/2014/main" id="{721DF949-ECCD-4C23-BC0E-AA64404F88CB}"/>
              </a:ext>
            </a:extLst>
          </p:cNvPr>
          <p:cNvSpPr>
            <a:spLocks xmlns:a="http://schemas.openxmlformats.org/drawingml/2006/main" noGrp="1"/>
          </p:cNvSpPr>
          <p:nvPr/>
        </p:nvSpPr>
        <p:spPr>
          <a:xfrm xmlns:a="http://schemas.openxmlformats.org/drawingml/2006/main">
            <a:off x="18764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C1267DE-B7B2-4A83-86F5-D8E5B14C600C}"/>
              </a:ext>
            </a:extLst>
          </p:cNvPr>
          <p:cNvSpPr>
            <a:spLocks xmlns:a="http://schemas.openxmlformats.org/drawingml/2006/main" noGrp="1"/>
          </p:cNvSpPr>
          <p:nvPr/>
        </p:nvSpPr>
        <p:spPr>
          <a:xfrm xmlns:a="http://schemas.openxmlformats.org/drawingml/2006/main">
            <a:off x="8763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xmlns:a="http://schemas.openxmlformats.org/drawingml/2006/main">
              <a:ext uri="{FF2B5EF4-FFF2-40B4-BE49-F238E27FC236}">
                <a16:creationId xmlns:a16="http://schemas.microsoft.com/office/drawing/2014/main" id="{C62A8A12-A547-4E33-B2AF-B2609FA728C0}"/>
              </a:ext>
            </a:extLst>
          </p:cNvPr>
          <p:cNvSpPr>
            <a:spLocks xmlns:a="http://schemas.openxmlformats.org/drawingml/2006/main" noGrp="1"/>
          </p:cNvSpPr>
          <p:nvPr/>
        </p:nvSpPr>
        <p:spPr>
          <a:xfrm xmlns:a="http://schemas.openxmlformats.org/drawingml/2006/main">
            <a:off x="18764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xmlns:a="http://schemas.openxmlformats.org/drawingml/2006/main">
              <a:ext uri="{FF2B5EF4-FFF2-40B4-BE49-F238E27FC236}">
                <a16:creationId xmlns:a16="http://schemas.microsoft.com/office/drawing/2014/main" id="{E3980FFE-1F3F-4885-9E11-751F56C0BC93}"/>
              </a:ext>
            </a:extLst>
          </p:cNvPr>
          <p:cNvSpPr>
            <a:spLocks xmlns:a="http://schemas.openxmlformats.org/drawingml/2006/main" noGrp="1"/>
          </p:cNvSpPr>
          <p:nvPr/>
        </p:nvSpPr>
        <p:spPr>
          <a:xfrm xmlns:a="http://schemas.openxmlformats.org/drawingml/2006/main">
            <a:off x="18764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F597A3DA-EF14-4A49-AC78-E8CA1F50DF05}"/>
              </a:ext>
            </a:extLst>
          </p:cNvPr>
          <p:cNvSpPr>
            <a:spLocks xmlns:a="http://schemas.openxmlformats.org/drawingml/2006/main" noGrp="1"/>
          </p:cNvSpPr>
          <p:nvPr/>
        </p:nvSpPr>
        <p:spPr>
          <a:xfrm xmlns:a="http://schemas.openxmlformats.org/drawingml/2006/main">
            <a:off x="64770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xmlns:a="http://schemas.openxmlformats.org/drawingml/2006/main">
              <a:ext uri="{FF2B5EF4-FFF2-40B4-BE49-F238E27FC236}">
                <a16:creationId xmlns:a16="http://schemas.microsoft.com/office/drawing/2014/main" id="{9B3E707B-5C31-4C26-8CE7-770843414CE5}"/>
              </a:ext>
            </a:extLst>
          </p:cNvPr>
          <p:cNvSpPr>
            <a:spLocks xmlns:a="http://schemas.openxmlformats.org/drawingml/2006/main" noGrp="1"/>
          </p:cNvSpPr>
          <p:nvPr/>
        </p:nvSpPr>
        <p:spPr>
          <a:xfrm xmlns:a="http://schemas.openxmlformats.org/drawingml/2006/main">
            <a:off x="74771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xmlns:a="http://schemas.openxmlformats.org/drawingml/2006/main">
              <a:ext uri="{FF2B5EF4-FFF2-40B4-BE49-F238E27FC236}">
                <a16:creationId xmlns:a16="http://schemas.microsoft.com/office/drawing/2014/main" id="{18535E0D-77D8-458C-99DB-DBBA068786D7}"/>
              </a:ext>
            </a:extLst>
          </p:cNvPr>
          <p:cNvSpPr>
            <a:spLocks xmlns:a="http://schemas.openxmlformats.org/drawingml/2006/main" noGrp="1"/>
          </p:cNvSpPr>
          <p:nvPr/>
        </p:nvSpPr>
        <p:spPr>
          <a:xfrm xmlns:a="http://schemas.openxmlformats.org/drawingml/2006/main">
            <a:off x="74771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929BE267-4CA4-4BAA-B490-AB20218BE7BA}"/>
              </a:ext>
            </a:extLst>
          </p:cNvPr>
          <p:cNvSpPr>
            <a:spLocks xmlns:a="http://schemas.openxmlformats.org/drawingml/2006/main" noGrp="1"/>
          </p:cNvSpPr>
          <p:nvPr/>
        </p:nvSpPr>
        <p:spPr>
          <a:xfrm xmlns:a="http://schemas.openxmlformats.org/drawingml/2006/main">
            <a:off x="64770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xmlns:a="http://schemas.openxmlformats.org/drawingml/2006/main">
              <a:ext uri="{FF2B5EF4-FFF2-40B4-BE49-F238E27FC236}">
                <a16:creationId xmlns:a16="http://schemas.microsoft.com/office/drawing/2014/main" id="{B357B8D1-CA8D-49E6-98AC-5457FAF96A1A}"/>
              </a:ext>
            </a:extLst>
          </p:cNvPr>
          <p:cNvSpPr>
            <a:spLocks xmlns:a="http://schemas.openxmlformats.org/drawingml/2006/main" noGrp="1"/>
          </p:cNvSpPr>
          <p:nvPr/>
        </p:nvSpPr>
        <p:spPr>
          <a:xfrm xmlns:a="http://schemas.openxmlformats.org/drawingml/2006/main">
            <a:off x="74771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xmlns:a="http://schemas.openxmlformats.org/drawingml/2006/main">
              <a:ext uri="{FF2B5EF4-FFF2-40B4-BE49-F238E27FC236}">
                <a16:creationId xmlns:a16="http://schemas.microsoft.com/office/drawing/2014/main" id="{A03C16AE-F78F-4A62-82F9-113185187DD3}"/>
              </a:ext>
            </a:extLst>
          </p:cNvPr>
          <p:cNvSpPr>
            <a:spLocks xmlns:a="http://schemas.openxmlformats.org/drawingml/2006/main" noGrp="1"/>
          </p:cNvSpPr>
          <p:nvPr/>
        </p:nvSpPr>
        <p:spPr>
          <a:xfrm xmlns:a="http://schemas.openxmlformats.org/drawingml/2006/main">
            <a:off x="74771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DF39F5D-82A7-43DA-B918-9373DC8A03ED}"/>
              </a:ext>
            </a:extLst>
          </p:cNvPr>
          <p:cNvSpPr>
            <a:spLocks xmlns:a="http://schemas.openxmlformats.org/drawingml/2006/main" noGrp="1"/>
          </p:cNvSpPr>
          <p:nvPr/>
        </p:nvSpPr>
        <p:spPr>
          <a:xfrm xmlns:a="http://schemas.openxmlformats.org/drawingml/2006/main">
            <a:off x="64770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xmlns:a="http://schemas.openxmlformats.org/drawingml/2006/main">
              <a:ext uri="{FF2B5EF4-FFF2-40B4-BE49-F238E27FC236}">
                <a16:creationId xmlns:a16="http://schemas.microsoft.com/office/drawing/2014/main" id="{82632E2D-769F-47E9-B6EA-08FF75570C4A}"/>
              </a:ext>
            </a:extLst>
          </p:cNvPr>
          <p:cNvSpPr>
            <a:spLocks xmlns:a="http://schemas.openxmlformats.org/drawingml/2006/main" noGrp="1"/>
          </p:cNvSpPr>
          <p:nvPr/>
        </p:nvSpPr>
        <p:spPr>
          <a:xfrm xmlns:a="http://schemas.openxmlformats.org/drawingml/2006/main">
            <a:off x="74771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xmlns:a="http://schemas.openxmlformats.org/drawingml/2006/main">
              <a:ext uri="{FF2B5EF4-FFF2-40B4-BE49-F238E27FC236}">
                <a16:creationId xmlns:a16="http://schemas.microsoft.com/office/drawing/2014/main" id="{F815B16F-747D-45B6-A0F1-C46A61EBB3DA}"/>
              </a:ext>
            </a:extLst>
          </p:cNvPr>
          <p:cNvSpPr>
            <a:spLocks xmlns:a="http://schemas.openxmlformats.org/drawingml/2006/main" noGrp="1"/>
          </p:cNvSpPr>
          <p:nvPr/>
        </p:nvSpPr>
        <p:spPr>
          <a:xfrm xmlns:a="http://schemas.openxmlformats.org/drawingml/2006/main">
            <a:off x="74771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 name="Rounded Rectangle 19">
            <a:extLst xmlns:a="http://schemas.openxmlformats.org/drawingml/2006/main">
              <a:ext uri="{FF2B5EF4-FFF2-40B4-BE49-F238E27FC236}">
                <a16:creationId xmlns:a16="http://schemas.microsoft.com/office/drawing/2014/main" id="{FC8E9A76-0120-4DAE-BC83-519A8F5F25AA}"/>
              </a:ext>
            </a:extLst>
          </p:cNvPr>
          <p:cNvSpPr>
            <a:spLocks xmlns:a="http://schemas.openxmlformats.org/drawingml/2006/main" noGrp="1"/>
          </p:cNvSpPr>
          <p:nvPr/>
        </p:nvSpPr>
        <p:spPr>
          <a:xfrm xmlns:a="http://schemas.openxmlformats.org/drawingml/2006/main">
            <a:off x="2724150" y="5562600"/>
            <a:ext cx="67437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
            <a:extLst xmlns:a="http://schemas.openxmlformats.org/drawingml/2006/main">
              <a:ext uri="{FF2B5EF4-FFF2-40B4-BE49-F238E27FC236}">
                <a16:creationId xmlns:a16="http://schemas.microsoft.com/office/drawing/2014/main" id="{F2410DE7-62AD-405F-867D-87290CCEF6A7}"/>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65D56C-4C1B-45E5-BEA1-03C8866212B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
            <a:extLst xmlns:a="http://schemas.openxmlformats.org/drawingml/2006/main">
              <a:ext uri="{FF2B5EF4-FFF2-40B4-BE49-F238E27FC236}">
                <a16:creationId xmlns:a16="http://schemas.microsoft.com/office/drawing/2014/main" id="{A334CE78-A7CE-48FF-8708-F87B568CB332}"/>
              </a:ext>
            </a:extLst>
          </p:cNvPr>
          <p:cNvSpPr>
            <a:spLocks xmlns:a="http://schemas.openxmlformats.org/drawingml/2006/main" noGrp="1"/>
          </p:cNvSpPr>
          <p:nvPr/>
        </p:nvSpPr>
        <p:spPr>
          <a:xfrm xmlns:a="http://schemas.openxmlformats.org/drawingml/2006/main">
            <a:off x="723900" y="13430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
            <a:extLst xmlns:a="http://schemas.openxmlformats.org/drawingml/2006/main">
              <a:ext uri="{FF2B5EF4-FFF2-40B4-BE49-F238E27FC236}">
                <a16:creationId xmlns:a16="http://schemas.microsoft.com/office/drawing/2014/main" id="{D9A99B0B-3915-46AB-9DF7-9A6093270C98}"/>
              </a:ext>
            </a:extLst>
          </p:cNvPr>
          <p:cNvSpPr>
            <a:spLocks xmlns:a="http://schemas.openxmlformats.org/drawingml/2006/main" noGrp="1"/>
          </p:cNvSpPr>
          <p:nvPr/>
        </p:nvSpPr>
        <p:spPr>
          <a:xfrm xmlns:a="http://schemas.openxmlformats.org/drawingml/2006/main">
            <a:off x="742950" y="20764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
            <a:extLst xmlns:a="http://schemas.openxmlformats.org/drawingml/2006/main">
              <a:ext uri="{FF2B5EF4-FFF2-40B4-BE49-F238E27FC236}">
                <a16:creationId xmlns:a16="http://schemas.microsoft.com/office/drawing/2014/main" id="{8D9D5781-19F1-4B23-A7A1-3479877C9FE1}"/>
              </a:ext>
            </a:extLst>
          </p:cNvPr>
          <p:cNvSpPr>
            <a:spLocks xmlns:a="http://schemas.openxmlformats.org/drawingml/2006/main" noGrp="1"/>
          </p:cNvSpPr>
          <p:nvPr/>
        </p:nvSpPr>
        <p:spPr>
          <a:xfrm xmlns:a="http://schemas.openxmlformats.org/drawingml/2006/main">
            <a:off x="1638300" y="20859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Observe</a:t>
            </a:r>
          </a:p>
        </p:txBody>
      </p:sp>
      <p:sp>
        <p:nvSpPr>
          <p:cNvPr id="20" name="">
            <a:extLst xmlns:a="http://schemas.openxmlformats.org/drawingml/2006/main">
              <a:ext uri="{FF2B5EF4-FFF2-40B4-BE49-F238E27FC236}">
                <a16:creationId xmlns:a16="http://schemas.microsoft.com/office/drawing/2014/main" id="{475C7ABE-C852-46F0-8440-29E93435EE74}"/>
              </a:ext>
            </a:extLst>
          </p:cNvPr>
          <p:cNvSpPr>
            <a:spLocks xmlns:a="http://schemas.openxmlformats.org/drawingml/2006/main" noGrp="1"/>
          </p:cNvSpPr>
          <p:nvPr/>
        </p:nvSpPr>
        <p:spPr>
          <a:xfrm xmlns:a="http://schemas.openxmlformats.org/drawingml/2006/main">
            <a:off x="1638300" y="25241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eBPF hooks watch supported application operations on the worker node.</a:t>
            </a:r>
          </a:p>
        </p:txBody>
      </p:sp>
      <p:sp>
        <p:nvSpPr>
          <p:cNvPr id="21" name="">
            <a:extLst xmlns:a="http://schemas.openxmlformats.org/drawingml/2006/main">
              <a:ext uri="{FF2B5EF4-FFF2-40B4-BE49-F238E27FC236}">
                <a16:creationId xmlns:a16="http://schemas.microsoft.com/office/drawing/2014/main" id="{561E33F0-9556-4CAF-999D-F7D9D5066F95}"/>
              </a:ext>
            </a:extLst>
          </p:cNvPr>
          <p:cNvSpPr>
            <a:spLocks xmlns:a="http://schemas.openxmlformats.org/drawingml/2006/main" noGrp="1"/>
          </p:cNvSpPr>
          <p:nvPr/>
        </p:nvSpPr>
        <p:spPr>
          <a:xfrm xmlns:a="http://schemas.openxmlformats.org/drawingml/2006/main">
            <a:off x="1638300" y="314325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E3E1547-0690-41B6-A094-92DD3AD34550}"/>
              </a:ext>
            </a:extLst>
          </p:cNvPr>
          <p:cNvSpPr>
            <a:spLocks xmlns:a="http://schemas.openxmlformats.org/drawingml/2006/main" noGrp="1"/>
          </p:cNvSpPr>
          <p:nvPr/>
        </p:nvSpPr>
        <p:spPr>
          <a:xfrm xmlns:a="http://schemas.openxmlformats.org/drawingml/2006/main">
            <a:off x="742950" y="327660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
            <a:extLst xmlns:a="http://schemas.openxmlformats.org/drawingml/2006/main">
              <a:ext uri="{FF2B5EF4-FFF2-40B4-BE49-F238E27FC236}">
                <a16:creationId xmlns:a16="http://schemas.microsoft.com/office/drawing/2014/main" id="{9F06C7CD-12DC-45DF-8CF5-12E573F6F38D}"/>
              </a:ext>
            </a:extLst>
          </p:cNvPr>
          <p:cNvSpPr>
            <a:spLocks xmlns:a="http://schemas.openxmlformats.org/drawingml/2006/main" noGrp="1"/>
          </p:cNvSpPr>
          <p:nvPr/>
        </p:nvSpPr>
        <p:spPr>
          <a:xfrm xmlns:a="http://schemas.openxmlformats.org/drawingml/2006/main">
            <a:off x="1638300" y="328612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Create telemetry</a:t>
            </a:r>
          </a:p>
        </p:txBody>
      </p:sp>
      <p:sp>
        <p:nvSpPr>
          <p:cNvPr id="24" name="">
            <a:extLst xmlns:a="http://schemas.openxmlformats.org/drawingml/2006/main">
              <a:ext uri="{FF2B5EF4-FFF2-40B4-BE49-F238E27FC236}">
                <a16:creationId xmlns:a16="http://schemas.microsoft.com/office/drawing/2014/main" id="{0AD620F7-9210-4E6C-977E-C41323C0D218}"/>
              </a:ext>
            </a:extLst>
          </p:cNvPr>
          <p:cNvSpPr>
            <a:spLocks xmlns:a="http://schemas.openxmlformats.org/drawingml/2006/main" noGrp="1"/>
          </p:cNvSpPr>
          <p:nvPr/>
        </p:nvSpPr>
        <p:spPr>
          <a:xfrm xmlns:a="http://schemas.openxmlformats.org/drawingml/2006/main">
            <a:off x="1638300" y="372427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operations become spans. Related spans form a trace.</a:t>
            </a:r>
          </a:p>
        </p:txBody>
      </p:sp>
      <p:sp>
        <p:nvSpPr>
          <p:cNvPr id="25" name="">
            <a:extLst xmlns:a="http://schemas.openxmlformats.org/drawingml/2006/main">
              <a:ext uri="{FF2B5EF4-FFF2-40B4-BE49-F238E27FC236}">
                <a16:creationId xmlns:a16="http://schemas.microsoft.com/office/drawing/2014/main" id="{EF061137-362E-4028-8DC7-73E3458F86FF}"/>
              </a:ext>
            </a:extLst>
          </p:cNvPr>
          <p:cNvSpPr>
            <a:spLocks xmlns:a="http://schemas.openxmlformats.org/drawingml/2006/main" noGrp="1"/>
          </p:cNvSpPr>
          <p:nvPr/>
        </p:nvSpPr>
        <p:spPr>
          <a:xfrm xmlns:a="http://schemas.openxmlformats.org/drawingml/2006/main">
            <a:off x="1638300" y="434340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253741F-4AF9-4008-A6F4-68EDD4CE0910}"/>
              </a:ext>
            </a:extLst>
          </p:cNvPr>
          <p:cNvSpPr>
            <a:spLocks xmlns:a="http://schemas.openxmlformats.org/drawingml/2006/main" noGrp="1"/>
          </p:cNvSpPr>
          <p:nvPr/>
        </p:nvSpPr>
        <p:spPr>
          <a:xfrm xmlns:a="http://schemas.openxmlformats.org/drawingml/2006/main">
            <a:off x="742950" y="44767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
            <a:extLst xmlns:a="http://schemas.openxmlformats.org/drawingml/2006/main">
              <a:ext uri="{FF2B5EF4-FFF2-40B4-BE49-F238E27FC236}">
                <a16:creationId xmlns:a16="http://schemas.microsoft.com/office/drawing/2014/main" id="{F872886C-D0B2-4EAD-86A5-A4B9EFD37913}"/>
              </a:ext>
            </a:extLst>
          </p:cNvPr>
          <p:cNvSpPr>
            <a:spLocks xmlns:a="http://schemas.openxmlformats.org/drawingml/2006/main" noGrp="1"/>
          </p:cNvSpPr>
          <p:nvPr/>
        </p:nvSpPr>
        <p:spPr>
          <a:xfrm xmlns:a="http://schemas.openxmlformats.org/drawingml/2006/main">
            <a:off x="1638300" y="44862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Export</a:t>
            </a:r>
          </a:p>
        </p:txBody>
      </p:sp>
      <p:sp>
        <p:nvSpPr>
          <p:cNvPr id="28" name="">
            <a:extLst xmlns:a="http://schemas.openxmlformats.org/drawingml/2006/main">
              <a:ext uri="{FF2B5EF4-FFF2-40B4-BE49-F238E27FC236}">
                <a16:creationId xmlns:a16="http://schemas.microsoft.com/office/drawing/2014/main" id="{9FE58FB9-5595-40BC-80A2-0FB84D19C295}"/>
              </a:ext>
            </a:extLst>
          </p:cNvPr>
          <p:cNvSpPr>
            <a:spLocks xmlns:a="http://schemas.openxmlformats.org/drawingml/2006/main" noGrp="1"/>
          </p:cNvSpPr>
          <p:nvPr/>
        </p:nvSpPr>
        <p:spPr>
          <a:xfrm xmlns:a="http://schemas.openxmlformats.org/drawingml/2006/main">
            <a:off x="1638300" y="49244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traces and RED metrics to the configured OpenTelemetry backend.</a:t>
            </a:r>
          </a:p>
        </p:txBody>
      </p:sp>
      <p:sp>
        <p:nvSpPr>
          <p:cNvPr id="29" name="">
            <a:extLst xmlns:a="http://schemas.openxmlformats.org/drawingml/2006/main">
              <a:ext uri="{FF2B5EF4-FFF2-40B4-BE49-F238E27FC236}">
                <a16:creationId xmlns:a16="http://schemas.microsoft.com/office/drawing/2014/main" id="{1021DFE0-06B2-4E5F-900E-1BFCD8FC5AE7}"/>
              </a:ext>
            </a:extLst>
          </p:cNvPr>
          <p:cNvSpPr>
            <a:spLocks xmlns:a="http://schemas.openxmlformats.org/drawingml/2006/main" noGrp="1"/>
          </p:cNvSpPr>
          <p:nvPr/>
        </p:nvSpPr>
        <p:spPr>
          <a:xfrm xmlns:a="http://schemas.openxmlformats.org/drawingml/2006/main">
            <a:off x="723900" y="58388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RED = request rate, errors, duration.</a:t>
            </a:r>
          </a:p>
        </p:txBody>
      </p:sp>
    </p:spTree>
    <p:extLst>
      <p:ext uri="{BB962C8B-B14F-4D97-AF65-F5344CB8AC3E}">
        <p14:creationId xmlns:p14="http://schemas.microsoft.com/office/powerpoint/2010/main" val="65446708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latency, and status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Spans and RED metrics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The coexistence problem</a:t>
            </a:r>
          </a:p>
        </p:txBody>
      </p:sp>
    </p:spTree>
    <p:extLst>
      <p:ext uri="{BB962C8B-B14F-4D97-AF65-F5344CB8AC3E}">
        <p14:creationId xmlns:p14="http://schemas.microsoft.com/office/powerpoint/2010/main" val="5025132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xmlns:a="http://schemas.openxmlformats.org/drawingml/2006/main">
              <a:ext uri="{FF2B5EF4-FFF2-40B4-BE49-F238E27FC236}">
                <a16:creationId xmlns:a16="http://schemas.microsoft.com/office/drawing/2014/main" id="{0D4FB395-04EA-4F05-B998-73DEAB7278C9}"/>
              </a:ext>
            </a:extLst>
          </p:cNvPr>
          <p:cNvSpPr>
            <a:spLocks xmlns:a="http://schemas.openxmlformats.org/drawingml/2006/main" noGrp="1"/>
          </p:cNvSpPr>
          <p:nvPr/>
        </p:nvSpPr>
        <p:spPr>
          <a:xfrm xmlns:a="http://schemas.openxmlformats.org/drawingml/2006/main">
            <a:off x="857250" y="1619250"/>
            <a:ext cx="685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xmlns:a="http://schemas.openxmlformats.org/drawingml/2006/main">
              <a:ext uri="{FF2B5EF4-FFF2-40B4-BE49-F238E27FC236}">
                <a16:creationId xmlns:a16="http://schemas.microsoft.com/office/drawing/2014/main" id="{4CA45C76-858D-4FB1-BC9A-88344B725C25}"/>
              </a:ext>
            </a:extLst>
          </p:cNvPr>
          <p:cNvSpPr>
            <a:spLocks xmlns:a="http://schemas.openxmlformats.org/drawingml/2006/main" noGrp="1"/>
          </p:cNvSpPr>
          <p:nvPr/>
        </p:nvSpPr>
        <p:spPr>
          <a:xfrm xmlns:a="http://schemas.openxmlformats.org/drawingml/2006/main">
            <a:off x="857250" y="3562350"/>
            <a:ext cx="5143500" cy="66675"/>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D9331B5F-1C05-4F9F-937F-DC8971A7084D}"/>
              </a:ext>
            </a:extLst>
          </p:cNvPr>
          <p:cNvSpPr>
            <a:spLocks xmlns:a="http://schemas.openxmlformats.org/drawingml/2006/main" noGrp="1"/>
          </p:cNvSpPr>
          <p:nvPr/>
        </p:nvSpPr>
        <p:spPr>
          <a:xfrm xmlns:a="http://schemas.openxmlformats.org/drawingml/2006/main">
            <a:off x="857250" y="39814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xmlns:a="http://schemas.openxmlformats.org/drawingml/2006/main">
              <a:ext uri="{FF2B5EF4-FFF2-40B4-BE49-F238E27FC236}">
                <a16:creationId xmlns:a16="http://schemas.microsoft.com/office/drawing/2014/main" id="{8FD0081F-2CF2-498C-9C0D-ABF15D76B43F}"/>
              </a:ext>
            </a:extLst>
          </p:cNvPr>
          <p:cNvSpPr>
            <a:spLocks xmlns:a="http://schemas.openxmlformats.org/drawingml/2006/main" noGrp="1"/>
          </p:cNvSpPr>
          <p:nvPr/>
        </p:nvSpPr>
        <p:spPr>
          <a:xfrm xmlns:a="http://schemas.openxmlformats.org/drawingml/2006/main">
            <a:off x="857250" y="45529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193343C7-0B86-4584-8C9B-AF0CD3E3054C}"/>
              </a:ext>
            </a:extLst>
          </p:cNvPr>
          <p:cNvSpPr>
            <a:spLocks xmlns:a="http://schemas.openxmlformats.org/drawingml/2006/main" noGrp="1"/>
          </p:cNvSpPr>
          <p:nvPr/>
        </p:nvSpPr>
        <p:spPr>
          <a:xfrm xmlns:a="http://schemas.openxmlformats.org/drawingml/2006/main">
            <a:off x="1123950" y="44577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xmlns:a="http://schemas.openxmlformats.org/drawingml/2006/main">
              <a:ext uri="{FF2B5EF4-FFF2-40B4-BE49-F238E27FC236}">
                <a16:creationId xmlns:a16="http://schemas.microsoft.com/office/drawing/2014/main" id="{AC7E250E-BD9D-4B56-AA0C-A2590841586E}"/>
              </a:ext>
            </a:extLst>
          </p:cNvPr>
          <p:cNvSpPr>
            <a:spLocks xmlns:a="http://schemas.openxmlformats.org/drawingml/2006/main" noGrp="1"/>
          </p:cNvSpPr>
          <p:nvPr/>
        </p:nvSpPr>
        <p:spPr>
          <a:xfrm xmlns:a="http://schemas.openxmlformats.org/drawingml/2006/main">
            <a:off x="857250" y="50863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472821D-AB02-44A9-A09F-3F5D5F453EC1}"/>
              </a:ext>
            </a:extLst>
          </p:cNvPr>
          <p:cNvSpPr>
            <a:spLocks xmlns:a="http://schemas.openxmlformats.org/drawingml/2006/main" noGrp="1"/>
          </p:cNvSpPr>
          <p:nvPr/>
        </p:nvSpPr>
        <p:spPr>
          <a:xfrm xmlns:a="http://schemas.openxmlformats.org/drawingml/2006/main">
            <a:off x="1123950" y="49911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xmlns:a="http://schemas.openxmlformats.org/drawingml/2006/main">
              <a:ext uri="{FF2B5EF4-FFF2-40B4-BE49-F238E27FC236}">
                <a16:creationId xmlns:a16="http://schemas.microsoft.com/office/drawing/2014/main" id="{E47F07B9-AACE-4FE6-91DA-F972465D815D}"/>
              </a:ext>
            </a:extLst>
          </p:cNvPr>
          <p:cNvSpPr>
            <a:spLocks xmlns:a="http://schemas.openxmlformats.org/drawingml/2006/main" noGrp="1"/>
          </p:cNvSpPr>
          <p:nvPr/>
        </p:nvSpPr>
        <p:spPr>
          <a:xfrm xmlns:a="http://schemas.openxmlformats.org/drawingml/2006/main">
            <a:off x="857250" y="56197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D4797F6A-E334-4571-BB65-222E0D11C67C}"/>
              </a:ext>
            </a:extLst>
          </p:cNvPr>
          <p:cNvSpPr>
            <a:spLocks xmlns:a="http://schemas.openxmlformats.org/drawingml/2006/main" noGrp="1"/>
          </p:cNvSpPr>
          <p:nvPr/>
        </p:nvSpPr>
        <p:spPr>
          <a:xfrm xmlns:a="http://schemas.openxmlformats.org/drawingml/2006/main">
            <a:off x="1123950" y="55245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xmlns:a="http://schemas.openxmlformats.org/drawingml/2006/main">
              <a:ext uri="{FF2B5EF4-FFF2-40B4-BE49-F238E27FC236}">
                <a16:creationId xmlns:a16="http://schemas.microsoft.com/office/drawing/2014/main" id="{8001E2B2-1358-47DC-8E7B-93880D0F1582}"/>
              </a:ext>
            </a:extLst>
          </p:cNvPr>
          <p:cNvSpPr>
            <a:spLocks xmlns:a="http://schemas.openxmlformats.org/drawingml/2006/main" noGrp="1"/>
          </p:cNvSpPr>
          <p:nvPr/>
        </p:nvSpPr>
        <p:spPr>
          <a:xfrm xmlns:a="http://schemas.openxmlformats.org/drawingml/2006/main">
            <a:off x="8572500" y="1981200"/>
            <a:ext cx="2571750" cy="1095375"/>
          </a:xfrm>
          <a:prstGeom xmlns:a="http://schemas.openxmlformats.org/drawingml/2006/main" prst="roundRect">
            <a:avLst>
              <a:gd name="adj" fmla="val 6957"/>
            </a:avLst>
          </a:prstGeom>
          <a:solidFill xmlns:a="http://schemas.openxmlformats.org/drawingml/2006/main">
            <a:srgbClr val="EAF7FC"/>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xmlns:a="http://schemas.openxmlformats.org/drawingml/2006/main">
              <a:ext uri="{FF2B5EF4-FFF2-40B4-BE49-F238E27FC236}">
                <a16:creationId xmlns:a16="http://schemas.microsoft.com/office/drawing/2014/main" id="{86D6710D-EC8A-4D0D-B35E-2CDA393F1CE0}"/>
              </a:ext>
            </a:extLst>
          </p:cNvPr>
          <p:cNvSpPr>
            <a:spLocks xmlns:a="http://schemas.openxmlformats.org/drawingml/2006/main" noGrp="1"/>
          </p:cNvSpPr>
          <p:nvPr/>
        </p:nvSpPr>
        <p:spPr>
          <a:xfrm xmlns:a="http://schemas.openxmlformats.org/drawingml/2006/main">
            <a:off x="8572500" y="3676650"/>
            <a:ext cx="2571750" cy="1095375"/>
          </a:xfrm>
          <a:prstGeom xmlns:a="http://schemas.openxmlformats.org/drawingml/2006/main" prst="roundRect">
            <a:avLst>
              <a:gd name="adj" fmla="val 695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TC is the one shared checkpoint we will examine.</a:t>
            </a:r>
          </a:p>
        </p:txBody>
      </p:sp>
    </p:spTree>
    <p:extLst>
      <p:ext uri="{BB962C8B-B14F-4D97-AF65-F5344CB8AC3E}">
        <p14:creationId xmlns:p14="http://schemas.microsoft.com/office/powerpoint/2010/main" val="18828579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can add trace context here. Cilium processes pod traffic here.</a:t>
            </a:r>
          </a:p>
        </p:txBody>
      </p:sp>
      <p:sp>
        <p:nvSpPr>
          <p:cNvPr id="3" name="Rounded Rectangle 2">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702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49" name="Elbow Connector 36"/>
          <p:cNvCxnSpPr>
            <a:stCxn xmlns:a="http://schemas.openxmlformats.org/drawingml/2006/main" id="9" idx="3"/>
            <a:endCxn xmlns:a="http://schemas.openxmlformats.org/drawingml/2006/main" id="10" idx="1"/>
          </p:cNvCxnSpPr>
          <p:nvPr/>
        </p:nvCxnSpPr>
        <p:spPr>
          <a:xfrm xmlns:a="http://schemas.openxmlformats.org/drawingml/2006/main" flipV="1">
            <a:off x="2952750" y="3219450"/>
            <a:ext cx="2000250" cy="12700"/>
          </a:xfrm>
          <a:prstGeom xmlns:a="http://schemas.openxmlformats.org/drawingml/2006/main" prst="bentConnector3">
            <a:avLst>
              <a:gd name="adj1" fmla="val 50000"/>
            </a:avLst>
          </a:prstGeom>
          <a:ln xmlns:a="http://schemas.openxmlformats.org/drawingml/2006/main" w="23813">
            <a:solidFill>
              <a:srgbClr val="686B6B"/>
            </a:solidFill>
            <a:prstDash val="solid"/>
            <a:tailEnd type="arrow" w="med" len="med"/>
          </a:ln>
        </p:spPr>
      </p:cxnSp>
      <p:cxnSp>
        <p:nvCxnSpPr>
          <p:cNvPr id="350" name="Straight Arrow Connector 37"/>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20000"/>
          </a:bodyPr>
          <a:lstStyle xmlns:a="http://schemas.openxmlformats.org/drawingml/2006/main"/>
          <a:p xmlns:a="http://schemas.openxmlformats.org/drawingml/2006/main">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Rectangle 24">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Ingress and egress are named from the host-side veth.</a:t>
            </a:r>
          </a:p>
        </p:txBody>
      </p:sp>
    </p:spTree>
    <p:extLst>
      <p:ext uri="{BB962C8B-B14F-4D97-AF65-F5344CB8AC3E}">
        <p14:creationId xmlns:p14="http://schemas.microsoft.com/office/powerpoint/2010/main" val="76814743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xmlns:a="http://schemas.openxmlformats.org/drawingml/2006/main">
              <a:ext uri="{FF2B5EF4-FFF2-40B4-BE49-F238E27FC236}">
                <a16:creationId xmlns:a16="http://schemas.microsoft.com/office/drawing/2014/main" id="{89E643B8-484C-47AA-9109-FE670EBCDCA3}"/>
              </a:ext>
            </a:extLst>
          </p:cNvPr>
          <p:cNvSpPr>
            <a:spLocks xmlns:a="http://schemas.openxmlformats.org/drawingml/2006/main" noGrp="1"/>
          </p:cNvSpPr>
          <p:nvPr/>
        </p:nvSpPr>
        <p:spPr>
          <a:xfrm xmlns:a="http://schemas.openxmlformats.org/drawingml/2006/main">
            <a:off x="857250" y="2286000"/>
            <a:ext cx="26670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xmlns:a="http://schemas.openxmlformats.org/drawingml/2006/main">
              <a:ext uri="{FF2B5EF4-FFF2-40B4-BE49-F238E27FC236}">
                <a16:creationId xmlns:a16="http://schemas.microsoft.com/office/drawing/2014/main" id="{DB9EED84-A760-4E45-9239-12010D6F4F51}"/>
              </a:ext>
            </a:extLst>
          </p:cNvPr>
          <p:cNvSpPr>
            <a:spLocks xmlns:a="http://schemas.openxmlformats.org/drawingml/2006/main" noGrp="1"/>
          </p:cNvSpPr>
          <p:nvPr/>
        </p:nvSpPr>
        <p:spPr>
          <a:xfrm xmlns:a="http://schemas.openxmlformats.org/drawingml/2006/main">
            <a:off x="4762500" y="2286000"/>
            <a:ext cx="26670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xmlns:a="http://schemas.openxmlformats.org/drawingml/2006/main">
              <a:ext uri="{FF2B5EF4-FFF2-40B4-BE49-F238E27FC236}">
                <a16:creationId xmlns:a16="http://schemas.microsoft.com/office/drawing/2014/main" id="{D3FFBFE2-6F79-4ED3-B669-7768049C0EA0}"/>
              </a:ext>
            </a:extLst>
          </p:cNvPr>
          <p:cNvSpPr>
            <a:spLocks xmlns:a="http://schemas.openxmlformats.org/drawingml/2006/main" noGrp="1"/>
          </p:cNvSpPr>
          <p:nvPr/>
        </p:nvSpPr>
        <p:spPr>
          <a:xfrm xmlns:a="http://schemas.openxmlformats.org/drawingml/2006/main">
            <a:off x="8667750" y="2286000"/>
            <a:ext cx="2667000" cy="1428750"/>
          </a:xfrm>
          <a:prstGeom xmlns:a="http://schemas.openxmlformats.org/drawingml/2006/main" prst="roundRect">
            <a:avLst>
              <a:gd name="adj" fmla="val 5333"/>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91" name="Straight Arrow Connector 12"/>
          <p:cNvCxnSpPr>
            <a:stCxn xmlns:a="http://schemas.openxmlformats.org/drawingml/2006/main" id="2" idx="3"/>
            <a:endCxn xmlns:a="http://schemas.openxmlformats.org/drawingml/2006/main" id="3" idx="1"/>
          </p:cNvCxnSpPr>
          <p:nvPr/>
        </p:nvCxnSpPr>
        <p:spPr>
          <a:xfrm xmlns:a="http://schemas.openxmlformats.org/drawingml/2006/main">
            <a:off x="3524250" y="3000375"/>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cxnSp>
        <p:nvCxnSpPr>
          <p:cNvPr id="92"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7429500" y="3000375"/>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7" name="Rectangle 6">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905"/>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Attachment order</a:t>
            </a:r>
          </a:p>
        </p:txBody>
      </p:sp>
    </p:spTree>
    <p:extLst>
      <p:ext uri="{BB962C8B-B14F-4D97-AF65-F5344CB8AC3E}">
        <p14:creationId xmlns:p14="http://schemas.microsoft.com/office/powerpoint/2010/main" val="138039681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gives each agent a stable position</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Preferred when the running kernel and both agents confirm support.</a:t>
            </a:r>
          </a:p>
        </p:txBody>
      </p:sp>
      <p:sp>
        <p:nvSpPr>
          <p:cNvPr id="3" name="Rounded Rectangle 2">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HEAD</a:t>
            </a:r>
          </a:p>
        </p:txBody>
      </p:sp>
      <p:sp>
        <p:nvSpPr>
          <p:cNvPr id="4" name="Rounded Rectangle 3">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link.Head()</a:t>
            </a:r>
          </a:p>
        </p:txBody>
      </p:sp>
      <p:sp>
        <p:nvSpPr>
          <p:cNvPr id="5" name="Rounded Rectangle 4">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Cilium</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link.Tail()</a:t>
            </a:r>
          </a:p>
        </p:txBody>
      </p:sp>
      <p:sp>
        <p:nvSpPr>
          <p:cNvPr id="6" name="Rounded Rectangle 5">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TAIL</a:t>
            </a:r>
          </a:p>
        </p:txBody>
      </p:sp>
      <p:cxnSp>
        <p:nvCxnSpPr>
          <p:cNvPr id="112" name="Straight Arrow Connector 20"/>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Rectangle 7">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Ordered multi-attachment without explicit qdisc filter management</a:t>
            </a:r>
          </a:p>
        </p:txBody>
      </p:sp>
      <p:sp>
        <p:nvSpPr>
          <p:cNvPr id="11" name="Rectangle 10">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Runtime probing matters more than the kernel version string</a:t>
            </a:r>
          </a:p>
        </p:txBody>
      </p:sp>
      <p:sp>
        <p:nvSpPr>
          <p:cNvPr id="13" name="Rectangle 12">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 supported attach API does not prove arbitrary programs are compatible</a:t>
            </a:r>
          </a:p>
        </p:txBody>
      </p:sp>
    </p:spTree>
    <p:extLst>
      <p:ext uri="{BB962C8B-B14F-4D97-AF65-F5344CB8AC3E}">
        <p14:creationId xmlns:p14="http://schemas.microsoft.com/office/powerpoint/2010/main" val="72672164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Rectangle 5">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924" lnSpcReduction="10000"/>
          </a:bodyPr>
          <a:lstStyle xmlns:a="http://schemas.openxmlformats.org/drawingml/2006/main"/>
          <a:p xmlns:a="http://schemas.openxmlformats.org/drawingml/2006/main">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lnSpcReduction="10000"/>
          </a:bodyPr>
          <a:lstStyle xmlns:a="http://schemas.openxmlformats.org/drawingml/2006/main"/>
          <a:p xmlns:a="http://schemas.openxmlformats.org/drawingml/2006/main">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xmlns:a="http://schemas.openxmlformats.org/drawingml/2006/main">
              <a:ext uri="{FF2B5EF4-FFF2-40B4-BE49-F238E27FC236}">
                <a16:creationId xmlns:a16="http://schemas.microsoft.com/office/drawing/2014/main" id="{B5C33083-7928-4AD1-8B86-7E12A3E3A89A}"/>
              </a:ext>
            </a:extLst>
          </p:cNvPr>
          <p:cNvSpPr>
            <a:spLocks xmlns:a="http://schemas.openxmlformats.org/drawingml/2006/main" noGrp="1"/>
          </p:cNvSpPr>
          <p:nvPr/>
        </p:nvSpPr>
        <p:spPr>
          <a:xfrm xmlns:a="http://schemas.openxmlformats.org/drawingml/2006/main">
            <a:off x="2381250" y="5467350"/>
            <a:ext cx="742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
            <a:extLst xmlns:a="http://schemas.openxmlformats.org/drawingml/2006/main">
              <a:ext uri="{FF2B5EF4-FFF2-40B4-BE49-F238E27FC236}">
                <a16:creationId xmlns:a16="http://schemas.microsoft.com/office/drawing/2014/main" id="{5D41BDE8-8302-49E9-B1E5-5C3AC5F420C4}"/>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25222E2-1BD0-45FD-A671-C4C40F2B3E0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3"/>
            <p:extLst>
              <p:ext uri="{DAA4B4D4-6D71-4841-9C94-3DE7FCFB9230}">
                <p14:media xmlns:p14="http://schemas.microsoft.com/office/powerpoint/2010/main" xmlns:r="http://schemas.openxmlformats.org/officeDocument/2006/relationships" r:embed="rIdMedia13"/>
              </p:ext>
            </p:extLst>
          </p:nvPr>
        </p:nvPicPr>
        <p:blipFill>
          <a:blip xmlns:r="http://schemas.openxmlformats.org/officeDocument/2006/relationships" xmlns:a="http://schemas.openxmlformats.org/drawingml/2006/main" r:embed="Rc2ad2130422345ad"/>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Live demo: one request, two views</a:t>
            </a:r>
          </a:p>
        </p:txBody>
      </p:sp>
      <p:sp>
        <p:nvSpPr>
          <p:cNvPr id="2" name="Rectangle 1">
            <a:extLst xmlns:a="http://schemas.openxmlformats.org/drawingml/2006/main">
              <a:ext uri="{FF2B5EF4-FFF2-40B4-BE49-F238E27FC236}">
                <a16:creationId xmlns:a16="http://schemas.microsoft.com/office/drawing/2014/main" id="{05D5A808-F0EE-4B26-867B-7A6125AF667F}"/>
              </a:ext>
            </a:extLst>
          </p:cNvPr>
          <p:cNvSpPr>
            <a:spLocks xmlns:a="http://schemas.openxmlformats.org/drawingml/2006/main" noGrp="1"/>
          </p:cNvSpPr>
          <p:nvPr/>
        </p:nvSpPr>
        <p:spPr>
          <a:xfrm xmlns:a="http://schemas.openxmlformats.org/drawingml/2006/main">
            <a:off x="342900" y="4171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telemetry share Grafana</a:t>
            </a:r>
          </a:p>
        </p:txBody>
      </p:sp>
      <p:sp>
        <p:nvSpPr>
          <p:cNvPr id="2" name="Rounded Rectangle 1">
            <a:extLst xmlns:a="http://schemas.openxmlformats.org/drawingml/2006/main">
              <a:ext uri="{FF2B5EF4-FFF2-40B4-BE49-F238E27FC236}">
                <a16:creationId xmlns:a16="http://schemas.microsoft.com/office/drawing/2014/main" id="{41AEF761-19E2-45EB-A2DA-1702DE162D39}"/>
              </a:ext>
            </a:extLst>
          </p:cNvPr>
          <p:cNvSpPr>
            <a:spLocks xmlns:a="http://schemas.openxmlformats.org/drawingml/2006/main" noGrp="1"/>
          </p:cNvSpPr>
          <p:nvPr/>
        </p:nvSpPr>
        <p:spPr>
          <a:xfrm xmlns:a="http://schemas.openxmlformats.org/drawingml/2006/main">
            <a:off x="619125" y="1952625"/>
            <a:ext cx="1428750" cy="762000"/>
          </a:xfrm>
          <a:prstGeom xmlns:a="http://schemas.openxmlformats.org/drawingml/2006/main" prst="roundRect">
            <a:avLst>
              <a:gd name="adj" fmla="val 10000"/>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traffic</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generator</a:t>
            </a:r>
          </a:p>
        </p:txBody>
      </p:sp>
      <p:sp>
        <p:nvSpPr>
          <p:cNvPr id="3" name="Rounded Rectangle 2">
            <a:extLst xmlns:a="http://schemas.openxmlformats.org/drawingml/2006/main">
              <a:ext uri="{FF2B5EF4-FFF2-40B4-BE49-F238E27FC236}">
                <a16:creationId xmlns:a16="http://schemas.microsoft.com/office/drawing/2014/main" id="{55300D67-D187-4978-80DE-BFD52265F93E}"/>
              </a:ext>
            </a:extLst>
          </p:cNvPr>
          <p:cNvSpPr>
            <a:spLocks xmlns:a="http://schemas.openxmlformats.org/drawingml/2006/main" noGrp="1"/>
          </p:cNvSpPr>
          <p:nvPr/>
        </p:nvSpPr>
        <p:spPr>
          <a:xfrm xmlns:a="http://schemas.openxmlformats.org/drawingml/2006/main">
            <a:off x="2619375" y="1952625"/>
            <a:ext cx="171450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edge-nginx</a:t>
            </a:r>
          </a:p>
        </p:txBody>
      </p:sp>
      <p:sp>
        <p:nvSpPr>
          <p:cNvPr id="4" name="Rounded Rectangle 3">
            <a:extLst xmlns:a="http://schemas.openxmlformats.org/drawingml/2006/main">
              <a:ext uri="{FF2B5EF4-FFF2-40B4-BE49-F238E27FC236}">
                <a16:creationId xmlns:a16="http://schemas.microsoft.com/office/drawing/2014/main" id="{225AF0F6-BB69-4CFD-ADE9-9FCAAD2D1F8E}"/>
              </a:ext>
            </a:extLst>
          </p:cNvPr>
          <p:cNvSpPr>
            <a:spLocks xmlns:a="http://schemas.openxmlformats.org/drawingml/2006/main" noGrp="1"/>
          </p:cNvSpPr>
          <p:nvPr/>
        </p:nvSpPr>
        <p:spPr>
          <a:xfrm xmlns:a="http://schemas.openxmlformats.org/drawingml/2006/main">
            <a:off x="5048250"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recommendations-v2</a:t>
            </a:r>
          </a:p>
        </p:txBody>
      </p:sp>
      <p:sp>
        <p:nvSpPr>
          <p:cNvPr id="5" name="Rounded Rectangle 4">
            <a:extLst xmlns:a="http://schemas.openxmlformats.org/drawingml/2006/main">
              <a:ext uri="{FF2B5EF4-FFF2-40B4-BE49-F238E27FC236}">
                <a16:creationId xmlns:a16="http://schemas.microsoft.com/office/drawing/2014/main" id="{F83A8591-539F-4434-8F08-7B55A4EC9E85}"/>
              </a:ext>
            </a:extLst>
          </p:cNvPr>
          <p:cNvSpPr>
            <a:spLocks xmlns:a="http://schemas.openxmlformats.org/drawingml/2006/main" noGrp="1"/>
          </p:cNvSpPr>
          <p:nvPr/>
        </p:nvSpPr>
        <p:spPr>
          <a:xfrm xmlns:a="http://schemas.openxmlformats.org/drawingml/2006/main">
            <a:off x="7953375"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recommendations-v1</a:t>
            </a:r>
          </a:p>
        </p:txBody>
      </p:sp>
      <p:cxnSp>
        <p:nvCxnSpPr>
          <p:cNvPr id="272" name="Straight Arrow Connector 24"/>
          <p:cNvCxnSpPr>
            <a:stCxn xmlns:a="http://schemas.openxmlformats.org/drawingml/2006/main" id="2" idx="3"/>
            <a:endCxn xmlns:a="http://schemas.openxmlformats.org/drawingml/2006/main" id="3" idx="1"/>
          </p:cNvCxnSpPr>
          <p:nvPr/>
        </p:nvCxnSpPr>
        <p:spPr>
          <a:xfrm xmlns:a="http://schemas.openxmlformats.org/drawingml/2006/main">
            <a:off x="2047875" y="2333625"/>
            <a:ext cx="57150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cxnSp>
        <p:nvCxnSpPr>
          <p:cNvPr id="273" name="Straight Arrow Connector 25"/>
          <p:cNvCxnSpPr>
            <a:stCxn xmlns:a="http://schemas.openxmlformats.org/drawingml/2006/main" id="3" idx="3"/>
            <a:endCxn xmlns:a="http://schemas.openxmlformats.org/drawingml/2006/main" id="4" idx="1"/>
          </p:cNvCxnSpPr>
          <p:nvPr/>
        </p:nvCxnSpPr>
        <p:spPr>
          <a:xfrm xmlns:a="http://schemas.openxmlformats.org/drawingml/2006/main">
            <a:off x="4333875"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74" name="Straight Arrow Connector 26"/>
          <p:cNvCxnSpPr>
            <a:stCxn xmlns:a="http://schemas.openxmlformats.org/drawingml/2006/main" id="4" idx="3"/>
            <a:endCxn xmlns:a="http://schemas.openxmlformats.org/drawingml/2006/main" id="5" idx="1"/>
          </p:cNvCxnSpPr>
          <p:nvPr/>
        </p:nvCxnSpPr>
        <p:spPr>
          <a:xfrm xmlns:a="http://schemas.openxmlformats.org/drawingml/2006/main">
            <a:off x="7239000"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sp>
        <p:nvSpPr>
          <p:cNvPr id="9" name="Rounded Rectangle 8">
            <a:extLst xmlns:a="http://schemas.openxmlformats.org/drawingml/2006/main">
              <a:ext uri="{FF2B5EF4-FFF2-40B4-BE49-F238E27FC236}">
                <a16:creationId xmlns:a16="http://schemas.microsoft.com/office/drawing/2014/main" id="{51E2D28F-8C9A-445C-81A1-9199E40601EF}"/>
              </a:ext>
            </a:extLst>
          </p:cNvPr>
          <p:cNvSpPr>
            <a:spLocks xmlns:a="http://schemas.openxmlformats.org/drawingml/2006/main" noGrp="1"/>
          </p:cNvSpPr>
          <p:nvPr/>
        </p:nvSpPr>
        <p:spPr>
          <a:xfrm xmlns:a="http://schemas.openxmlformats.org/drawingml/2006/main">
            <a:off x="2143125" y="1123950"/>
            <a:ext cx="79057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kind · 2 workers · Cilium v1.20.2 · Hubble</a:t>
            </a:r>
          </a:p>
        </p:txBody>
      </p:sp>
      <p:sp>
        <p:nvSpPr>
          <p:cNvPr id="10" name="Rounded Rectangle 9">
            <a:extLst xmlns:a="http://schemas.openxmlformats.org/drawingml/2006/main">
              <a:ext uri="{FF2B5EF4-FFF2-40B4-BE49-F238E27FC236}">
                <a16:creationId xmlns:a16="http://schemas.microsoft.com/office/drawing/2014/main" id="{DDD45BD2-CFCA-412C-AF13-1C69765D81BF}"/>
              </a:ext>
            </a:extLst>
          </p:cNvPr>
          <p:cNvSpPr>
            <a:spLocks xmlns:a="http://schemas.openxmlformats.org/drawingml/2006/main" noGrp="1"/>
          </p:cNvSpPr>
          <p:nvPr/>
        </p:nvSpPr>
        <p:spPr>
          <a:xfrm xmlns:a="http://schemas.openxmlformats.org/drawingml/2006/main">
            <a:off x="952500" y="3810000"/>
            <a:ext cx="2667000" cy="809625"/>
          </a:xfrm>
          <a:prstGeom xmlns:a="http://schemas.openxmlformats.org/drawingml/2006/main" prst="roundRect">
            <a:avLst>
              <a:gd name="adj" fmla="val 9412"/>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DaemonSet</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spans + RED metrics</a:t>
            </a:r>
          </a:p>
        </p:txBody>
      </p:sp>
      <p:sp>
        <p:nvSpPr>
          <p:cNvPr id="11" name="Rounded Rectangle 10">
            <a:extLst xmlns:a="http://schemas.openxmlformats.org/drawingml/2006/main">
              <a:ext uri="{FF2B5EF4-FFF2-40B4-BE49-F238E27FC236}">
                <a16:creationId xmlns:a16="http://schemas.microsoft.com/office/drawing/2014/main" id="{13D03C9F-57F2-4DAC-B8D1-22531386FA1C}"/>
              </a:ext>
            </a:extLst>
          </p:cNvPr>
          <p:cNvSpPr>
            <a:spLocks xmlns:a="http://schemas.openxmlformats.org/drawingml/2006/main" noGrp="1"/>
          </p:cNvSpPr>
          <p:nvPr/>
        </p:nvSpPr>
        <p:spPr>
          <a:xfrm xmlns:a="http://schemas.openxmlformats.org/drawingml/2006/main">
            <a:off x="4762500" y="3810000"/>
            <a:ext cx="2667000" cy="809625"/>
          </a:xfrm>
          <a:prstGeom xmlns:a="http://schemas.openxmlformats.org/drawingml/2006/main" prst="roundRect">
            <a:avLst>
              <a:gd name="adj" fmla="val 9412"/>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Grafana LGTM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Tempo + Prometheus</a:t>
            </a:r>
          </a:p>
        </p:txBody>
      </p:sp>
      <p:sp>
        <p:nvSpPr>
          <p:cNvPr id="12" name="Rounded Rectangle 11">
            <a:extLst xmlns:a="http://schemas.openxmlformats.org/drawingml/2006/main">
              <a:ext uri="{FF2B5EF4-FFF2-40B4-BE49-F238E27FC236}">
                <a16:creationId xmlns:a16="http://schemas.microsoft.com/office/drawing/2014/main" id="{A8148B24-F6F9-4B50-BD64-2D08FA1A2CB3}"/>
              </a:ext>
            </a:extLst>
          </p:cNvPr>
          <p:cNvSpPr>
            <a:spLocks xmlns:a="http://schemas.openxmlformats.org/drawingml/2006/main" noGrp="1"/>
          </p:cNvSpPr>
          <p:nvPr/>
        </p:nvSpPr>
        <p:spPr>
          <a:xfrm xmlns:a="http://schemas.openxmlformats.org/drawingml/2006/main">
            <a:off x="95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Cilium + Hubble</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Prometheus metrics</a:t>
            </a:r>
          </a:p>
        </p:txBody>
      </p:sp>
      <p:sp>
        <p:nvSpPr>
          <p:cNvPr id="13" name="Rounded Rectangle 12">
            <a:extLst xmlns:a="http://schemas.openxmlformats.org/drawingml/2006/main">
              <a:ext uri="{FF2B5EF4-FFF2-40B4-BE49-F238E27FC236}">
                <a16:creationId xmlns:a16="http://schemas.microsoft.com/office/drawing/2014/main" id="{944119F6-350B-4C32-BA05-650EE07DD035}"/>
              </a:ext>
            </a:extLst>
          </p:cNvPr>
          <p:cNvSpPr>
            <a:spLocks xmlns:a="http://schemas.openxmlformats.org/drawingml/2006/main" noGrp="1"/>
          </p:cNvSpPr>
          <p:nvPr/>
        </p:nvSpPr>
        <p:spPr>
          <a:xfrm xmlns:a="http://schemas.openxmlformats.org/drawingml/2006/main">
            <a:off x="4762500" y="5048250"/>
            <a:ext cx="26670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OpenTelemetry Collector</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scrape + OTLP export</a:t>
            </a:r>
          </a:p>
        </p:txBody>
      </p:sp>
      <p:sp>
        <p:nvSpPr>
          <p:cNvPr id="14" name="Rounded Rectangle 13">
            <a:extLst xmlns:a="http://schemas.openxmlformats.org/drawingml/2006/main">
              <a:ext uri="{FF2B5EF4-FFF2-40B4-BE49-F238E27FC236}">
                <a16:creationId xmlns:a16="http://schemas.microsoft.com/office/drawing/2014/main" id="{B3ACA9B6-3BE5-418F-AC53-5C511756964E}"/>
              </a:ext>
            </a:extLst>
          </p:cNvPr>
          <p:cNvSpPr>
            <a:spLocks xmlns:a="http://schemas.openxmlformats.org/drawingml/2006/main" noGrp="1"/>
          </p:cNvSpPr>
          <p:nvPr/>
        </p:nvSpPr>
        <p:spPr>
          <a:xfrm xmlns:a="http://schemas.openxmlformats.org/drawingml/2006/main">
            <a:off x="857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Hubble Relay + UI</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flow records + verdicts</a:t>
            </a:r>
          </a:p>
        </p:txBody>
      </p:sp>
      <p:cxnSp>
        <p:nvCxnSpPr>
          <p:cNvPr id="281" name="Straight Arrow Connector 33"/>
          <p:cNvCxnSpPr>
            <a:stCxn xmlns:a="http://schemas.openxmlformats.org/drawingml/2006/main" id="10" idx="3"/>
            <a:endCxn xmlns:a="http://schemas.openxmlformats.org/drawingml/2006/main" id="11" idx="1"/>
          </p:cNvCxnSpPr>
          <p:nvPr/>
        </p:nvCxnSpPr>
        <p:spPr>
          <a:xfrm xmlns:a="http://schemas.openxmlformats.org/drawingml/2006/main">
            <a:off x="3619500" y="4214813"/>
            <a:ext cx="1143000" cy="0"/>
          </a:xfrm>
          <a:prstGeom xmlns:a="http://schemas.openxmlformats.org/drawingml/2006/main" prst="straightConnector1">
            <a:avLst/>
          </a:prstGeom>
          <a:ln xmlns:a="http://schemas.openxmlformats.org/drawingml/2006/main" w="23813">
            <a:solidFill>
              <a:srgbClr val="FF007F"/>
            </a:solidFill>
            <a:prstDash val="solid"/>
            <a:tailEnd type="arrow" w="med" len="med"/>
          </a:ln>
        </p:spPr>
      </p:cxnSp>
      <p:cxnSp>
        <p:nvCxnSpPr>
          <p:cNvPr id="282" name="Straight Arrow Connector 34"/>
          <p:cNvCxnSpPr>
            <a:stCxn xmlns:a="http://schemas.openxmlformats.org/drawingml/2006/main" id="12" idx="3"/>
            <a:endCxn xmlns:a="http://schemas.openxmlformats.org/drawingml/2006/main" id="13" idx="1"/>
          </p:cNvCxnSpPr>
          <p:nvPr/>
        </p:nvCxnSpPr>
        <p:spPr>
          <a:xfrm xmlns:a="http://schemas.openxmlformats.org/drawingml/2006/main">
            <a:off x="3619500" y="5453063"/>
            <a:ext cx="1143000"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3" name="Straight Arrow Connector 35"/>
          <p:cNvCxnSpPr>
            <a:stCxn xmlns:a="http://schemas.openxmlformats.org/drawingml/2006/main" id="13" idx="0"/>
            <a:endCxn xmlns:a="http://schemas.openxmlformats.org/drawingml/2006/main" id="11" idx="2"/>
          </p:cNvCxnSpPr>
          <p:nvPr/>
        </p:nvCxnSpPr>
        <p:spPr>
          <a:xfrm xmlns:a="http://schemas.openxmlformats.org/drawingml/2006/main" flipV="1">
            <a:off x="6096000" y="4619625"/>
            <a:ext cx="0" cy="428625"/>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4" name="Elbow Connector 36"/>
          <p:cNvCxnSpPr>
            <a:stCxn xmlns:a="http://schemas.openxmlformats.org/drawingml/2006/main" id="4" idx="2"/>
            <a:endCxn xmlns:a="http://schemas.openxmlformats.org/drawingml/2006/main" id="10" idx="0"/>
          </p:cNvCxnSpPr>
          <p:nvPr/>
        </p:nvCxnSpPr>
        <p:spPr>
          <a:xfrm xmlns:a="http://schemas.openxmlformats.org/drawingml/2006/main" flipH="1">
            <a:off x="2286000" y="2714625"/>
            <a:ext cx="3857625" cy="1095375"/>
          </a:xfrm>
          <a:prstGeom xmlns:a="http://schemas.openxmlformats.org/drawingml/2006/main" prst="bentConnector4">
            <a:avLst>
              <a:gd name="adj1" fmla="val 0"/>
              <a:gd name="adj2" fmla="val 50000"/>
            </a:avLst>
          </a:prstGeom>
          <a:ln xmlns:a="http://schemas.openxmlformats.org/drawingml/2006/main" w="23813">
            <a:solidFill>
              <a:srgbClr val="FF007F"/>
            </a:solidFill>
            <a:prstDash val="dash"/>
            <a:tailEnd type="arrow" w="med" len="med"/>
          </a:ln>
        </p:spPr>
      </p:cxnSp>
      <p:cxnSp>
        <p:nvCxnSpPr>
          <p:cNvPr id="285" name="Elbow Connector 37"/>
          <p:cNvCxnSpPr>
            <a:stCxn xmlns:a="http://schemas.openxmlformats.org/drawingml/2006/main" id="5" idx="2"/>
            <a:endCxn xmlns:a="http://schemas.openxmlformats.org/drawingml/2006/main" id="14" idx="0"/>
          </p:cNvCxnSpPr>
          <p:nvPr/>
        </p:nvCxnSpPr>
        <p:spPr>
          <a:xfrm xmlns:a="http://schemas.openxmlformats.org/drawingml/2006/main">
            <a:off x="9048750" y="2714625"/>
            <a:ext cx="857250" cy="2333625"/>
          </a:xfrm>
          <a:prstGeom xmlns:a="http://schemas.openxmlformats.org/drawingml/2006/main" prst="bentConnector4">
            <a:avLst>
              <a:gd name="adj1" fmla="val 0"/>
              <a:gd name="adj2" fmla="val 50000"/>
            </a:avLst>
          </a:prstGeom>
          <a:ln xmlns:a="http://schemas.openxmlformats.org/drawingml/2006/main" w="23813">
            <a:solidFill>
              <a:srgbClr val="0860FE"/>
            </a:solidFill>
            <a:prstDash val="dash"/>
            <a:tailEnd type="arrow" w="med" len="med"/>
          </a:ln>
        </p:spPr>
      </p:cxnSp>
    </p:spTree>
    <p:extLst>
      <p:ext uri="{BB962C8B-B14F-4D97-AF65-F5344CB8AC3E}">
        <p14:creationId xmlns:p14="http://schemas.microsoft.com/office/powerpoint/2010/main" val="3009911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6"/>
            <p:extLst>
              <p:ext uri="{DAA4B4D4-6D71-4841-9C94-3DE7FCFB9230}">
                <p14:media xmlns:p14="http://schemas.microsoft.com/office/powerpoint/2010/main" xmlns:r="http://schemas.openxmlformats.org/officeDocument/2006/relationships" r:embed="rIdMedia16"/>
              </p:ext>
            </p:extLst>
          </p:nvPr>
        </p:nvPicPr>
        <p:blipFill>
          <a:blip xmlns:r="http://schemas.openxmlformats.org/officeDocument/2006/relationships" xmlns:a="http://schemas.openxmlformats.org/drawingml/2006/main" r:embed="Reb8521fd64e44156"/>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7"/>
            <p:extLst>
              <p:ext uri="{DAA4B4D4-6D71-4841-9C94-3DE7FCFB9230}">
                <p14:media xmlns:p14="http://schemas.microsoft.com/office/powerpoint/2010/main" xmlns:r="http://schemas.openxmlformats.org/officeDocument/2006/relationships" r:embed="rIdMedia17"/>
              </p:ext>
            </p:extLst>
          </p:nvPr>
        </p:nvPicPr>
        <p:blipFill>
          <a:blip xmlns:r="http://schemas.openxmlformats.org/officeDocument/2006/relationships" xmlns:a="http://schemas.openxmlformats.org/drawingml/2006/main" r:embed="R699d394cf97f435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799601030"/>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5350C15A-FCE4-4DE8-B47E-D55C68DF89D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cde99a58735d4e0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715839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d12821e0bbc8499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5394543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3: make a policy denial visible twice</a:t>
            </a:r>
          </a:p>
        </p:txBody>
      </p:sp>
      <p:pic>
        <p:nvPicPr>
          <p:cNvPr id="6" name="cilium-obi-demo-3-policy-denial.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20"/>
            <p:extLst>
              <p:ext uri="{DAA4B4D4-6D71-4841-9C94-3DE7FCFB9230}">
                <p14:media xmlns:p14="http://schemas.microsoft.com/office/powerpoint/2010/main" xmlns:r="http://schemas.openxmlformats.org/officeDocument/2006/relationships" r:embed="rIdMedia20"/>
              </p:ext>
            </p:extLst>
          </p:nvPr>
        </p:nvPicPr>
        <p:blipFill>
          <a:blip xmlns:r="http://schemas.openxmlformats.org/officeDocument/2006/relationships" xmlns:a="http://schemas.openxmlformats.org/drawingml/2006/main" r:embed="R02585777b0314c9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923459705"/>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3399a6f8adf4abf"/>
              </a:rPr>
              <a:t>App metrics</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026328a40e6b4d8b"/>
              </a:rPr>
              <a:t>Grafana: request rate, p95, flows and drops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da40e4837348464f"/>
              </a:rPr>
              <a:t>Pipeline health</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b81ed49a560f4609"/>
              </a:rPr>
              <a:t>Grafana: Cilium, Hubble and Collector health</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5aab9699c564a9c"/>
              </a:rPr>
              <a:t>Tempo traces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cf5a0548b20b4156"/>
              </a:rPr>
              <a:t>Grafana Explore: inspect a three-service trace</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af609116ac0440c5"/>
              </a:rPr>
              <a:t>Hubble flows</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f38db962aa7a4e41"/>
              </a:rPr>
              <a:t>Hubble UI: workloads, ports and verdicts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Rectangle 1">
            <a:extLst xmlns:a="http://schemas.openxmlformats.org/drawingml/2006/main">
              <a:ext uri="{FF2B5EF4-FFF2-40B4-BE49-F238E27FC236}">
                <a16:creationId xmlns:a16="http://schemas.microsoft.com/office/drawing/2014/main" id="{9363F227-F6F1-4510-89E1-4DE9153BF034}"/>
              </a:ext>
            </a:extLst>
          </p:cNvPr>
          <p:cNvSpPr>
            <a:spLocks xmlns:a="http://schemas.openxmlformats.org/drawingml/2006/main" noGrp="1"/>
          </p:cNvSpPr>
          <p:nvPr/>
        </p:nvSpPr>
        <p:spPr>
          <a:xfrm xmlns:a="http://schemas.openxmlformats.org/drawingml/2006/main">
            <a:off x="685800" y="149542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Rounded Rectangle 2">
            <a:extLst xmlns:a="http://schemas.openxmlformats.org/drawingml/2006/main">
              <a:ext uri="{FF2B5EF4-FFF2-40B4-BE49-F238E27FC236}">
                <a16:creationId xmlns:a16="http://schemas.microsoft.com/office/drawing/2014/main" id="{2B1855B3-2267-4CE0-BF37-CD2590F57911}"/>
              </a:ext>
            </a:extLst>
          </p:cNvPr>
          <p:cNvSpPr>
            <a:spLocks xmlns:a="http://schemas.openxmlformats.org/drawingml/2006/main" noGrp="1"/>
          </p:cNvSpPr>
          <p:nvPr/>
        </p:nvSpPr>
        <p:spPr>
          <a:xfrm xmlns:a="http://schemas.openxmlformats.org/drawingml/2006/main">
            <a:off x="1047750" y="2190750"/>
            <a:ext cx="2857500" cy="1333500"/>
          </a:xfrm>
          <a:prstGeom xmlns:a="http://schemas.openxmlformats.org/drawingml/2006/main" prst="roundRect">
            <a:avLst>
              <a:gd name="adj" fmla="val 571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Rounded Rectangle 3">
            <a:extLst xmlns:a="http://schemas.openxmlformats.org/drawingml/2006/main">
              <a:ext uri="{FF2B5EF4-FFF2-40B4-BE49-F238E27FC236}">
                <a16:creationId xmlns:a16="http://schemas.microsoft.com/office/drawing/2014/main" id="{3129369A-D151-43B9-8BF5-BD06E4EFBB4C}"/>
              </a:ext>
            </a:extLst>
          </p:cNvPr>
          <p:cNvSpPr>
            <a:spLocks xmlns:a="http://schemas.openxmlformats.org/drawingml/2006/main" noGrp="1"/>
          </p:cNvSpPr>
          <p:nvPr/>
        </p:nvSpPr>
        <p:spPr>
          <a:xfrm xmlns:a="http://schemas.openxmlformats.org/drawingml/2006/main">
            <a:off x="4619625" y="2190750"/>
            <a:ext cx="2857500" cy="1333500"/>
          </a:xfrm>
          <a:prstGeom xmlns:a="http://schemas.openxmlformats.org/drawingml/2006/main" prst="roundRect">
            <a:avLst>
              <a:gd name="adj" fmla="val 571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Rounded Rectangle 4">
            <a:extLst xmlns:a="http://schemas.openxmlformats.org/drawingml/2006/main">
              <a:ext uri="{FF2B5EF4-FFF2-40B4-BE49-F238E27FC236}">
                <a16:creationId xmlns:a16="http://schemas.microsoft.com/office/drawing/2014/main" id="{5D65C379-809F-4782-BAD8-69A5B47C504C}"/>
              </a:ext>
            </a:extLst>
          </p:cNvPr>
          <p:cNvSpPr>
            <a:spLocks xmlns:a="http://schemas.openxmlformats.org/drawingml/2006/main" noGrp="1"/>
          </p:cNvSpPr>
          <p:nvPr/>
        </p:nvSpPr>
        <p:spPr>
          <a:xfrm xmlns:a="http://schemas.openxmlformats.org/drawingml/2006/main">
            <a:off x="8191500" y="2190750"/>
            <a:ext cx="2857500" cy="133350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106" name="Straight Arrow Connector 14"/>
          <p:cNvCxnSpPr>
            <a:stCxn xmlns:a="http://schemas.openxmlformats.org/drawingml/2006/main" id="3" idx="3"/>
            <a:endCxn xmlns:a="http://schemas.openxmlformats.org/drawingml/2006/main" id="4" idx="1"/>
          </p:cNvCxnSpPr>
          <p:nvPr/>
        </p:nvCxnSpPr>
        <p:spPr>
          <a:xfrm xmlns:a="http://schemas.openxmlformats.org/drawingml/2006/main">
            <a:off x="3905250"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cxnSp>
        <p:nvCxnSpPr>
          <p:cNvPr id="107" name="Straight Arrow Connector 15"/>
          <p:cNvCxnSpPr>
            <a:stCxn xmlns:a="http://schemas.openxmlformats.org/drawingml/2006/main" id="4" idx="3"/>
            <a:endCxn xmlns:a="http://schemas.openxmlformats.org/drawingml/2006/main" id="5" idx="1"/>
          </p:cNvCxnSpPr>
          <p:nvPr/>
        </p:nvCxnSpPr>
        <p:spPr>
          <a:xfrm xmlns:a="http://schemas.openxmlformats.org/drawingml/2006/main">
            <a:off x="7477125"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sp>
        <p:nvSpPr>
          <p:cNvPr id="8" name="Rectangle 7">
            <a:extLst xmlns:a="http://schemas.openxmlformats.org/drawingml/2006/main">
              <a:ext uri="{FF2B5EF4-FFF2-40B4-BE49-F238E27FC236}">
                <a16:creationId xmlns:a16="http://schemas.microsoft.com/office/drawing/2014/main" id="{E5512B38-A93E-47F3-BF29-CF7C9D3DB81B}"/>
              </a:ext>
            </a:extLst>
          </p:cNvPr>
          <p:cNvSpPr>
            <a:spLocks xmlns:a="http://schemas.openxmlformats.org/drawingml/2006/main" noGrp="1"/>
          </p:cNvSpPr>
          <p:nvPr/>
        </p:nvSpPr>
        <p:spPr>
          <a:xfrm xmlns:a="http://schemas.openxmlformats.org/drawingml/2006/main">
            <a:off x="1143000" y="44386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Rounded Rectangle 8">
            <a:extLst xmlns:a="http://schemas.openxmlformats.org/drawingml/2006/main">
              <a:ext uri="{FF2B5EF4-FFF2-40B4-BE49-F238E27FC236}">
                <a16:creationId xmlns:a16="http://schemas.microsoft.com/office/drawing/2014/main" id="{B4AD1679-F97C-4AC8-A7BB-72C9590CC5C6}"/>
              </a:ext>
            </a:extLst>
          </p:cNvPr>
          <p:cNvSpPr>
            <a:spLocks xmlns:a="http://schemas.openxmlformats.org/drawingml/2006/main" noGrp="1"/>
          </p:cNvSpPr>
          <p:nvPr/>
        </p:nvSpPr>
        <p:spPr>
          <a:xfrm xmlns:a="http://schemas.openxmlformats.org/drawingml/2006/main">
            <a:off x="3429000" y="5543550"/>
            <a:ext cx="5334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Measure the combined system</a:t>
            </a:r>
          </a:p>
        </p:txBody>
      </p:sp>
    </p:spTree>
    <p:extLst>
      <p:ext uri="{BB962C8B-B14F-4D97-AF65-F5344CB8AC3E}">
        <p14:creationId xmlns:p14="http://schemas.microsoft.com/office/powerpoint/2010/main" val="14255440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xmlns:a="http://schemas.openxmlformats.org/drawingml/2006/main">
              <a:ext uri="{FF2B5EF4-FFF2-40B4-BE49-F238E27FC236}">
                <a16:creationId xmlns:a16="http://schemas.microsoft.com/office/drawing/2014/main" id="{C57F3861-4686-4855-A5F6-163934D70F39}"/>
              </a:ext>
            </a:extLst>
          </p:cNvPr>
          <p:cNvSpPr>
            <a:spLocks xmlns:a="http://schemas.openxmlformats.org/drawingml/2006/main" noGrp="1"/>
          </p:cNvSpPr>
          <p:nvPr/>
        </p:nvSpPr>
        <p:spPr>
          <a:xfrm xmlns:a="http://schemas.openxmlformats.org/drawingml/2006/main">
            <a:off x="306705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xmlns:a="http://schemas.openxmlformats.org/drawingml/2006/main">
              <a:ext uri="{FF2B5EF4-FFF2-40B4-BE49-F238E27FC236}">
                <a16:creationId xmlns:a16="http://schemas.microsoft.com/office/drawing/2014/main" id="{43DA1D42-5150-46B7-A997-2EA04A6FE5E7}"/>
              </a:ext>
            </a:extLst>
          </p:cNvPr>
          <p:cNvSpPr>
            <a:spLocks xmlns:a="http://schemas.openxmlformats.org/drawingml/2006/main" noGrp="1"/>
          </p:cNvSpPr>
          <p:nvPr/>
        </p:nvSpPr>
        <p:spPr>
          <a:xfrm xmlns:a="http://schemas.openxmlformats.org/drawingml/2006/main">
            <a:off x="247650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686B6B"/>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499110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440055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xmlns:a="http://schemas.openxmlformats.org/drawingml/2006/main">
              <a:ext uri="{FF2B5EF4-FFF2-40B4-BE49-F238E27FC236}">
                <a16:creationId xmlns:a16="http://schemas.microsoft.com/office/drawing/2014/main" id="{B5CC0480-58B6-481F-A0E6-4B4442B486FA}"/>
              </a:ext>
            </a:extLst>
          </p:cNvPr>
          <p:cNvSpPr>
            <a:spLocks xmlns:a="http://schemas.openxmlformats.org/drawingml/2006/main" noGrp="1"/>
          </p:cNvSpPr>
          <p:nvPr/>
        </p:nvSpPr>
        <p:spPr>
          <a:xfrm xmlns:a="http://schemas.openxmlformats.org/drawingml/2006/main">
            <a:off x="691515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xmlns:a="http://schemas.openxmlformats.org/drawingml/2006/main">
              <a:ext uri="{FF2B5EF4-FFF2-40B4-BE49-F238E27FC236}">
                <a16:creationId xmlns:a16="http://schemas.microsoft.com/office/drawing/2014/main" id="{249A79A0-91CC-421C-BF6B-235A6CEA09E1}"/>
              </a:ext>
            </a:extLst>
          </p:cNvPr>
          <p:cNvSpPr>
            <a:spLocks xmlns:a="http://schemas.openxmlformats.org/drawingml/2006/main" noGrp="1"/>
          </p:cNvSpPr>
          <p:nvPr/>
        </p:nvSpPr>
        <p:spPr>
          <a:xfrm xmlns:a="http://schemas.openxmlformats.org/drawingml/2006/main">
            <a:off x="632460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883920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824865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xmlns:a="http://schemas.openxmlformats.org/drawingml/2006/main">
              <a:ext uri="{FF2B5EF4-FFF2-40B4-BE49-F238E27FC236}">
                <a16:creationId xmlns:a16="http://schemas.microsoft.com/office/drawing/2014/main" id="{4FEFADD7-1B50-4BB3-8599-47FACAE44ED4}"/>
              </a:ext>
            </a:extLst>
          </p:cNvPr>
          <p:cNvSpPr>
            <a:spLocks xmlns:a="http://schemas.openxmlformats.org/drawingml/2006/main" noGrp="1"/>
          </p:cNvSpPr>
          <p:nvPr/>
        </p:nvSpPr>
        <p:spPr>
          <a:xfrm xmlns:a="http://schemas.openxmlformats.org/drawingml/2006/main">
            <a:off x="1076325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xmlns:a="http://schemas.openxmlformats.org/drawingml/2006/main">
              <a:ext uri="{FF2B5EF4-FFF2-40B4-BE49-F238E27FC236}">
                <a16:creationId xmlns:a16="http://schemas.microsoft.com/office/drawing/2014/main" id="{82E7F45A-14F9-47B8-94BC-1FD3A9870B5A}"/>
              </a:ext>
            </a:extLst>
          </p:cNvPr>
          <p:cNvSpPr>
            <a:spLocks xmlns:a="http://schemas.openxmlformats.org/drawingml/2006/main" noGrp="1"/>
          </p:cNvSpPr>
          <p:nvPr/>
        </p:nvSpPr>
        <p:spPr>
          <a:xfrm xmlns:a="http://schemas.openxmlformats.org/drawingml/2006/main">
            <a:off x="1017270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A-E: same Cilium cluster, route, load, placement and backend</a:t>
            </a:r>
          </a:p>
        </p:txBody>
      </p:sp>
      <p:sp>
        <p:nvSpPr>
          <p:cNvPr id="15" name="Rectangle 14">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N: fresh kindnet cluster with the same app and load, but a different CNI</a:t>
            </a:r>
          </a:p>
        </p:txBody>
      </p:sp>
      <p:sp>
        <p:nvSpPr>
          <p:cNvPr id="16" name="Rounded Rectangle 15">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Measured so far: B and D. Planned: N, A, C and E.</a:t>
            </a:r>
          </a:p>
        </p:txBody>
      </p:sp>
      <p:sp>
        <p:nvSpPr>
          <p:cNvPr id="18" name="Rectangle 17">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N is a different-CNI reference, not an isolated estimate of eBPF overhead.</a:t>
            </a:r>
          </a:p>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Check the node BPF inventory before calling it an eBPF-free run.</a:t>
            </a:r>
          </a:p>
        </p:txBody>
      </p:sp>
      <p:sp>
        <p:nvSpPr>
          <p:cNvPr id="20" name="No eBPF reference label">
            <a:extLst xmlns:a="http://schemas.openxmlformats.org/drawingml/2006/main">
              <a:ext uri="{FF2B5EF4-FFF2-40B4-BE49-F238E27FC236}">
                <a16:creationId xmlns:a16="http://schemas.microsoft.com/office/drawing/2014/main" id="{7D97F9F6-63BE-42F0-8FCD-2F1240D73DD6}"/>
              </a:ext>
            </a:extLst>
          </p:cNvPr>
          <p:cNvSpPr>
            <a:spLocks xmlns:a="http://schemas.openxmlformats.org/drawingml/2006/main" noGrp="1"/>
          </p:cNvSpPr>
          <p:nvPr/>
        </p:nvSpPr>
        <p:spPr>
          <a:xfrm xmlns:a="http://schemas.openxmlformats.org/drawingml/2006/main">
            <a:off x="114300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N</a:t>
            </a:r>
          </a:p>
        </p:txBody>
      </p:sp>
      <p:sp>
        <p:nvSpPr>
          <p:cNvPr id="21" name="No eBPF reference">
            <a:extLst xmlns:a="http://schemas.openxmlformats.org/drawingml/2006/main">
              <a:ext uri="{FF2B5EF4-FFF2-40B4-BE49-F238E27FC236}">
                <a16:creationId xmlns:a16="http://schemas.microsoft.com/office/drawing/2014/main" id="{2B5507D2-B9C0-4B81-8E90-BB79E22E4C72}"/>
              </a:ext>
            </a:extLst>
          </p:cNvPr>
          <p:cNvSpPr>
            <a:spLocks xmlns:a="http://schemas.openxmlformats.org/drawingml/2006/main" noGrp="1"/>
          </p:cNvSpPr>
          <p:nvPr/>
        </p:nvSpPr>
        <p:spPr>
          <a:xfrm xmlns:a="http://schemas.openxmlformats.org/drawingml/2006/main">
            <a:off x="55245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eBPF</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kindnet CNI</a:t>
            </a:r>
          </a:p>
        </p:txBody>
      </p:sp>
    </p:spTree>
    <p:extLst>
      <p:ext uri="{BB962C8B-B14F-4D97-AF65-F5344CB8AC3E}">
        <p14:creationId xmlns:p14="http://schemas.microsoft.com/office/powerpoint/2010/main" val="61737127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3267075"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2000250" y="2152650"/>
            <a:ext cx="32385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 +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off</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8220075"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6953250" y="2152650"/>
            <a:ext cx="32385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 +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on, TCX</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cluster, route and load. B ran before D in this rehearsal.</a:t>
            </a:r>
          </a:p>
        </p:txBody>
      </p:sp>
      <p:sp>
        <p:nvSpPr>
          <p:cNvPr id="15" name="Rectangle 14">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Local kind rehearsal: five 200-request samples per condition at concurrency 20</a:t>
            </a:r>
          </a:p>
        </p:txBody>
      </p:sp>
      <p:sp>
        <p:nvSpPr>
          <p:cNvPr id="16" name="Rounded Rectangle 15">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Throughput: 19.77 vs 19.73 req/s (-0.2%). p95: 1,018 vs 1,020 ms (+2 ms).</a:t>
            </a:r>
          </a:p>
        </p:txBody>
      </p:sp>
      <p:sp>
        <p:nvSpPr>
          <p:cNvPr id="18" name="Rectangle 17">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0 / 2,000 failures. OBI: 0.013 cores and 253 MiB across two pods.</a:t>
            </a:r>
          </a:p>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7,210 spans exported. Hubble loss comparison withheld pending a matched-window rerun.</a:t>
            </a:r>
          </a:p>
        </p:txBody>
      </p:sp>
    </p:spTree>
    <p:extLst>
      <p:ext uri="{BB962C8B-B14F-4D97-AF65-F5344CB8AC3E}">
        <p14:creationId xmlns:p14="http://schemas.microsoft.com/office/powerpoint/2010/main" val="61737127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budgets decide whether coexistence works</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node, app, Cilium, Hubble, OBI, Collector</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RSS plus BPF program and map memory</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Loss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Hubble lost events, refused and dropped telemetry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Volume</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spans, metric points, flows, active series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48"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Traffic health and telemetry completeness are separate acceptance gates.</a:t>
            </a:r>
          </a:p>
        </p:txBody>
      </p:sp>
    </p:spTree>
    <p:extLst>
      <p:ext uri="{BB962C8B-B14F-4D97-AF65-F5344CB8AC3E}">
        <p14:creationId xmlns:p14="http://schemas.microsoft.com/office/powerpoint/2010/main" val="188285791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Production rollout</a:t>
            </a:r>
          </a:p>
        </p:txBody>
      </p:sp>
    </p:spTree>
    <p:extLst>
      <p:ext uri="{BB962C8B-B14F-4D97-AF65-F5344CB8AC3E}">
        <p14:creationId xmlns:p14="http://schemas.microsoft.com/office/powerpoint/2010/main" val="159025230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Roll out through evidence gates</a:t>
            </a:r>
          </a:p>
        </p:txBody>
      </p:sp>
      <p:sp>
        <p:nvSpPr>
          <p:cNvPr id="2" name="Rounded Rectangle 1">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Inventory</a:t>
            </a:r>
          </a:p>
        </p:txBody>
      </p:sp>
      <p:sp>
        <p:nvSpPr>
          <p:cNvPr id="4" name="Rectangle 3">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kernel · BTF · versions · datapath</a:t>
            </a:r>
          </a:p>
        </p:txBody>
      </p:sp>
      <p:sp>
        <p:nvSpPr>
          <p:cNvPr id="5" name="Rounded Rectangle 4">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Render</a:t>
            </a:r>
          </a:p>
        </p:txBody>
      </p:sp>
      <p:sp>
        <p:nvSpPr>
          <p:cNvPr id="7" name="Rectangle 6">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capabilities · mounts · priorities</a:t>
            </a:r>
          </a:p>
        </p:txBody>
      </p:sp>
      <p:sp>
        <p:nvSpPr>
          <p:cNvPr id="8" name="Rounded Rectangle 7">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Canary</a:t>
            </a:r>
          </a:p>
        </p:txBody>
      </p:sp>
      <p:sp>
        <p:nvSpPr>
          <p:cNvPr id="10" name="Rectangle 9">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small node pool · fast disable path</a:t>
            </a:r>
          </a:p>
        </p:txBody>
      </p:sp>
      <p:sp>
        <p:nvSpPr>
          <p:cNvPr id="11" name="Rounded Rectangle 10">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Exercise</a:t>
            </a:r>
          </a:p>
        </p:txBody>
      </p:sp>
      <p:sp>
        <p:nvSpPr>
          <p:cNvPr id="13" name="Rectangle 12">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same-node · cross-node · service · deny</a:t>
            </a:r>
          </a:p>
        </p:txBody>
      </p:sp>
      <p:sp>
        <p:nvSpPr>
          <p:cNvPr id="14" name="Rounded Rectangle 13">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Promote</a:t>
            </a:r>
          </a:p>
        </p:txBody>
      </p:sp>
      <p:sp>
        <p:nvSpPr>
          <p:cNvPr id="16" name="Rectangle 15">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bounded comparison · traffic + telemetry</a:t>
            </a:r>
          </a:p>
        </p:txBody>
      </p:sp>
      <p:cxnSp>
        <p:nvCxnSpPr>
          <p:cNvPr id="299" name="Straight Arrow Connector 38"/>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0" name="Straight Arrow Connector 39"/>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1" name="Straight Arrow Connector 40"/>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2" name="Straight Arrow Connector 41"/>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Rounded Rectangle 20">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791" lnSpcReduction="10000"/>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Promote only when packet behavior, request coverage, loss counters, and resource budgets all pass.</a:t>
            </a:r>
          </a:p>
        </p:txBody>
      </p:sp>
    </p:spTree>
    <p:extLst>
      <p:ext uri="{BB962C8B-B14F-4D97-AF65-F5344CB8AC3E}">
        <p14:creationId xmlns:p14="http://schemas.microsoft.com/office/powerpoint/2010/main" val="31588492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61" lnSpcReduction="2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9105554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Questions?</a:t>
            </a:r>
          </a:p>
        </p:txBody>
      </p:sp>
      <p:sp>
        <p:nvSpPr>
          <p:cNvPr id="2" name="Rectangle 1">
            <a:extLst xmlns:a="http://schemas.openxmlformats.org/drawingml/2006/main">
              <a:ext uri="{FF2B5EF4-FFF2-40B4-BE49-F238E27FC236}">
                <a16:creationId xmlns:a16="http://schemas.microsoft.com/office/drawing/2014/main" id="{BC8C757A-EBAE-41DF-8024-5D93DDCB99F8}"/>
              </a:ext>
            </a:extLst>
          </p:cNvPr>
          <p:cNvSpPr>
            <a:spLocks xmlns:a="http://schemas.openxmlformats.org/drawingml/2006/main" noGrp="1"/>
          </p:cNvSpPr>
          <p:nvPr/>
        </p:nvSpPr>
        <p:spPr>
          <a:xfrm xmlns:a="http://schemas.openxmlformats.org/drawingml/2006/main">
            <a:off x="342900" y="41719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xmlns:a="http://schemas.openxmlformats.org/drawingml/2006/main">
              <a:ext uri="{FF2B5EF4-FFF2-40B4-BE49-F238E27FC236}">
                <a16:creationId xmlns:a16="http://schemas.microsoft.com/office/drawing/2014/main" id="{5951CB9B-0C39-48E6-A009-6394EAA31EF3}"/>
              </a:ext>
            </a:extLst>
          </p:cNvPr>
          <p:cNvSpPr>
            <a:spLocks xmlns:a="http://schemas.openxmlformats.org/drawingml/2006/main" noGrp="1"/>
          </p:cNvSpPr>
          <p:nvPr/>
        </p:nvSpPr>
        <p:spPr>
          <a:xfrm xmlns:a="http://schemas.openxmlformats.org/drawingml/2006/main">
            <a:off x="342900" y="45910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Appendix</a:t>
            </a:r>
          </a:p>
        </p:txBody>
      </p:sp>
    </p:spTree>
    <p:extLst>
      <p:ext uri="{BB962C8B-B14F-4D97-AF65-F5344CB8AC3E}">
        <p14:creationId xmlns:p14="http://schemas.microsoft.com/office/powerpoint/2010/main" val="127259867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5F6433C-CB26-4D0A-AE41-4FF35BCEE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xmlns:a="http://schemas.openxmlformats.org/drawingml/2006/main">
              <a:ext uri="{FF2B5EF4-FFF2-40B4-BE49-F238E27FC236}">
                <a16:creationId xmlns:a16="http://schemas.microsoft.com/office/drawing/2014/main" id="{36A08832-E9C7-47D2-A011-593E535AAA7B}"/>
              </a:ext>
            </a:extLst>
          </p:cNvPr>
          <p:cNvSpPr>
            <a:spLocks xmlns:a="http://schemas.openxmlformats.org/drawingml/2006/main" noGrp="1"/>
          </p:cNvSpPr>
          <p:nvPr/>
        </p:nvSpPr>
        <p:spPr>
          <a:xfrm xmlns:a="http://schemas.openxmlformats.org/drawingml/2006/main">
            <a:off x="6667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xmlns:a="http://schemas.openxmlformats.org/drawingml/2006/main">
              <a:ext uri="{FF2B5EF4-FFF2-40B4-BE49-F238E27FC236}">
                <a16:creationId xmlns:a16="http://schemas.microsoft.com/office/drawing/2014/main" id="{E9D345F3-1A50-410B-9B68-B7CF81838A24}"/>
              </a:ext>
            </a:extLst>
          </p:cNvPr>
          <p:cNvSpPr>
            <a:spLocks xmlns:a="http://schemas.openxmlformats.org/drawingml/2006/main" noGrp="1"/>
          </p:cNvSpPr>
          <p:nvPr/>
        </p:nvSpPr>
        <p:spPr>
          <a:xfrm xmlns:a="http://schemas.openxmlformats.org/drawingml/2006/main">
            <a:off x="66675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xmlns:a="http://schemas.openxmlformats.org/drawingml/2006/main">
              <a:ext uri="{FF2B5EF4-FFF2-40B4-BE49-F238E27FC236}">
                <a16:creationId xmlns:a16="http://schemas.microsoft.com/office/drawing/2014/main" id="{D44BA46C-BFED-4D9B-A5F4-F9CD194CBD79}"/>
              </a:ext>
            </a:extLst>
          </p:cNvPr>
          <p:cNvSpPr>
            <a:spLocks xmlns:a="http://schemas.openxmlformats.org/drawingml/2006/main" noGrp="1"/>
          </p:cNvSpPr>
          <p:nvPr/>
        </p:nvSpPr>
        <p:spPr>
          <a:xfrm xmlns:a="http://schemas.openxmlformats.org/drawingml/2006/main">
            <a:off x="65722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A0F2876-B73E-4290-B890-24B0769B6DB0}"/>
              </a:ext>
            </a:extLst>
          </p:cNvPr>
          <p:cNvSpPr>
            <a:spLocks xmlns:a="http://schemas.openxmlformats.org/drawingml/2006/main" noGrp="1"/>
          </p:cNvSpPr>
          <p:nvPr/>
        </p:nvSpPr>
        <p:spPr>
          <a:xfrm xmlns:a="http://schemas.openxmlformats.org/drawingml/2006/main">
            <a:off x="68580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E704E87-FA42-4867-BF91-1B0EF834CA18}"/>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xmlns:a="http://schemas.openxmlformats.org/drawingml/2006/main">
              <a:ext uri="{FF2B5EF4-FFF2-40B4-BE49-F238E27FC236}">
                <a16:creationId xmlns:a16="http://schemas.microsoft.com/office/drawing/2014/main" id="{2CCF09E8-8C11-4F59-A93A-5A3A86356FF3}"/>
              </a:ext>
            </a:extLst>
          </p:cNvPr>
          <p:cNvSpPr>
            <a:spLocks xmlns:a="http://schemas.openxmlformats.org/drawingml/2006/main" noGrp="1"/>
          </p:cNvSpPr>
          <p:nvPr/>
        </p:nvSpPr>
        <p:spPr>
          <a:xfrm xmlns:a="http://schemas.openxmlformats.org/drawingml/2006/main">
            <a:off x="7620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xmlns:a="http://schemas.openxmlformats.org/drawingml/2006/main">
              <a:ext uri="{FF2B5EF4-FFF2-40B4-BE49-F238E27FC236}">
                <a16:creationId xmlns:a16="http://schemas.microsoft.com/office/drawing/2014/main" id="{5907EAE3-6165-4F87-AA66-85E26ACC31D0}"/>
              </a:ext>
            </a:extLst>
          </p:cNvPr>
          <p:cNvSpPr>
            <a:spLocks xmlns:a="http://schemas.openxmlformats.org/drawingml/2006/main" noGrp="1"/>
          </p:cNvSpPr>
          <p:nvPr/>
        </p:nvSpPr>
        <p:spPr>
          <a:xfrm xmlns:a="http://schemas.openxmlformats.org/drawingml/2006/main">
            <a:off x="6667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3B743AC-83DB-4A26-B67E-90D382AF8A36}"/>
              </a:ext>
            </a:extLst>
          </p:cNvPr>
          <p:cNvSpPr>
            <a:spLocks xmlns:a="http://schemas.openxmlformats.org/drawingml/2006/main" noGrp="1"/>
          </p:cNvSpPr>
          <p:nvPr/>
        </p:nvSpPr>
        <p:spPr>
          <a:xfrm xmlns:a="http://schemas.openxmlformats.org/drawingml/2006/main">
            <a:off x="10001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375"/>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xmlns:a="http://schemas.openxmlformats.org/drawingml/2006/main">
              <a:ext uri="{FF2B5EF4-FFF2-40B4-BE49-F238E27FC236}">
                <a16:creationId xmlns:a16="http://schemas.microsoft.com/office/drawing/2014/main" id="{8C3868CB-8EE0-4796-A81A-5A11795DB81E}"/>
              </a:ext>
            </a:extLst>
          </p:cNvPr>
          <p:cNvSpPr>
            <a:spLocks xmlns:a="http://schemas.openxmlformats.org/drawingml/2006/main" noGrp="1"/>
          </p:cNvSpPr>
          <p:nvPr/>
        </p:nvSpPr>
        <p:spPr>
          <a:xfrm xmlns:a="http://schemas.openxmlformats.org/drawingml/2006/main">
            <a:off x="66675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xmlns:a="http://schemas.openxmlformats.org/drawingml/2006/main">
              <a:ext uri="{FF2B5EF4-FFF2-40B4-BE49-F238E27FC236}">
                <a16:creationId xmlns:a16="http://schemas.microsoft.com/office/drawing/2014/main" id="{C8DE72C8-AAE3-4CFB-9DD1-D44B49841286}"/>
              </a:ext>
            </a:extLst>
          </p:cNvPr>
          <p:cNvSpPr>
            <a:spLocks xmlns:a="http://schemas.openxmlformats.org/drawingml/2006/main" noGrp="1"/>
          </p:cNvSpPr>
          <p:nvPr/>
        </p:nvSpPr>
        <p:spPr>
          <a:xfrm xmlns:a="http://schemas.openxmlformats.org/drawingml/2006/main">
            <a:off x="65722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6BC613BF-CFBF-4DFA-B6CF-E61E44E183AE}"/>
              </a:ext>
            </a:extLst>
          </p:cNvPr>
          <p:cNvSpPr>
            <a:spLocks xmlns:a="http://schemas.openxmlformats.org/drawingml/2006/main" noGrp="1"/>
          </p:cNvSpPr>
          <p:nvPr/>
        </p:nvSpPr>
        <p:spPr>
          <a:xfrm xmlns:a="http://schemas.openxmlformats.org/drawingml/2006/main">
            <a:off x="69056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xmlns:a="http://schemas.openxmlformats.org/drawingml/2006/main">
              <a:ext uri="{FF2B5EF4-FFF2-40B4-BE49-F238E27FC236}">
                <a16:creationId xmlns:a16="http://schemas.microsoft.com/office/drawing/2014/main" id="{18C77665-A3C8-480B-8369-CF2DE41C64A9}"/>
              </a:ext>
            </a:extLst>
          </p:cNvPr>
          <p:cNvSpPr>
            <a:spLocks xmlns:a="http://schemas.openxmlformats.org/drawingml/2006/main" noGrp="1"/>
          </p:cNvSpPr>
          <p:nvPr/>
        </p:nvSpPr>
        <p:spPr>
          <a:xfrm xmlns:a="http://schemas.openxmlformats.org/drawingml/2006/main">
            <a:off x="1381125" y="5000625"/>
            <a:ext cx="9429750" cy="685800"/>
          </a:xfrm>
          <a:prstGeom xmlns:a="http://schemas.openxmlformats.org/drawingml/2006/main" prst="roundRect">
            <a:avLst>
              <a:gd name="adj" fmla="val 111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610201BF-2231-4218-9B64-CF8BA5B9CCE8}"/>
              </a:ext>
            </a:extLst>
          </p:cNvPr>
          <p:cNvSpPr>
            <a:spLocks xmlns:a="http://schemas.openxmlformats.org/drawingml/2006/main" noGrp="1"/>
          </p:cNvSpPr>
          <p:nvPr/>
        </p:nvSpPr>
        <p:spPr>
          <a:xfrm xmlns:a="http://schemas.openxmlformats.org/drawingml/2006/main">
            <a:off x="1714500" y="5172075"/>
            <a:ext cx="876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lnSpcReduction="10000"/>
          </a:bodyPr>
          <a:lstStyle xmlns:a="http://schemas.openxmlformats.org/drawingml/2006/main"/>
          <a:p xmlns:a="http://schemas.openxmlformats.org/drawingml/2006/main">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BC8DF3A4-C2E0-4887-91E4-22E4D522A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xmlns:a="http://schemas.openxmlformats.org/drawingml/2006/main">
              <a:ext uri="{FF2B5EF4-FFF2-40B4-BE49-F238E27FC236}">
                <a16:creationId xmlns:a16="http://schemas.microsoft.com/office/drawing/2014/main" id="{891FC69C-2698-4739-9917-0845E190AC3B}"/>
              </a:ext>
            </a:extLst>
          </p:cNvPr>
          <p:cNvSpPr>
            <a:spLocks xmlns:a="http://schemas.openxmlformats.org/drawingml/2006/main" noGrp="1"/>
          </p:cNvSpPr>
          <p:nvPr/>
        </p:nvSpPr>
        <p:spPr>
          <a:xfrm xmlns:a="http://schemas.openxmlformats.org/drawingml/2006/main">
            <a:off x="619125" y="1428750"/>
            <a:ext cx="10953750" cy="4191000"/>
          </a:xfrm>
          <a:prstGeom xmlns:a="http://schemas.openxmlformats.org/drawingml/2006/main" prst="roundRect">
            <a:avLst>
              <a:gd name="adj" fmla="val 1818"/>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3E4496E-97B3-4383-8BB0-D04A4EB4590D}"/>
              </a:ext>
            </a:extLst>
          </p:cNvPr>
          <p:cNvSpPr>
            <a:spLocks xmlns:a="http://schemas.openxmlformats.org/drawingml/2006/main" noGrp="1"/>
          </p:cNvSpPr>
          <p:nvPr/>
        </p:nvSpPr>
        <p:spPr>
          <a:xfrm xmlns:a="http://schemas.openxmlformats.org/drawingml/2006/main">
            <a:off x="904875" y="1695450"/>
            <a:ext cx="10382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3A267A90-7E0F-431B-B01D-79795EFA10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xmlns:a="http://schemas.openxmlformats.org/drawingml/2006/main">
              <a:ext uri="{FF2B5EF4-FFF2-40B4-BE49-F238E27FC236}">
                <a16:creationId xmlns:a16="http://schemas.microsoft.com/office/drawing/2014/main" id="{7BC9D01D-F271-48CA-82B5-FD5FEA43234D}"/>
              </a:ext>
            </a:extLst>
          </p:cNvPr>
          <p:cNvSpPr>
            <a:spLocks xmlns:a="http://schemas.openxmlformats.org/drawingml/2006/main" noGrp="1"/>
          </p:cNvSpPr>
          <p:nvPr/>
        </p:nvSpPr>
        <p:spPr>
          <a:xfrm xmlns:a="http://schemas.openxmlformats.org/drawingml/2006/main">
            <a:off x="704850" y="14287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xmlns:a="http://schemas.openxmlformats.org/drawingml/2006/main">
              <a:ext uri="{FF2B5EF4-FFF2-40B4-BE49-F238E27FC236}">
                <a16:creationId xmlns:a16="http://schemas.microsoft.com/office/drawing/2014/main" id="{88C0225C-BB8E-4315-B094-C26C786C1505}"/>
              </a:ext>
            </a:extLst>
          </p:cNvPr>
          <p:cNvSpPr>
            <a:spLocks xmlns:a="http://schemas.openxmlformats.org/drawingml/2006/main" noGrp="1"/>
          </p:cNvSpPr>
          <p:nvPr/>
        </p:nvSpPr>
        <p:spPr>
          <a:xfrm xmlns:a="http://schemas.openxmlformats.org/drawingml/2006/main">
            <a:off x="4762500" y="14287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xmlns:a="http://schemas.openxmlformats.org/drawingml/2006/main">
              <a:ext uri="{FF2B5EF4-FFF2-40B4-BE49-F238E27FC236}">
                <a16:creationId xmlns:a16="http://schemas.microsoft.com/office/drawing/2014/main" id="{46F86A9B-7518-477D-8371-09C0FF9DA4C6}"/>
              </a:ext>
            </a:extLst>
          </p:cNvPr>
          <p:cNvSpPr>
            <a:spLocks xmlns:a="http://schemas.openxmlformats.org/drawingml/2006/main" noGrp="1"/>
          </p:cNvSpPr>
          <p:nvPr/>
        </p:nvSpPr>
        <p:spPr>
          <a:xfrm xmlns:a="http://schemas.openxmlformats.org/drawingml/2006/main">
            <a:off x="704850" y="20574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9CBE9238-6250-458A-B61C-C3B71FCFAB6D}"/>
              </a:ext>
            </a:extLst>
          </p:cNvPr>
          <p:cNvSpPr>
            <a:spLocks xmlns:a="http://schemas.openxmlformats.org/drawingml/2006/main" noGrp="1"/>
          </p:cNvSpPr>
          <p:nvPr/>
        </p:nvSpPr>
        <p:spPr>
          <a:xfrm xmlns:a="http://schemas.openxmlformats.org/drawingml/2006/main">
            <a:off x="704850" y="23431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xmlns:a="http://schemas.openxmlformats.org/drawingml/2006/main">
              <a:ext uri="{FF2B5EF4-FFF2-40B4-BE49-F238E27FC236}">
                <a16:creationId xmlns:a16="http://schemas.microsoft.com/office/drawing/2014/main" id="{391A7F44-41D9-4C2C-88FD-E46616DB2DE7}"/>
              </a:ext>
            </a:extLst>
          </p:cNvPr>
          <p:cNvSpPr>
            <a:spLocks xmlns:a="http://schemas.openxmlformats.org/drawingml/2006/main" noGrp="1"/>
          </p:cNvSpPr>
          <p:nvPr/>
        </p:nvSpPr>
        <p:spPr>
          <a:xfrm xmlns:a="http://schemas.openxmlformats.org/drawingml/2006/main">
            <a:off x="4762500" y="23431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xmlns:a="http://schemas.openxmlformats.org/drawingml/2006/main">
              <a:ext uri="{FF2B5EF4-FFF2-40B4-BE49-F238E27FC236}">
                <a16:creationId xmlns:a16="http://schemas.microsoft.com/office/drawing/2014/main" id="{61F7E82D-BB4C-4152-9B59-DE43B3E5835F}"/>
              </a:ext>
            </a:extLst>
          </p:cNvPr>
          <p:cNvSpPr>
            <a:spLocks xmlns:a="http://schemas.openxmlformats.org/drawingml/2006/main" noGrp="1"/>
          </p:cNvSpPr>
          <p:nvPr/>
        </p:nvSpPr>
        <p:spPr>
          <a:xfrm xmlns:a="http://schemas.openxmlformats.org/drawingml/2006/main">
            <a:off x="704850" y="29718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A022AE0-D7F1-4657-B87C-172F6A75F1CD}"/>
              </a:ext>
            </a:extLst>
          </p:cNvPr>
          <p:cNvSpPr>
            <a:spLocks xmlns:a="http://schemas.openxmlformats.org/drawingml/2006/main" noGrp="1"/>
          </p:cNvSpPr>
          <p:nvPr/>
        </p:nvSpPr>
        <p:spPr>
          <a:xfrm xmlns:a="http://schemas.openxmlformats.org/drawingml/2006/main">
            <a:off x="704850" y="32575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xmlns:a="http://schemas.openxmlformats.org/drawingml/2006/main">
              <a:ext uri="{FF2B5EF4-FFF2-40B4-BE49-F238E27FC236}">
                <a16:creationId xmlns:a16="http://schemas.microsoft.com/office/drawing/2014/main" id="{029BA163-5567-49D7-B1E2-E102CFE84D6C}"/>
              </a:ext>
            </a:extLst>
          </p:cNvPr>
          <p:cNvSpPr>
            <a:spLocks xmlns:a="http://schemas.openxmlformats.org/drawingml/2006/main" noGrp="1"/>
          </p:cNvSpPr>
          <p:nvPr/>
        </p:nvSpPr>
        <p:spPr>
          <a:xfrm xmlns:a="http://schemas.openxmlformats.org/drawingml/2006/main">
            <a:off x="4762500" y="32575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xmlns:a="http://schemas.openxmlformats.org/drawingml/2006/main">
              <a:ext uri="{FF2B5EF4-FFF2-40B4-BE49-F238E27FC236}">
                <a16:creationId xmlns:a16="http://schemas.microsoft.com/office/drawing/2014/main" id="{36432816-7270-4F8D-A86B-96323A4C3C64}"/>
              </a:ext>
            </a:extLst>
          </p:cNvPr>
          <p:cNvSpPr>
            <a:spLocks xmlns:a="http://schemas.openxmlformats.org/drawingml/2006/main" noGrp="1"/>
          </p:cNvSpPr>
          <p:nvPr/>
        </p:nvSpPr>
        <p:spPr>
          <a:xfrm xmlns:a="http://schemas.openxmlformats.org/drawingml/2006/main">
            <a:off x="704850" y="38862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07DEE192-030E-4C63-A9F0-16A01CCC2594}"/>
              </a:ext>
            </a:extLst>
          </p:cNvPr>
          <p:cNvSpPr>
            <a:spLocks xmlns:a="http://schemas.openxmlformats.org/drawingml/2006/main" noGrp="1"/>
          </p:cNvSpPr>
          <p:nvPr/>
        </p:nvSpPr>
        <p:spPr>
          <a:xfrm xmlns:a="http://schemas.openxmlformats.org/drawingml/2006/main">
            <a:off x="704850" y="41719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xmlns:a="http://schemas.openxmlformats.org/drawingml/2006/main">
              <a:ext uri="{FF2B5EF4-FFF2-40B4-BE49-F238E27FC236}">
                <a16:creationId xmlns:a16="http://schemas.microsoft.com/office/drawing/2014/main" id="{7370FFF2-3ED6-4C3A-86B4-746523C00575}"/>
              </a:ext>
            </a:extLst>
          </p:cNvPr>
          <p:cNvSpPr>
            <a:spLocks xmlns:a="http://schemas.openxmlformats.org/drawingml/2006/main" noGrp="1"/>
          </p:cNvSpPr>
          <p:nvPr/>
        </p:nvSpPr>
        <p:spPr>
          <a:xfrm xmlns:a="http://schemas.openxmlformats.org/drawingml/2006/main">
            <a:off x="4762500" y="41719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xmlns:a="http://schemas.openxmlformats.org/drawingml/2006/main">
              <a:ext uri="{FF2B5EF4-FFF2-40B4-BE49-F238E27FC236}">
                <a16:creationId xmlns:a16="http://schemas.microsoft.com/office/drawing/2014/main" id="{DE124862-6752-4B9A-A585-671E22DE93DE}"/>
              </a:ext>
            </a:extLst>
          </p:cNvPr>
          <p:cNvSpPr>
            <a:spLocks xmlns:a="http://schemas.openxmlformats.org/drawingml/2006/main" noGrp="1"/>
          </p:cNvSpPr>
          <p:nvPr/>
        </p:nvSpPr>
        <p:spPr>
          <a:xfrm xmlns:a="http://schemas.openxmlformats.org/drawingml/2006/main">
            <a:off x="704850" y="48006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1BC665E-786D-450B-8DA1-41FADD2FE3D9}"/>
              </a:ext>
            </a:extLst>
          </p:cNvPr>
          <p:cNvSpPr>
            <a:spLocks xmlns:a="http://schemas.openxmlformats.org/drawingml/2006/main" noGrp="1"/>
          </p:cNvSpPr>
          <p:nvPr/>
        </p:nvSpPr>
        <p:spPr>
          <a:xfrm xmlns:a="http://schemas.openxmlformats.org/drawingml/2006/main">
            <a:off x="704850" y="50863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xmlns:a="http://schemas.openxmlformats.org/drawingml/2006/main">
              <a:ext uri="{FF2B5EF4-FFF2-40B4-BE49-F238E27FC236}">
                <a16:creationId xmlns:a16="http://schemas.microsoft.com/office/drawing/2014/main" id="{4AABD6C3-BC2A-444C-A465-1CA0388CD24D}"/>
              </a:ext>
            </a:extLst>
          </p:cNvPr>
          <p:cNvSpPr>
            <a:spLocks xmlns:a="http://schemas.openxmlformats.org/drawingml/2006/main" noGrp="1"/>
          </p:cNvSpPr>
          <p:nvPr/>
        </p:nvSpPr>
        <p:spPr>
          <a:xfrm xmlns:a="http://schemas.openxmlformats.org/drawingml/2006/main">
            <a:off x="4762500"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xmlns:a="http://schemas.openxmlformats.org/drawingml/2006/main">
              <a:ext uri="{FF2B5EF4-FFF2-40B4-BE49-F238E27FC236}">
                <a16:creationId xmlns:a16="http://schemas.microsoft.com/office/drawing/2014/main" id="{0E0A2586-884B-46E8-A1F6-A5FA243B5CDC}"/>
              </a:ext>
            </a:extLst>
          </p:cNvPr>
          <p:cNvSpPr>
            <a:spLocks xmlns:a="http://schemas.openxmlformats.org/drawingml/2006/main" noGrp="1"/>
          </p:cNvSpPr>
          <p:nvPr/>
        </p:nvSpPr>
        <p:spPr>
          <a:xfrm xmlns:a="http://schemas.openxmlformats.org/drawingml/2006/main">
            <a:off x="704850" y="57150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144094207"/>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DA138CB-AF2D-4EA0-BDDD-BF610034F744}"/>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900850316"/>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2026-09-27T17:17:35.4140000Z</dcterms:created>
  <dcterms:modified xsi:type="dcterms:W3CDTF">2026-09-27T17:17:35.4140000Z</dcterms:modified>
</coreProperties>
</file>