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62965a480e4148e5" /><Relationship Type="http://schemas.openxmlformats.org/officeDocument/2006/relationships/extended-properties" Target="/docProps/app.xml" Id="Rdb5c47ee42a84ada" /><Relationship Type="http://schemas.openxmlformats.org/officeDocument/2006/relationships/officeDocument" Target="/ppt/presentation.xml" Id="Rb3a44ffb7998442d"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92076eac92204902"/>
  </p:sldMasterIdLst>
  <p:notesMasterIdLst>
    <p:notesMasterId xmlns:r="http://schemas.openxmlformats.org/officeDocument/2006/relationships" r:id="Re4c3a4b9e2c84fb1"/>
  </p:notesMasterIdLst>
  <p:sldIdLst>
    <p:sldId xmlns:r="http://schemas.openxmlformats.org/officeDocument/2006/relationships" id="256" r:id="Ra375f79557a742d0"/>
    <p:sldId xmlns:r="http://schemas.openxmlformats.org/officeDocument/2006/relationships" id="257" r:id="R59f401a2681b4682"/>
    <p:sldId xmlns:r="http://schemas.openxmlformats.org/officeDocument/2006/relationships" id="258" r:id="Rbdbbbdc1f24f45f3"/>
    <p:sldId xmlns:r="http://schemas.openxmlformats.org/officeDocument/2006/relationships" id="259" r:id="R9eb0f1b72abe439c"/>
    <p:sldId xmlns:r="http://schemas.openxmlformats.org/officeDocument/2006/relationships" id="260" r:id="Rca8407dbd1de43d5"/>
    <p:sldId xmlns:r="http://schemas.openxmlformats.org/officeDocument/2006/relationships" id="261" r:id="Rd4e5ba16a927489f"/>
    <p:sldId xmlns:r="http://schemas.openxmlformats.org/officeDocument/2006/relationships" id="262" r:id="R1f0b2c0cedfd46d3"/>
    <p:sldId xmlns:r="http://schemas.openxmlformats.org/officeDocument/2006/relationships" id="263" r:id="R5f3ea772f5704ea3"/>
    <p:sldId xmlns:r="http://schemas.openxmlformats.org/officeDocument/2006/relationships" id="264" r:id="Rbc83fb82a22a4e6d"/>
    <p:sldId xmlns:r="http://schemas.openxmlformats.org/officeDocument/2006/relationships" id="265" r:id="R7c2b63834fef404b"/>
    <p:sldId xmlns:r="http://schemas.openxmlformats.org/officeDocument/2006/relationships" id="266" r:id="R3c69cccc9c434a86"/>
    <p:sldId xmlns:r="http://schemas.openxmlformats.org/officeDocument/2006/relationships" id="267" r:id="Rb7f2231c99074534"/>
    <p:sldId xmlns:r="http://schemas.openxmlformats.org/officeDocument/2006/relationships" id="268" r:id="R9c898a5c51914993"/>
    <p:sldId xmlns:r="http://schemas.openxmlformats.org/officeDocument/2006/relationships" id="269" r:id="R2832436f720e4a04"/>
    <p:sldId xmlns:r="http://schemas.openxmlformats.org/officeDocument/2006/relationships" id="270" r:id="Rb4ca1a1a4b974eae"/>
    <p:sldId xmlns:r="http://schemas.openxmlformats.org/officeDocument/2006/relationships" id="271" r:id="Ref6f2d28f0134de9"/>
    <p:sldId xmlns:r="http://schemas.openxmlformats.org/officeDocument/2006/relationships" id="272" r:id="R5bf9efbaae284131"/>
    <p:sldId xmlns:r="http://schemas.openxmlformats.org/officeDocument/2006/relationships" id="273" r:id="Rfd5f91505abe45ea"/>
    <p:sldId xmlns:r="http://schemas.openxmlformats.org/officeDocument/2006/relationships" id="274" r:id="R0b9bd0fed3bb4f67"/>
    <p:sldId xmlns:r="http://schemas.openxmlformats.org/officeDocument/2006/relationships" id="275" r:id="R457567d5c7924b24"/>
    <p:sldId xmlns:r="http://schemas.openxmlformats.org/officeDocument/2006/relationships" id="276" r:id="R7628194740044923"/>
    <p:sldId xmlns:r="http://schemas.openxmlformats.org/officeDocument/2006/relationships" id="277" r:id="Rda9c053d76404340"/>
    <p:sldId xmlns:r="http://schemas.openxmlformats.org/officeDocument/2006/relationships" id="278" r:id="R690da96bd43a412f"/>
    <p:sldId xmlns:r="http://schemas.openxmlformats.org/officeDocument/2006/relationships" id="279" r:id="R4a66cd30530c4f21"/>
    <p:sldId xmlns:r="http://schemas.openxmlformats.org/officeDocument/2006/relationships" id="280" r:id="Rec0752517c3c41b8"/>
    <p:sldId xmlns:r="http://schemas.openxmlformats.org/officeDocument/2006/relationships" id="281" r:id="Ra626a5ebd315438c"/>
    <p:sldId xmlns:r="http://schemas.openxmlformats.org/officeDocument/2006/relationships" id="282" r:id="R8e68950b898447f3"/>
    <p:sldId xmlns:r="http://schemas.openxmlformats.org/officeDocument/2006/relationships" id="283" r:id="R4fe067841f8c4528"/>
    <p:sldId xmlns:r="http://schemas.openxmlformats.org/officeDocument/2006/relationships" id="284" r:id="Ref4590fe41a947a2"/>
    <p:sldId xmlns:r="http://schemas.openxmlformats.org/officeDocument/2006/relationships" id="285" r:id="Rcf3b004a7f1d450d"/>
    <p:sldId xmlns:r="http://schemas.openxmlformats.org/officeDocument/2006/relationships" id="286" r:id="Re8e2781c164347dc"/>
    <p:sldId xmlns:r="http://schemas.openxmlformats.org/officeDocument/2006/relationships" id="287" r:id="R3a55296f3c4843ec"/>
    <p:sldId xmlns:r="http://schemas.openxmlformats.org/officeDocument/2006/relationships" id="288" r:id="Rd440c333453f49f3"/>
    <p:sldId xmlns:r="http://schemas.openxmlformats.org/officeDocument/2006/relationships" id="289" r:id="R20516e9349fa405c"/>
  </p:sldIdLst>
  <p:sldSz cx="12192000" cy="6858000"/>
  <p:notesSz cx="6858000" cy="9144000"/>
  <p:embeddedFontLst>
    <p:embeddedFont>
      <p:font typeface="ＭＳ Ｐゴシック"/>
      <p:regular xmlns:r="http://schemas.openxmlformats.org/officeDocument/2006/relationships" r:id="Rce6bbf130bff4ef5"/>
    </p:embeddedFont>
    <p:embeddedFont>
      <p:font typeface="CiscoSansTT"/>
      <p:regular xmlns:r="http://schemas.openxmlformats.org/officeDocument/2006/relationships" r:id="R2ec4087f61e24fb5"/>
      <p:bold xmlns:r="http://schemas.openxmlformats.org/officeDocument/2006/relationships" r:id="Rf1df58ae1d1f4519"/>
      <p:italic xmlns:r="http://schemas.openxmlformats.org/officeDocument/2006/relationships" r:id="R26787009a8604c3a"/>
      <p:boldItalic xmlns:r="http://schemas.openxmlformats.org/officeDocument/2006/relationships" r:id="R86d950a4cfd84f1d"/>
    </p:embeddedFont>
    <p:embeddedFont>
      <p:font typeface="CiscoSansTT Medium"/>
      <p:regular xmlns:r="http://schemas.openxmlformats.org/officeDocument/2006/relationships" r:id="R96977233caf742ee"/>
      <p:italic xmlns:r="http://schemas.openxmlformats.org/officeDocument/2006/relationships" r:id="R30ee2c0353f04498"/>
    </p:embeddedFont>
    <p:embeddedFont>
      <p:font typeface="CiscoSansTTLight"/>
      <p:regular xmlns:r="http://schemas.openxmlformats.org/officeDocument/2006/relationships" r:id="R81e593d9dadf413e"/>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showGuides="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264a5ac8d52458b" /><Relationship Type="http://schemas.openxmlformats.org/officeDocument/2006/relationships/slideMaster" Target="/ppt/slideMasters/slideMaster1.xml" Id="R92076eac92204902" /><Relationship Type="http://schemas.openxmlformats.org/officeDocument/2006/relationships/notesMaster" Target="/ppt/notesMasters/notesMaster1.xml" Id="Re4c3a4b9e2c84fb1" /><Relationship Type="http://schemas.openxmlformats.org/officeDocument/2006/relationships/presProps" Target="/ppt/presProps.xml" Id="R71195417122f4e07" /><Relationship Type="http://schemas.openxmlformats.org/officeDocument/2006/relationships/viewProps" Target="/ppt/viewProps.xml" Id="R8fb0392ea2eb41c1" /><Relationship Type="http://schemas.openxmlformats.org/officeDocument/2006/relationships/tableStyles" Target="/ppt/tableStyles.xml" Id="R404467bf8b2942cb" /><Relationship Type="http://schemas.openxmlformats.org/officeDocument/2006/relationships/font" Target="/ppt/fonts/font.dat" Id="Rce6bbf130bff4ef5" /><Relationship Type="http://schemas.openxmlformats.org/officeDocument/2006/relationships/font" Target="/ppt/fonts/font2.dat" Id="R2ec4087f61e24fb5" /><Relationship Type="http://schemas.openxmlformats.org/officeDocument/2006/relationships/font" Target="/ppt/fonts/font3.dat" Id="Rf1df58ae1d1f4519" /><Relationship Type="http://schemas.openxmlformats.org/officeDocument/2006/relationships/font" Target="/ppt/fonts/font4.dat" Id="R26787009a8604c3a" /><Relationship Type="http://schemas.openxmlformats.org/officeDocument/2006/relationships/font" Target="/ppt/fonts/font5.dat" Id="R86d950a4cfd84f1d" /><Relationship Type="http://schemas.openxmlformats.org/officeDocument/2006/relationships/font" Target="/ppt/fonts/font6.dat" Id="R96977233caf742ee" /><Relationship Type="http://schemas.openxmlformats.org/officeDocument/2006/relationships/font" Target="/ppt/fonts/font7.dat" Id="R30ee2c0353f04498" /><Relationship Type="http://schemas.openxmlformats.org/officeDocument/2006/relationships/font" Target="/ppt/fonts/font8.dat" Id="R81e593d9dadf413e" /><Relationship Type="http://schemas.microsoft.com/office/2018/10/relationships/authors" Target="/ppt/authors.xml" Id="R2b760382467e4ae1" /><Relationship Type="http://schemas.openxmlformats.org/officeDocument/2006/relationships/slide" Target="/ppt/slides/slide1.xml" Id="Ra375f79557a742d0" /><Relationship Type="http://schemas.openxmlformats.org/officeDocument/2006/relationships/slide" Target="/ppt/slides/slide2.xml" Id="R59f401a2681b4682" /><Relationship Type="http://schemas.openxmlformats.org/officeDocument/2006/relationships/slide" Target="/ppt/slides/slide3.xml" Id="Rbdbbbdc1f24f45f3" /><Relationship Type="http://schemas.openxmlformats.org/officeDocument/2006/relationships/slide" Target="/ppt/slides/slide4.xml" Id="R9eb0f1b72abe439c" /><Relationship Type="http://schemas.openxmlformats.org/officeDocument/2006/relationships/slide" Target="/ppt/slides/slide5.xml" Id="Rca8407dbd1de43d5" /><Relationship Type="http://schemas.openxmlformats.org/officeDocument/2006/relationships/slide" Target="/ppt/slides/slide6.xml" Id="Rd4e5ba16a927489f" /><Relationship Type="http://schemas.openxmlformats.org/officeDocument/2006/relationships/slide" Target="/ppt/slides/slide7.xml" Id="R1f0b2c0cedfd46d3" /><Relationship Type="http://schemas.openxmlformats.org/officeDocument/2006/relationships/slide" Target="/ppt/slides/slide8.xml" Id="R5f3ea772f5704ea3" /><Relationship Type="http://schemas.openxmlformats.org/officeDocument/2006/relationships/slide" Target="/ppt/slides/slide9.xml" Id="Rbc83fb82a22a4e6d" /><Relationship Type="http://schemas.openxmlformats.org/officeDocument/2006/relationships/slide" Target="/ppt/slides/slide10.xml" Id="R7c2b63834fef404b" /><Relationship Type="http://schemas.openxmlformats.org/officeDocument/2006/relationships/slide" Target="/ppt/slides/slide11.xml" Id="R3c69cccc9c434a86" /><Relationship Type="http://schemas.openxmlformats.org/officeDocument/2006/relationships/slide" Target="/ppt/slides/slide12.xml" Id="Rb7f2231c99074534" /><Relationship Type="http://schemas.openxmlformats.org/officeDocument/2006/relationships/slide" Target="/ppt/slides/slide13.xml" Id="R9c898a5c51914993" /><Relationship Type="http://schemas.openxmlformats.org/officeDocument/2006/relationships/slide" Target="/ppt/slides/slide14.xml" Id="R2832436f720e4a04" /><Relationship Type="http://schemas.openxmlformats.org/officeDocument/2006/relationships/slide" Target="/ppt/slides/slide15.xml" Id="Rb4ca1a1a4b974eae" /><Relationship Type="http://schemas.openxmlformats.org/officeDocument/2006/relationships/slide" Target="/ppt/slides/slide16.xml" Id="Ref6f2d28f0134de9" /><Relationship Type="http://schemas.openxmlformats.org/officeDocument/2006/relationships/slide" Target="/ppt/slides/slide17.xml" Id="R5bf9efbaae284131" /><Relationship Type="http://schemas.openxmlformats.org/officeDocument/2006/relationships/slide" Target="/ppt/slides/slide18.xml" Id="Rfd5f91505abe45ea" /><Relationship Type="http://schemas.openxmlformats.org/officeDocument/2006/relationships/slide" Target="/ppt/slides/slide19.xml" Id="R0b9bd0fed3bb4f67" /><Relationship Type="http://schemas.openxmlformats.org/officeDocument/2006/relationships/slide" Target="/ppt/slides/slide20.xml" Id="R457567d5c7924b24" /><Relationship Type="http://schemas.openxmlformats.org/officeDocument/2006/relationships/slide" Target="/ppt/slides/slide21.xml" Id="R7628194740044923" /><Relationship Type="http://schemas.openxmlformats.org/officeDocument/2006/relationships/slide" Target="/ppt/slides/slide22.xml" Id="Rda9c053d76404340" /><Relationship Type="http://schemas.openxmlformats.org/officeDocument/2006/relationships/slide" Target="/ppt/slides/slide23.xml" Id="R690da96bd43a412f" /><Relationship Type="http://schemas.openxmlformats.org/officeDocument/2006/relationships/slide" Target="/ppt/slides/slide24.xml" Id="R4a66cd30530c4f21" /><Relationship Type="http://schemas.openxmlformats.org/officeDocument/2006/relationships/slide" Target="/ppt/slides/slide25.xml" Id="Rec0752517c3c41b8" /><Relationship Type="http://schemas.openxmlformats.org/officeDocument/2006/relationships/slide" Target="/ppt/slides/slide26.xml" Id="Ra626a5ebd315438c" /><Relationship Type="http://schemas.openxmlformats.org/officeDocument/2006/relationships/slide" Target="/ppt/slides/slide27.xml" Id="R8e68950b898447f3" /><Relationship Type="http://schemas.openxmlformats.org/officeDocument/2006/relationships/slide" Target="/ppt/slides/slide28.xml" Id="R4fe067841f8c4528" /><Relationship Type="http://schemas.openxmlformats.org/officeDocument/2006/relationships/slide" Target="/ppt/slides/slide29.xml" Id="Ref4590fe41a947a2" /><Relationship Type="http://schemas.openxmlformats.org/officeDocument/2006/relationships/slide" Target="/ppt/slides/slide30.xml" Id="Rcf3b004a7f1d450d" /><Relationship Type="http://schemas.openxmlformats.org/officeDocument/2006/relationships/slide" Target="/ppt/slides/slide31.xml" Id="Re8e2781c164347dc" /><Relationship Type="http://schemas.openxmlformats.org/officeDocument/2006/relationships/slide" Target="/ppt/slides/slide32.xml" Id="R3a55296f3c4843ec" /><Relationship Type="http://schemas.openxmlformats.org/officeDocument/2006/relationships/slide" Target="/ppt/slides/slide33.xml" Id="Rd440c333453f49f3" /><Relationship Type="http://schemas.openxmlformats.org/officeDocument/2006/relationships/slide" Target="/ppt/slides/slide34.xml" Id="R20516e9349fa40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be35e225a24a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97a1084e0e42af" /><Relationship Type="http://schemas.openxmlformats.org/officeDocument/2006/relationships/notesMaster" Target="/ppt/notesMasters/notesMaster1.xml" Id="Rab2f128ac148419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dca736efd44eee" /><Relationship Type="http://schemas.openxmlformats.org/officeDocument/2006/relationships/notesMaster" Target="/ppt/notesMasters/notesMaster1.xml" Id="Rce0c300a3bad4b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c1cf1808194b23" /><Relationship Type="http://schemas.openxmlformats.org/officeDocument/2006/relationships/notesMaster" Target="/ppt/notesMasters/notesMaster1.xml" Id="R9fbe017fcd8147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d9f15a7a864b3a" /><Relationship Type="http://schemas.openxmlformats.org/officeDocument/2006/relationships/notesMaster" Target="/ppt/notesMasters/notesMaster1.xml" Id="Rd9d36e383d7b4f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f154944d1164858" /><Relationship Type="http://schemas.openxmlformats.org/officeDocument/2006/relationships/notesMaster" Target="/ppt/notesMasters/notesMaster1.xml" Id="Rb18c7d6e2fe54e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f54cb7ee7094eaf" /><Relationship Type="http://schemas.openxmlformats.org/officeDocument/2006/relationships/notesMaster" Target="/ppt/notesMasters/notesMaster1.xml" Id="R07d185e590e945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c5d4a4a0aa4a65" /><Relationship Type="http://schemas.openxmlformats.org/officeDocument/2006/relationships/notesMaster" Target="/ppt/notesMasters/notesMaster1.xml" Id="Rb62c6f5afc7041e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d3076afb6804b17" /><Relationship Type="http://schemas.openxmlformats.org/officeDocument/2006/relationships/notesMaster" Target="/ppt/notesMasters/notesMaster1.xml" Id="Rbe4dd618dc9e438b" /></Relationships>
</file>

<file path=ppt/notesSlides/_rels/notesSlide9.xml.rels>&#65279;<?xml version="1.0" encoding="utf-8"?><Relationships xmlns="http://schemas.openxmlformats.org/package/2006/relationships"><Relationship Type="http://schemas.openxmlformats.org/officeDocument/2006/relationships/slide" Target="/ppt/slides/slide9.xml" Id="Rb34d13db30c14c18" /><Relationship Type="http://schemas.openxmlformats.org/officeDocument/2006/relationships/notesMaster" Target="/ppt/notesMasters/notesMaster1.xml" Id="R59891b445d8d48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b82db26463410e" /><Relationship Type="http://schemas.openxmlformats.org/officeDocument/2006/relationships/notesMaster" Target="/ppt/notesMasters/notesMaster1.xml" Id="R15cc7e0ff81840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9ab77ef46345ca" /><Relationship Type="http://schemas.openxmlformats.org/officeDocument/2006/relationships/notesMaster" Target="/ppt/notesMasters/notesMaster1.xml" Id="R1de9c2bc7190430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a0b9f1b68114d82" /><Relationship Type="http://schemas.openxmlformats.org/officeDocument/2006/relationships/notesMaster" Target="/ppt/notesMasters/notesMaster1.xml" Id="Rd657785e1a5f41c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9f0cbdba5c24bf2" /><Relationship Type="http://schemas.openxmlformats.org/officeDocument/2006/relationships/notesMaster" Target="/ppt/notesMasters/notesMaster1.xml" Id="R0b6cae3e9106402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4689888f5ae4acf" /><Relationship Type="http://schemas.openxmlformats.org/officeDocument/2006/relationships/notesMaster" Target="/ppt/notesMasters/notesMaster1.xml" Id="R8e581397edbd4f4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60fc43e7b24fd7" /><Relationship Type="http://schemas.openxmlformats.org/officeDocument/2006/relationships/notesMaster" Target="/ppt/notesMasters/notesMaster1.xml" Id="R7f5f2a48e6864a8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ee3ddd9bdf4572" /><Relationship Type="http://schemas.openxmlformats.org/officeDocument/2006/relationships/notesMaster" Target="/ppt/notesMasters/notesMaster1.xml" Id="R0b5d9bce29bc4d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17076e2e5234efd" /><Relationship Type="http://schemas.openxmlformats.org/officeDocument/2006/relationships/notesMaster" Target="/ppt/notesMasters/notesMaster1.xml" Id="R7e794ab43cc0494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6b16944a59343ec" /><Relationship Type="http://schemas.openxmlformats.org/officeDocument/2006/relationships/notesMaster" Target="/ppt/notesMasters/notesMaster1.xml" Id="Rcb6b03a5c325427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48582a650004674" /><Relationship Type="http://schemas.openxmlformats.org/officeDocument/2006/relationships/notesMaster" Target="/ppt/notesMasters/notesMaster1.xml" Id="Re4f8209bff55478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0fa65ebf1fe46f3" /><Relationship Type="http://schemas.openxmlformats.org/officeDocument/2006/relationships/notesMaster" Target="/ppt/notesMasters/notesMaster1.xml" Id="R3b2f8397eb45429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d7f8f7e7334c6a" /><Relationship Type="http://schemas.openxmlformats.org/officeDocument/2006/relationships/notesMaster" Target="/ppt/notesMasters/notesMaster1.xml" Id="R45a1fa5cafb5446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2f0ea5319d04dcc" /><Relationship Type="http://schemas.openxmlformats.org/officeDocument/2006/relationships/notesMaster" Target="/ppt/notesMasters/notesMaster1.xml" Id="Rf00fc87152274c5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a920ad2e58e4c57" /><Relationship Type="http://schemas.openxmlformats.org/officeDocument/2006/relationships/notesMaster" Target="/ppt/notesMasters/notesMaster1.xml" Id="Rb5593c64750c404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2487caedc9d4a97" /><Relationship Type="http://schemas.openxmlformats.org/officeDocument/2006/relationships/notesMaster" Target="/ppt/notesMasters/notesMaster1.xml" Id="R4ee7dc1005474b2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555d8b3712945ff" /><Relationship Type="http://schemas.openxmlformats.org/officeDocument/2006/relationships/notesMaster" Target="/ppt/notesMasters/notesMaster1.xml" Id="R26d2d0ec36ce4c8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8956d0b4b4444a1" /><Relationship Type="http://schemas.openxmlformats.org/officeDocument/2006/relationships/notesMaster" Target="/ppt/notesMasters/notesMaster1.xml" Id="Rdf735757548c43f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f055fb0add243b7" /><Relationship Type="http://schemas.openxmlformats.org/officeDocument/2006/relationships/notesMaster" Target="/ppt/notesMasters/notesMaster1.xml" Id="R6287f26508854b7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60a9e1a85de41bb" /><Relationship Type="http://schemas.openxmlformats.org/officeDocument/2006/relationships/notesMaster" Target="/ppt/notesMasters/notesMaster1.xml" Id="R39023e70c51f41d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99ad50cb3ee4413" /><Relationship Type="http://schemas.openxmlformats.org/officeDocument/2006/relationships/notesMaster" Target="/ppt/notesMasters/notesMaster1.xml" Id="Rdfa65582de32493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65ea88df5ae4a1f" /><Relationship Type="http://schemas.openxmlformats.org/officeDocument/2006/relationships/notesMaster" Target="/ppt/notesMasters/notesMaster1.xml" Id="R699dc291715d448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fa9b34122b4151" /><Relationship Type="http://schemas.openxmlformats.org/officeDocument/2006/relationships/notesMaster" Target="/ppt/notesMasters/notesMaster1.xml" Id="R07faca40ff9b41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f2f7d595b88409c" /><Relationship Type="http://schemas.openxmlformats.org/officeDocument/2006/relationships/notesMaster" Target="/ppt/notesMasters/notesMaster1.xml" Id="R27553de4420543a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5884dd806834c45" /><Relationship Type="http://schemas.openxmlformats.org/officeDocument/2006/relationships/notesMaster" Target="/ppt/notesMasters/notesMaster1.xml" Id="R4332bb05b338473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4469cadebc247d0" /><Relationship Type="http://schemas.openxmlformats.org/officeDocument/2006/relationships/notesMaster" Target="/ppt/notesMasters/notesMaster1.xml" Id="Rcab2c75cfaff45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endParaRPr/>
          </a:p>
          <a:p xmlns:a="http://schemas.openxmlformats.org/drawingml/2006/main">
            <a:r>
              <a:t/>
            </a:r>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Preview the six sections. Keep the appendix available for configuration and troubleshooting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Frame the talk as an operational change review, not an eBPF primer. Both agents can run as DaemonSets while still producing incomplete evidence or an unsafe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Purpose:</a:t>
            </a:r>
          </a:p>
          <a:p xmlns:a="http://schemas.openxmlformats.org/drawingml/2006/main">
            <a:r>
              <a:t>Narrow the coexistence discussion to the one attachment surface that both systems can use on the same node.</a:t>
            </a:r>
          </a:p>
          <a:p xmlns:a="http://schemas.openxmlformats.org/drawingml/2006/main">
            <a:r>
              <a:t/>
            </a:r>
          </a:p>
          <a:p xmlns:a="http://schemas.openxmlformats.org/drawingml/2006/main">
            <a:r>
              <a:t>Talk track:</a:t>
            </a:r>
          </a:p>
          <a:p xmlns:a="http://schemas.openxmlformats.org/drawingml/2006/main">
            <a:r>
              <a:t>1. Start with the two top boxes. OBI primarily observes application behavior through uprobes, kprobes, and socket filters. Cilium uses several datapath hooks, including XDP, cgroup, socket hooks, and traffic control. Those separate hook types do not compete with each other.</a:t>
            </a:r>
          </a:p>
          <a:p xmlns:a="http://schemas.openxmlformats.org/drawingml/2006/main">
            <a:r>
              <a:t>2. Follow the packet path through the host-side veth. This interface is where the two systems can meet.</a:t>
            </a:r>
          </a:p>
          <a:p xmlns:a="http://schemas.openxmlformats.org/drawingml/2006/main">
            <a:r>
              <a:t>3. When OBI enables TCP context propagation with context_propagation set to tcp or all, OBI attaches SCHED_CLS programs to TC ingress and egress. Cilium also uses SCHED_CLS programs on those paths for its datapath.</a:t>
            </a:r>
          </a:p>
          <a:p xmlns:a="http://schemas.openxmlformats.org/drawingml/2006/main">
            <a:r>
              <a:t>4. The dark area shows the complete coexistence problem: two programs, two directions, one host-side veth. The next slides explain direction and ordering.</a:t>
            </a:r>
          </a:p>
          <a:p xmlns:a="http://schemas.openxmlformats.org/drawingml/2006/main">
            <a:r>
              <a:t/>
            </a:r>
          </a:p>
          <a:p xmlns:a="http://schemas.openxmlformats.org/drawingml/2006/main">
            <a:r>
              <a:t>Important precision:</a:t>
            </a:r>
          </a:p>
          <a:p xmlns:a="http://schemas.openxmlformats.org/drawingml/2006/main">
            <a:r>
              <a:t>OBI does not require this shared TC surface for every deployment. Setting context_propagation to headers disables TCP-level propagation and the related TC programs. Application metrics and local spans can still exist. Zero-code trace continuity across TLS cannot use OBI's TCP packet path in that mode.</a:t>
            </a:r>
          </a:p>
          <a:p xmlns:a="http://schemas.openxmlformats.org/drawingml/2006/main">
            <a:r>
              <a:t/>
            </a:r>
          </a:p>
          <a:p xmlns:a="http://schemas.openxmlformats.org/drawingml/2006/main">
            <a:r>
              <a:t>Operator takeaway:</a:t>
            </a:r>
          </a:p>
          <a:p xmlns:a="http://schemas.openxmlformats.org/drawingml/2006/main">
            <a:r>
              <a:t>Operator checks should focus on the host-side veth ingress and egress chains, the active OBI propagation mode, and the actual attachment backend.</a:t>
            </a:r>
          </a:p>
          <a:p xmlns:a="http://schemas.openxmlformats.org/drawingml/2006/main">
            <a:r>
              <a:t/>
            </a:r>
          </a:p>
          <a:p xmlns:a="http://schemas.openxmlformats.org/drawingml/2006/main">
            <a:r>
              <a:t>Transition:</a:t>
            </a:r>
          </a:p>
          <a:p xmlns:a="http://schemas.openxmlformats.org/drawingml/2006/main">
            <a:r>
              <a:t>Now that the shared surface is clear, the next slide explains why pod direction appears reversed at the host-side veth.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https://opentelemetry.io/docs/zero-code/obi/configure/metrics-traces-attributes/</a:t>
            </a:r>
          </a:p>
          <a:p xmlns:a="http://schemas.openxmlformats.org/drawingml/2006/main">
            <a:r>
              <a:t>- https://docs.cilium.io/en/stable/reference-guides/bpf/progtypes/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Purpose:</a:t>
            </a:r>
          </a:p>
          <a:p xmlns:a="http://schemas.openxmlformats.org/drawingml/2006/main">
            <a:r>
              <a:t>Prevent the common mistake of reading traffic-control direction from the pod or application perspective.</a:t>
            </a:r>
          </a:p>
          <a:p xmlns:a="http://schemas.openxmlformats.org/drawingml/2006/main">
            <a:r>
              <a:t/>
            </a:r>
          </a:p>
          <a:p xmlns:a="http://schemas.openxmlformats.org/drawingml/2006/main">
            <a:r>
              <a:t>Talk track:</a:t>
            </a:r>
          </a:p>
          <a:p xmlns:a="http://schemas.openxmlformats.org/drawingml/2006/main">
            <a:r>
              <a:t>1. A veth pair acts like a virtual wire. One end appears as eth0 inside the pod network namespace. The host-facing end usually has an lxc-style interface name in a Cilium veth datapath.</a:t>
            </a:r>
          </a:p>
          <a:p xmlns:a="http://schemas.openxmlformats.org/drawingml/2006/main">
            <a:r>
              <a:t>2. Read the left half first. When the pod sends a packet, the application calls that pod egress. The packet crosses the pair and arrives at the host-facing veth, so the host interface runs its TC ingress hook.</a:t>
            </a:r>
          </a:p>
          <a:p xmlns:a="http://schemas.openxmlformats.org/drawingml/2006/main">
            <a:r>
              <a:t>3. Read the right half next. When the node sends a packet toward the pod, it leaves the host-facing veth through TC egress. The application receives that packet as pod ingress.</a:t>
            </a:r>
          </a:p>
          <a:p xmlns:a="http://schemas.openxmlformats.org/drawingml/2006/main">
            <a:r>
              <a:t>4. Apply the rule twice for pod-to-pod traffic. A request crosses source host-veth ingress and destination host-veth egress. The response reverses those directions.</a:t>
            </a:r>
          </a:p>
          <a:p xmlns:a="http://schemas.openxmlformats.org/drawingml/2006/main">
            <a:r>
              <a:t/>
            </a:r>
          </a:p>
          <a:p xmlns:a="http://schemas.openxmlformats.org/drawingml/2006/main">
            <a:r>
              <a:t>Important precision:</a:t>
            </a:r>
          </a:p>
          <a:p xmlns:a="http://schemas.openxmlformats.org/drawingml/2006/main">
            <a:r>
              <a:t>Ingress and egress are interface-relative terms. Application direction, TC hook direction, Cilium observation point, and Hubble traffic direction describe related events from different perspectives. Compare the interface name and observation point before concluding that two records disagree.</a:t>
            </a:r>
          </a:p>
          <a:p xmlns:a="http://schemas.openxmlformats.org/drawingml/2006/main">
            <a:r>
              <a:t/>
            </a:r>
          </a:p>
          <a:p xmlns:a="http://schemas.openxmlformats.org/drawingml/2006/main">
            <a:r>
              <a:t>Cross-node case:</a:t>
            </a:r>
          </a:p>
          <a:p xmlns:a="http://schemas.openxmlformats.org/drawingml/2006/main">
            <a:r>
              <a:t>The same source and destination veth rule still applies. The packet also crosses a physical or overlay interface between the nodes, which adds more observation points without changing the veth perspective.</a:t>
            </a:r>
          </a:p>
          <a:p xmlns:a="http://schemas.openxmlformats.org/drawingml/2006/main">
            <a:r>
              <a:t/>
            </a:r>
          </a:p>
          <a:p xmlns:a="http://schemas.openxmlformats.org/drawingml/2006/main">
            <a:r>
              <a:t>Operator takeaway:</a:t>
            </a:r>
          </a:p>
          <a:p xmlns:a="http://schemas.openxmlformats.org/drawingml/2006/main">
            <a:r>
              <a:t>For a client request, expect the source pod's host-facing veth to observe TC ingress and the destination pod's host-facing veth to observe TC egress. Use this mapping when comparing OBI spans with tc inspection and Hubble flows.</a:t>
            </a:r>
          </a:p>
          <a:p xmlns:a="http://schemas.openxmlformats.org/drawingml/2006/main">
            <a:r>
              <a:t/>
            </a:r>
          </a:p>
          <a:p xmlns:a="http://schemas.openxmlformats.org/drawingml/2006/main">
            <a:r>
              <a:t>Transition:</a:t>
            </a:r>
          </a:p>
          <a:p xmlns:a="http://schemas.openxmlformats.org/drawingml/2006/main">
            <a:r>
              <a:t>The direction is now clear. The next slide explains why program order inside each TC chain affects OBI visibility.</a:t>
            </a:r>
          </a:p>
          <a:p xmlns:a="http://schemas.openxmlformats.org/drawingml/2006/main">
            <a:r>
              <a:t/>
            </a:r>
          </a:p>
          <a:p xmlns:a="http://schemas.openxmlformats.org/drawingml/2006/main">
            <a:r>
              <a:t>Sources:</a:t>
            </a:r>
          </a:p>
          <a:p xmlns:a="http://schemas.openxmlformats.org/drawingml/2006/main">
            <a:r>
              <a:t>- https://docs.cilium.io/en/stable/reference-guides/bpf/progtypes/</a:t>
            </a:r>
          </a:p>
          <a:p xmlns:a="http://schemas.openxmlformats.org/drawingml/2006/main">
            <a:r>
              <a:t>- https://docs.cilium.io/en/stable/network/ebpf/intro/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A classifier can change packet state or return a terminal result. This is why order affects visibility and trace continuity, not only overhead.</a:t>
            </a:r>
          </a:p>
          <a:p xmlns:a="http://schemas.openxmlformats.org/drawingml/2006/main">
            <a:r>
              <a:t/>
            </a: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r>
              <a:t/>
            </a: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The legacy path uses Netlink-managed clsact filters. OBI uses priority 1 and validates a startup snapshot. It rejects Cilium TCX mixed with forced legacy TC, and rejects a Cilium legacy program at priority 1. Use a fresh cluster for every priority experiment.</a:t>
            </a:r>
          </a:p>
          <a:p xmlns:a="http://schemas.openxmlformats.org/drawingml/2006/main">
            <a:r>
              <a:t/>
            </a:r>
          </a:p>
          <a:p xmlns:a="http://schemas.openxmlformats.org/drawingml/2006/main">
            <a:r>
              <a:t>Sources:</a:t>
            </a:r>
          </a:p>
          <a:p xmlns:a="http://schemas.openxmlformats.org/drawingml/2006/main">
            <a:r>
              <a:t>- https://github.com/open-telemetry/opentelemetry-ebpf-instrumentation/blob/v0.13.0/pkg/internal/ebpf/tcmanager/netlinkmanager.go</a:t>
            </a:r>
          </a:p>
          <a:p xmlns:a="http://schemas.openxmlformats.org/drawingml/2006/main">
            <a:r>
              <a:t>- https://github.com/open-telemetry/opentelemetry-ebpf-instrumentation/blob/v0.13.0/pkg/ebpf/tcmanager/cilium_support.go</a:t>
            </a:r>
          </a:p>
          <a:p xmlns:a="http://schemas.openxmlformats.org/drawingml/2006/main">
            <a:r>
              <a:t>- https://github.com/cilium/cilium/issues/36172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Show the operational impact of small naming differences. For the pinned OBI v0.13.0 source, tc selects the Netlink backend. For Cilium v1.20.2, the option is bpf-filter-priority and the chart can pass it through extraConfig.</a:t>
            </a:r>
          </a:p>
          <a:p xmlns:a="http://schemas.openxmlformats.org/drawingml/2006/main">
            <a:r>
              <a:t/>
            </a:r>
          </a:p>
          <a:p xmlns:a="http://schemas.openxmlformats.org/drawingml/2006/main">
            <a:r>
              <a:t>Sources:</a:t>
            </a:r>
          </a:p>
          <a:p xmlns:a="http://schemas.openxmlformats.org/drawingml/2006/main">
            <a:r>
              <a:t>- https://github.com/open-telemetry/opentelemetry-ebpf-instrumentation/blob/v0.13.0/pkg/config/tcbackend.go</a:t>
            </a:r>
          </a:p>
          <a:p xmlns:a="http://schemas.openxmlformats.org/drawingml/2006/main">
            <a:r>
              <a:t>- https://github.com/cilium/cilium/blob/v1.20.2/pkg/option/config.go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p>
          <a:p xmlns:a="http://schemas.openxmlformats.org/drawingml/2006/main">
            <a:r>
              <a:t>Section transition: Signal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Default Hubble gives L3/L4 and security evidence. OBI gives request semantics. Correlation is usually operational, using a bounded time window and workload dimensions. Hubble HTTP metrics require L7 visibility and an Envoy redirect. Optional httpV2 exemplars can carry trace IDs.</a:t>
            </a:r>
          </a:p>
          <a:p xmlns:a="http://schemas.openxmlformats.org/drawingml/2006/main">
            <a:r>
              <a:t/>
            </a:r>
          </a:p>
          <a:p xmlns:a="http://schemas.openxmlformats.org/drawingml/2006/main">
            <a:r>
              <a:t>Sources:</a:t>
            </a:r>
          </a:p>
          <a:p xmlns:a="http://schemas.openxmlformats.org/drawingml/2006/main">
            <a:r>
              <a:t>- https://docs.cilium.io/en/stable/observability/hubble/</a:t>
            </a:r>
          </a:p>
          <a:p xmlns:a="http://schemas.openxmlformats.org/drawingml/2006/main">
            <a:r>
              <a:t>- https://docs.cilium.io/en/stable/observability/visibility/</a:t>
            </a:r>
          </a:p>
          <a:p xmlns:a="http://schemas.openxmlformats.org/drawingml/2006/main">
            <a:r>
              <a:t>- https://docs.cilium.io/en/stable/observability/metrics/</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r>
              <a:t/>
            </a: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r>
              <a:t/>
            </a: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r>
              <a:t/>
            </a: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r>
              <a:t/>
            </a: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r>
              <a:t/>
            </a: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r>
              <a:t/>
            </a: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r>
              <a:t/>
            </a: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r>
              <a:t/>
            </a: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r>
              <a:t/>
            </a: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r>
              <a:t/>
            </a: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This slide contains the corrected local rehearsal result captured on 26 September 2026.</a:t>
            </a:r>
          </a:p>
          <a:p xmlns:a="http://schemas.openxmlformats.org/drawingml/2006/main">
            <a:r>
              <a:t/>
            </a:r>
          </a:p>
          <a:p xmlns:a="http://schemas.openxmlformats.org/drawingml/2006/main">
            <a:r>
              <a:t>Method:</a:t>
            </a:r>
          </a:p>
          <a:p xmlns:a="http://schemas.openxmlformats.org/drawingml/2006/main">
            <a:r>
              <a:t>- Same three-node kind cluster and the same application route for both conditions.</a:t>
            </a:r>
          </a:p>
          <a:p xmlns:a="http://schemas.openxmlformats.org/drawingml/2006/main">
            <a:r>
              <a:t>- Condition B kept Cilium and Hubble running while the OBI DaemonSet was temporarily unscheduled.</a:t>
            </a:r>
          </a:p>
          <a:p xmlns:a="http://schemas.openxmlformats.org/drawingml/2006/main">
            <a:r>
              <a:t>- Condition D restored OBI v0.13.0 with TCX context propagation.</a:t>
            </a:r>
          </a:p>
          <a:p xmlns:a="http://schemas.openxmlformats.org/drawingml/2006/main">
            <a:r>
              <a:t>- Background demo traffic was paused. Each condition received a 40-request warm-up followed by five samples of 200 requests at concurrency 20.</a:t>
            </a:r>
          </a:p>
          <a:p xmlns:a="http://schemas.openxmlformats.org/drawingml/2006/main">
            <a:r>
              <a:t>- ApacheBench measured throughput, failures, and percentiles through kubectl port-forward. Kubelet summary statistics provided pod CPU and working-set memory. Direct port 9965 counters from every Cilium agent provided Hubble lost-event deltas.</a:t>
            </a:r>
          </a:p>
          <a:p xmlns:a="http://schemas.openxmlformats.org/drawingml/2006/main">
            <a:r>
              <a:t/>
            </a:r>
          </a:p>
          <a:p xmlns:a="http://schemas.openxmlformats.org/drawingml/2006/main">
            <a:r>
              <a:t>Measured result:</a:t>
            </a:r>
          </a:p>
          <a:p xmlns:a="http://schemas.openxmlformats.org/drawingml/2006/main">
            <a:r>
              <a:t>- Baseline throughput median: 19.77 req/s, range 19.70 to 19.79. Combined median: 19.73 req/s, range 19.71 to 19.76.</a:t>
            </a:r>
          </a:p>
          <a:p xmlns:a="http://schemas.openxmlformats.org/drawingml/2006/main">
            <a:r>
              <a:t>- Baseline p95 median: 1,018 ms, range 1,015 to 1,036. Combined median: 1,020 ms, range 1,018 to 1,023.</a:t>
            </a:r>
          </a:p>
          <a:p xmlns:a="http://schemas.openxmlformats.org/drawingml/2006/main">
            <a:r>
              <a:t>- Failed requests: zero across 1,000 baseline and 1,000 combined requests.</a:t>
            </a:r>
          </a:p>
          <a:p xmlns:a="http://schemas.openxmlformats.org/drawingml/2006/main">
            <a:r>
              <a:t>- OBI median CPU: 0.0128 cores. OBI median working set: 253.2 MiB total across two DaemonSet pods.</a:t>
            </a:r>
          </a:p>
          <a:p xmlns:a="http://schemas.openxmlformats.org/drawingml/2006/main">
            <a:r>
              <a:t>- The Collector accepted and exported 7,210 spans during the combined run. Accepted and exported counts matched.</a:t>
            </a:r>
          </a:p>
          <a:p xmlns:a="http://schemas.openxmlformats.org/drawingml/2006/main">
            <a:r>
              <a:t>- Hubble lost-event delta was 36 in the baseline and 1,083 in the combined run. The request path stayed healthy, but the telemetry-completeness gate did not pass. Investigate Hubble buffer and consumer capacity, then repeat the test before drawing a production conclusion.</a:t>
            </a:r>
          </a:p>
          <a:p xmlns:a="http://schemas.openxmlformats.org/drawingml/2006/main">
            <a:r>
              <a:t/>
            </a:r>
          </a:p>
          <a:p xmlns:a="http://schemas.openxmlformats.org/drawingml/2006/main">
            <a:r>
              <a:t>Boundary:</a:t>
            </a:r>
          </a:p>
          <a:p xmlns:a="http://schemas.openxmlformats.org/drawingml/2006/main">
            <a:r>
              <a:t>These are local kind and kubectl port-forward rehearsal results. They are useful for the talk and for finding failure modes. They are not production capacity numbers. Conditions A, C, E, and F remain unmeasured in this run.</a:t>
            </a:r>
          </a:p>
          <a:p xmlns:a="http://schemas.openxmlformats.org/drawingml/2006/main">
            <a:r>
              <a:t/>
            </a:r>
          </a:p>
          <a:p xmlns:a="http://schemas.openxmlformats.org/drawingml/2006/main">
            <a:r>
              <a:t>Sources:</a:t>
            </a:r>
          </a:p>
          <a:p xmlns:a="http://schemas.openxmlformats.org/drawingml/2006/main">
            <a:r>
              <a:t>- /Users/antonjim/Documents/Playground/cilium-obi-demo/evidence/benchmark-2026-09-26/results.json</a:t>
            </a:r>
          </a:p>
          <a:p xmlns:a="http://schemas.openxmlformats.org/drawingml/2006/main">
            <a:r>
              <a:t>- https://docs.cilium.io/en/latest/operations/performance/benchmark/</a:t>
            </a:r>
          </a:p>
          <a:p xmlns:a="http://schemas.openxmlformats.org/drawingml/2006/main">
            <a:r>
              <a:t>- https://opentelemetry.io/docs/zero-code/obi/configure/tune-performance/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r>
              <a:t/>
            </a: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r>
              <a:t/>
            </a: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demo/cilium-values-legacy-safe.yaml, demo/cilium-values-legacy-unsafe.yaml, and demo/obi-values-legacy.yaml. Build each variant on a fresh cluster because stale filters can break connectivity.</a:t>
            </a:r>
          </a:p>
          <a:p xmlns:a="http://schemas.openxmlformats.org/drawingml/2006/main">
            <a:r>
              <a:t/>
            </a:r>
          </a:p>
          <a:p xmlns:a="http://schemas.openxmlformats.org/drawingml/2006/main">
            <a:r>
              <a:t>Sources:</a:t>
            </a:r>
          </a:p>
          <a:p xmlns:a="http://schemas.openxmlformats.org/drawingml/2006/main">
            <a:r>
              <a:t>- https://github.com/cilium/cilium/issues/36172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r>
              <a:t/>
            </a:r>
          </a:p>
          <a:p xmlns:a="http://schemas.openxmlformats.org/drawingml/2006/main">
            <a:r>
              <a:t>Keep the demo repository visible during questions so attendees can find the setup, dashboards, benchmark evidence, and latest deck.</a:t>
            </a:r>
          </a:p>
          <a:p xmlns:a="http://schemas.openxmlformats.org/drawingml/2006/main">
            <a:r>
              <a:t/>
            </a: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r>
              <a:t/>
            </a: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5498e6089e404f" /><Relationship Type="http://schemas.openxmlformats.org/officeDocument/2006/relationships/image" Target="/ppt/media/image.png" Id="R6653b0caa7a44d5d" /><Relationship Type="http://schemas.openxmlformats.org/officeDocument/2006/relationships/image" Target="/ppt/media/image.svg" Id="Rb356872d906940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aaa055c6024917" /><Relationship Type="http://schemas.openxmlformats.org/officeDocument/2006/relationships/image" Target="/ppt/media/image2.png" Id="R1fa081a8723547ea" /><Relationship Type="http://schemas.openxmlformats.org/officeDocument/2006/relationships/image" Target="/ppt/media/image.png" Id="R8267ab4f914a42e2" /><Relationship Type="http://schemas.openxmlformats.org/officeDocument/2006/relationships/image" Target="/ppt/media/image.svg" Id="Rb32ba53f600840b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fa3388664714399" /><Relationship Type="http://schemas.openxmlformats.org/officeDocument/2006/relationships/image" Target="/ppt/media/image.png" Id="Rdd16b442d11a4dbd" /><Relationship Type="http://schemas.openxmlformats.org/officeDocument/2006/relationships/image" Target="/ppt/media/image.svg" Id="R450fb406147747f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e881531b0f4188" /><Relationship Type="http://schemas.openxmlformats.org/officeDocument/2006/relationships/image" Target="/ppt/media/image2.png" Id="R13ccf5bdfad1486c" /><Relationship Type="http://schemas.openxmlformats.org/officeDocument/2006/relationships/image" Target="/ppt/media/image.png" Id="R3b7994ada496401c" /><Relationship Type="http://schemas.openxmlformats.org/officeDocument/2006/relationships/image" Target="/ppt/media/image.svg" Id="R19ca403dbcd14fe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746251dec94c1f" /><Relationship Type="http://schemas.openxmlformats.org/officeDocument/2006/relationships/image" Target="/ppt/media/image.png" Id="Re2583ad6a1d54663" /><Relationship Type="http://schemas.openxmlformats.org/officeDocument/2006/relationships/image" Target="/ppt/media/image.svg" Id="R93ed7a82e7d643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d81207f4c6f436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3407f8b37cc436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583fb8e5aac46a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5088ef6009e64a1a"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55e055f7917421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2e35468886b1404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3bde27c8b9ec45dc"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5793a1de4b724490"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7ea5b57d9c294c15"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ae6ad5181db24ba5"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39d3cdbdf7574a63"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b2b486a485d74adc"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416910d349f64c7d"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ecc16ae80bcf4d56"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1636b1c308b548f7"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26338e30e64b4d42"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d554547a6d914cf0"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972f52edb8f34fa2"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7298b57e73944f0f"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925f95a7a23a47a9"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25627024e74a4f33"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a2badf823e9e4c34"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20971b38e06447ac"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dde35edcfda44499"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4217fa5d462b413e"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e81b3c3357e44448"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59aa28f66645496d"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f45bb5c897214744"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3c726d773a8d4842"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0f7163c05c9e42d8"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9c66e4e0231b4962"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347e9bbde9444b42"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2b83c5fee1724a4f" /><Relationship Type="http://schemas.openxmlformats.org/officeDocument/2006/relationships/image" Target="/ppt/media/image3.png" Id="Rf48b44f8d21e4144"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965d8f3f32cd49bb"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28859ef3b8a34487"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84728f8d058c4474" /><Relationship Type="http://schemas.openxmlformats.org/officeDocument/2006/relationships/image" Target="/ppt/media/image3.png" Id="Re992efc2a0be4cf1"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463e1ddd89a44002" /><Relationship Type="http://schemas.openxmlformats.org/officeDocument/2006/relationships/image" Target="/ppt/media/image4.png" Id="Re467643a22164884"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59efbe0e3a40429c" /><Relationship Type="http://schemas.openxmlformats.org/officeDocument/2006/relationships/image" Target="/ppt/media/image5.png" Id="R12622e1b44894b0d"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3caef0273f9c4d52"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7137e0daf13740f0"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69365d5cf63c4919"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473adf1843d94d36"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98f4d83acdd04a62" /><Relationship Type="http://schemas.openxmlformats.org/officeDocument/2006/relationships/image" Target="/ppt/media/image6.png" Id="R151c10cdd70f4577"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e24dec369c004762"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ae32e6dbb2b04aaa" /><Relationship Type="http://schemas.openxmlformats.org/officeDocument/2006/relationships/image" Target="/ppt/media/image2.png" Id="R3d6a3e0529f440f6"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1b497b5eedbb44ab" /><Relationship Type="http://schemas.openxmlformats.org/officeDocument/2006/relationships/image" Target="/ppt/media/image7.png" Id="R5de6f551bed849d3"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bb27b85b0acb4ace"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16573bfe6a434597"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16bba32f1af34116" /><Relationship Type="http://schemas.openxmlformats.org/officeDocument/2006/relationships/image" Target="/ppt/media/image2.png" Id="R0eb4703886e6463b" /><Relationship Type="http://schemas.openxmlformats.org/officeDocument/2006/relationships/image" Target="/ppt/media/image.png" Id="R94fc70ada2264e3a" /><Relationship Type="http://schemas.openxmlformats.org/officeDocument/2006/relationships/image" Target="/ppt/media/image.svg" Id="Rf27e980693b646d7"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482acfe8b1904147"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9f729f91db3a4ca0"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6653b0caa7a44d5d">
            <a:extLst>
              <a:ext uri="{96DAC541-7B7A-43D3-8B79-37D633B846F1}">
                <asvg:svgBlip xmlns:asvg="http://schemas.microsoft.com/office/drawing/2016/SVG/main" r:embed="Rb356872d90694073"/>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1fa081a8723547ea">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8267ab4f914a42e2">
            <a:extLst>
              <a:ext uri="{96DAC541-7B7A-43D3-8B79-37D633B846F1}">
                <asvg:svgBlip xmlns:asvg="http://schemas.microsoft.com/office/drawing/2016/SVG/main" r:embed="Rb32ba53f600840ba"/>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dd16b442d11a4dbd">
            <a:extLst>
              <a:ext uri="{96DAC541-7B7A-43D3-8B79-37D633B846F1}">
                <asvg:svgBlip xmlns:asvg="http://schemas.microsoft.com/office/drawing/2016/SVG/main" r:embed="R450fb406147747f0"/>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13ccf5bdfad1486c">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3b7994ada496401c">
            <a:extLst>
              <a:ext uri="{96DAC541-7B7A-43D3-8B79-37D633B846F1}">
                <asvg:svgBlip xmlns:asvg="http://schemas.microsoft.com/office/drawing/2016/SVG/main" r:embed="R19ca403dbcd14fe5"/>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e2583ad6a1d54663">
            <a:extLst>
              <a:ext uri="{96DAC541-7B7A-43D3-8B79-37D633B846F1}">
                <asvg:svgBlip xmlns:asvg="http://schemas.microsoft.com/office/drawing/2016/SVG/main" r:embed="R93ed7a82e7d643da"/>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endParaRP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endParaRP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endParaRP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endParaRP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endParaRP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endParaRP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endParaRP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endParaRP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f48b44f8d21e4144">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endParaRP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endParaRP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a:t>
            </a:r>
            <a:r>
              <a:t>Lorem ipsum </a:t>
            </a:r>
            <a:r>
              <a:t>dolor</a:t>
            </a:r>
            <a:r>
              <a:t> sit </a:t>
            </a:r>
            <a:r>
              <a:t>amet</a:t>
            </a:r>
            <a:r>
              <a:t>, </a:t>
            </a:r>
            <a:r>
              <a:t>consectetuer</a:t>
            </a:r>
            <a:r>
              <a:t> </a:t>
            </a:r>
            <a:r>
              <a:t>adipiscing</a:t>
            </a:r>
            <a:r>
              <a:t> </a:t>
            </a:r>
            <a:r>
              <a:t>elit</a:t>
            </a:r>
            <a:r>
              <a:t>, </a:t>
            </a:r>
            <a:r>
              <a:t>sed</a:t>
            </a:r>
            <a:r>
              <a:t> </a:t>
            </a:r>
            <a:r>
              <a:t>diam</a:t>
            </a:r>
            <a:r>
              <a:t> </a:t>
            </a:r>
            <a:r>
              <a:t>nonummy</a:t>
            </a:r>
            <a:r>
              <a:t> </a:t>
            </a:r>
            <a:r>
              <a:t>nibh</a:t>
            </a:r>
            <a:r>
              <a:t> </a:t>
            </a:r>
            <a:r>
              <a:t>euismod</a:t>
            </a:r>
            <a:r>
              <a:t> </a:t>
            </a:r>
            <a:r>
              <a:t>tincidunt</a:t>
            </a:r>
            <a:r>
              <a:t> </a:t>
            </a:r>
            <a:r>
              <a:t>ut</a:t>
            </a:r>
            <a:r>
              <a:t> </a:t>
            </a:r>
            <a:r>
              <a:t>laoreet</a:t>
            </a:r>
            <a:r>
              <a:t> dolore</a:t>
            </a:r>
            <a:endParaRP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e992efc2a0be4cf1">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a:t>
            </a:r>
            <a:r>
              <a:t>Lorem ipsum </a:t>
            </a:r>
            <a:r>
              <a:t>dolor</a:t>
            </a:r>
            <a:r>
              <a:t> sit </a:t>
            </a:r>
            <a:r>
              <a:t>amet</a:t>
            </a:r>
            <a:r>
              <a:t>, </a:t>
            </a:r>
            <a:r>
              <a:t>consectetuer</a:t>
            </a:r>
            <a:r>
              <a:t> </a:t>
            </a:r>
            <a:r>
              <a:t>adipiscing</a:t>
            </a:r>
            <a:r>
              <a:t> </a:t>
            </a:r>
            <a:r>
              <a:t>elit</a:t>
            </a:r>
            <a:r>
              <a:t>, </a:t>
            </a:r>
            <a:r>
              <a:t>sed</a:t>
            </a:r>
            <a:r>
              <a:t> </a:t>
            </a:r>
            <a:r>
              <a:t>diam</a:t>
            </a:r>
            <a:r>
              <a:t> </a:t>
            </a:r>
            <a:r>
              <a:t>nonummy</a:t>
            </a:r>
            <a:r>
              <a:t> </a:t>
            </a:r>
            <a:r>
              <a:t>nibh</a:t>
            </a:r>
            <a:r>
              <a:t> </a:t>
            </a:r>
            <a:r>
              <a:t>euismod</a:t>
            </a:r>
            <a:r>
              <a:t> </a:t>
            </a:r>
            <a:r>
              <a:t>tincidunt</a:t>
            </a:r>
            <a:r>
              <a:t> </a:t>
            </a:r>
            <a:r>
              <a:t>ut</a:t>
            </a:r>
            <a:r>
              <a:t> </a:t>
            </a:r>
            <a:r>
              <a:t>laoreet</a:t>
            </a:r>
            <a:r>
              <a:t> dolore</a:t>
            </a:r>
            <a:endParaRP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e467643a22164884">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a:t>
            </a:r>
            <a:r>
              <a:t>Lorem ipsum </a:t>
            </a:r>
            <a:r>
              <a:t>dolor</a:t>
            </a:r>
            <a:r>
              <a:t> sit </a:t>
            </a:r>
            <a:r>
              <a:t>amet</a:t>
            </a:r>
            <a:r>
              <a:t>, </a:t>
            </a:r>
            <a:r>
              <a:t>consect</a:t>
            </a:r>
            <a:r>
              <a:t> </a:t>
            </a:r>
            <a:r>
              <a:t>adipiscing</a:t>
            </a:r>
            <a:r>
              <a:t> </a:t>
            </a:r>
            <a:r>
              <a:t>elit</a:t>
            </a:r>
            <a:r>
              <a:t>, </a:t>
            </a:r>
            <a:r>
              <a:t>sed</a:t>
            </a:r>
            <a:r>
              <a:t> </a:t>
            </a:r>
            <a:r>
              <a:t>diam</a:t>
            </a:r>
            <a:r>
              <a:t> no </a:t>
            </a:r>
            <a:r>
              <a:t>nummy</a:t>
            </a:r>
            <a:r>
              <a:t> </a:t>
            </a:r>
            <a:r>
              <a:t>nibh</a:t>
            </a:r>
            <a:r>
              <a:t> </a:t>
            </a:r>
            <a:r>
              <a:t>euismod</a:t>
            </a:r>
            <a:r>
              <a:t> </a:t>
            </a:r>
            <a:r>
              <a:t>tincidunt</a:t>
            </a:r>
            <a:r>
              <a:t> </a:t>
            </a:r>
            <a:r>
              <a:t>ut</a:t>
            </a:r>
            <a:r>
              <a:t> </a:t>
            </a:r>
            <a:r>
              <a:t>laoreet</a:t>
            </a:r>
            <a:r>
              <a:t>”</a:t>
            </a:r>
            <a:endParaRP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12622e1b44894b0d">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endParaRP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151c10cdd70f4577">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endParaRP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endParaRP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3d6a3e0529f440f6">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endParaRP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5de6f551bed849d3">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endParaRP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endParaRP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endParaRP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0eb4703886e6463b">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94fc70ada2264e3a">
            <a:extLst>
              <a:ext uri="{96DAC541-7B7A-43D3-8B79-37D633B846F1}">
                <asvg:svgBlip xmlns:asvg="http://schemas.microsoft.com/office/drawing/2016/SVG/main" r:embed="Rf27e980693b646d7"/>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rot="0" flipH="0" flipV="0">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rot="0" flipH="0" flipV="0">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rot="0" flipH="0" flipV="0">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rot="0" flipH="0" flipV="0">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rot="0" flipH="0" flipV="0">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rot="0" flipH="0" flipV="0">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rot="0" flipH="0" flipV="0">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rot="0" flipH="0" flipV="0">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rot="0" flipH="0" flipV="0">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rot="0" flipH="0" flipV="0">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rot="0" flipH="0" flipV="0">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rot="0" flipH="0" flipV="0">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rot="0" flipH="0" flipV="0">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rot="0" flipH="0" flipV="0">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23d4d406689d4b9e" /><Relationship Type="http://schemas.openxmlformats.org/officeDocument/2006/relationships/image" Target="/ppt/media/image.svg" Id="R7d5b8c3a05e947ca" /><Relationship Type="http://schemas.openxmlformats.org/officeDocument/2006/relationships/theme" Target="/ppt/slideMasters/theme/theme2.xml" Id="Ra4f3a03e6e1b471e" /><Relationship Type="http://schemas.openxmlformats.org/officeDocument/2006/relationships/slideLayout" Target="/ppt/slideLayouts/slideLayout1.xml" Id="Rb637571346f14192" /><Relationship Type="http://schemas.openxmlformats.org/officeDocument/2006/relationships/slideLayout" Target="/ppt/slideLayouts/slideLayout2.xml" Id="R9adf46a826344411" /><Relationship Type="http://schemas.openxmlformats.org/officeDocument/2006/relationships/slideLayout" Target="/ppt/slideLayouts/slideLayout3.xml" Id="Ra905ffa8f7ea4ade" /><Relationship Type="http://schemas.openxmlformats.org/officeDocument/2006/relationships/slideLayout" Target="/ppt/slideLayouts/slideLayout4.xml" Id="R5fb4826d51944ec0" /><Relationship Type="http://schemas.openxmlformats.org/officeDocument/2006/relationships/slideLayout" Target="/ppt/slideLayouts/slideLayout5.xml" Id="Rad5f9c78fffe43f1" /><Relationship Type="http://schemas.openxmlformats.org/officeDocument/2006/relationships/slideLayout" Target="/ppt/slideLayouts/slideLayout6.xml" Id="R1d9d864a5a6b40df" /><Relationship Type="http://schemas.openxmlformats.org/officeDocument/2006/relationships/slideLayout" Target="/ppt/slideLayouts/slideLayout7.xml" Id="R2c90ab8276f74f88" /><Relationship Type="http://schemas.openxmlformats.org/officeDocument/2006/relationships/slideLayout" Target="/ppt/slideLayouts/slideLayout8.xml" Id="Rfc4a25ab116d4d01" /><Relationship Type="http://schemas.openxmlformats.org/officeDocument/2006/relationships/slideLayout" Target="/ppt/slideLayouts/slideLayout9.xml" Id="R1089b9978eae44a3" /><Relationship Type="http://schemas.openxmlformats.org/officeDocument/2006/relationships/slideLayout" Target="/ppt/slideLayouts/slideLayout10.xml" Id="Rce134805a05e44e7" /><Relationship Type="http://schemas.openxmlformats.org/officeDocument/2006/relationships/slideLayout" Target="/ppt/slideLayouts/slideLayout11.xml" Id="R9cd6b267e18b4201" /><Relationship Type="http://schemas.openxmlformats.org/officeDocument/2006/relationships/slideLayout" Target="/ppt/slideLayouts/slideLayout12.xml" Id="R3ce88530697348be" /><Relationship Type="http://schemas.openxmlformats.org/officeDocument/2006/relationships/slideLayout" Target="/ppt/slideLayouts/slideLayout13.xml" Id="R3f6eda59dc20449d" /><Relationship Type="http://schemas.openxmlformats.org/officeDocument/2006/relationships/slideLayout" Target="/ppt/slideLayouts/slideLayout14.xml" Id="R270ab18341584fe1" /><Relationship Type="http://schemas.openxmlformats.org/officeDocument/2006/relationships/slideLayout" Target="/ppt/slideLayouts/slideLayout15.xml" Id="R1a31b4cd94604116" /><Relationship Type="http://schemas.openxmlformats.org/officeDocument/2006/relationships/slideLayout" Target="/ppt/slideLayouts/slideLayout16.xml" Id="Rbb093536cb0744ea" /><Relationship Type="http://schemas.openxmlformats.org/officeDocument/2006/relationships/slideLayout" Target="/ppt/slideLayouts/slideLayout17.xml" Id="R8ea7f09134d14c65" /><Relationship Type="http://schemas.openxmlformats.org/officeDocument/2006/relationships/slideLayout" Target="/ppt/slideLayouts/slideLayout18.xml" Id="R911548cfe368470c" /><Relationship Type="http://schemas.openxmlformats.org/officeDocument/2006/relationships/slideLayout" Target="/ppt/slideLayouts/slideLayout19.xml" Id="R75d43b7e75a4446d" /><Relationship Type="http://schemas.openxmlformats.org/officeDocument/2006/relationships/slideLayout" Target="/ppt/slideLayouts/slideLayout20.xml" Id="Rbfbdd03a8f17405a" /><Relationship Type="http://schemas.openxmlformats.org/officeDocument/2006/relationships/slideLayout" Target="/ppt/slideLayouts/slideLayout21.xml" Id="R1f3c2f7542764b8f" /><Relationship Type="http://schemas.openxmlformats.org/officeDocument/2006/relationships/slideLayout" Target="/ppt/slideLayouts/slideLayout22.xml" Id="Rc09e258f7cd54ef1" /><Relationship Type="http://schemas.openxmlformats.org/officeDocument/2006/relationships/slideLayout" Target="/ppt/slideLayouts/slideLayout23.xml" Id="R2808f4d0e12e4edd" /><Relationship Type="http://schemas.openxmlformats.org/officeDocument/2006/relationships/slideLayout" Target="/ppt/slideLayouts/slideLayout24.xml" Id="R7805ecc0695c4ffc" /><Relationship Type="http://schemas.openxmlformats.org/officeDocument/2006/relationships/slideLayout" Target="/ppt/slideLayouts/slideLayout25.xml" Id="R428290df35eb422e" /><Relationship Type="http://schemas.openxmlformats.org/officeDocument/2006/relationships/slideLayout" Target="/ppt/slideLayouts/slideLayout26.xml" Id="R60d35539bef042eb" /><Relationship Type="http://schemas.openxmlformats.org/officeDocument/2006/relationships/slideLayout" Target="/ppt/slideLayouts/slideLayout27.xml" Id="Rf7c5bf6331184ba4" /><Relationship Type="http://schemas.openxmlformats.org/officeDocument/2006/relationships/slideLayout" Target="/ppt/slideLayouts/slideLayout28.xml" Id="R09b0486fefff4e1c" /><Relationship Type="http://schemas.openxmlformats.org/officeDocument/2006/relationships/slideLayout" Target="/ppt/slideLayouts/slideLayout29.xml" Id="R23582c75c36a458b" /><Relationship Type="http://schemas.openxmlformats.org/officeDocument/2006/relationships/slideLayout" Target="/ppt/slideLayouts/slideLayout30.xml" Id="R9f021ae3ae71446b" /><Relationship Type="http://schemas.openxmlformats.org/officeDocument/2006/relationships/slideLayout" Target="/ppt/slideLayouts/slideLayout31.xml" Id="R94ba8492c0244462" /><Relationship Type="http://schemas.openxmlformats.org/officeDocument/2006/relationships/slideLayout" Target="/ppt/slideLayouts/slideLayout32.xml" Id="R3929b86036b94ba1" /><Relationship Type="http://schemas.openxmlformats.org/officeDocument/2006/relationships/slideLayout" Target="/ppt/slideLayouts/slideLayout33.xml" Id="Rd4367e450454486f" /><Relationship Type="http://schemas.openxmlformats.org/officeDocument/2006/relationships/slideLayout" Target="/ppt/slideLayouts/slideLayout34.xml" Id="R9fe3851071c14785" /><Relationship Type="http://schemas.openxmlformats.org/officeDocument/2006/relationships/slideLayout" Target="/ppt/slideLayouts/slideLayout35.xml" Id="R8adcb22251b649dc" /><Relationship Type="http://schemas.openxmlformats.org/officeDocument/2006/relationships/slideLayout" Target="/ppt/slideLayouts/slideLayout36.xml" Id="Re70e6c1a247a4863" /><Relationship Type="http://schemas.openxmlformats.org/officeDocument/2006/relationships/slideLayout" Target="/ppt/slideLayouts/slideLayout37.xml" Id="Rf3f21dc8aa214217" /><Relationship Type="http://schemas.openxmlformats.org/officeDocument/2006/relationships/slideLayout" Target="/ppt/slideLayouts/slideLayout38.xml" Id="Rdb21ddbf0fd44679" /><Relationship Type="http://schemas.openxmlformats.org/officeDocument/2006/relationships/slideLayout" Target="/ppt/slideLayouts/slideLayout39.xml" Id="Rda8dc20943284ad7" /><Relationship Type="http://schemas.openxmlformats.org/officeDocument/2006/relationships/slideLayout" Target="/ppt/slideLayouts/slideLayout40.xml" Id="R56fd2aa7aa924780" /><Relationship Type="http://schemas.openxmlformats.org/officeDocument/2006/relationships/slideLayout" Target="/ppt/slideLayouts/slideLayout41.xml" Id="Rd8329be9824b4c40" /><Relationship Type="http://schemas.openxmlformats.org/officeDocument/2006/relationships/slideLayout" Target="/ppt/slideLayouts/slideLayout42.xml" Id="R0d15a3446d1f47d1" /><Relationship Type="http://schemas.openxmlformats.org/officeDocument/2006/relationships/slideLayout" Target="/ppt/slideLayouts/slideLayout43.xml" Id="Re6dd4fc5bb684f17" /><Relationship Type="http://schemas.openxmlformats.org/officeDocument/2006/relationships/slideLayout" Target="/ppt/slideLayouts/slideLayout44.xml" Id="Rc6d234ed974f4b17" /><Relationship Type="http://schemas.openxmlformats.org/officeDocument/2006/relationships/slideLayout" Target="/ppt/slideLayouts/slideLayout45.xml" Id="Rb7b8841eda7f4f18" /><Relationship Type="http://schemas.openxmlformats.org/officeDocument/2006/relationships/slideLayout" Target="/ppt/slideLayouts/slideLayout46.xml" Id="Rb8e40a2d1f354f20" /><Relationship Type="http://schemas.openxmlformats.org/officeDocument/2006/relationships/slideLayout" Target="/ppt/slideLayouts/slideLayout47.xml" Id="R735e896325bc4582" /><Relationship Type="http://schemas.openxmlformats.org/officeDocument/2006/relationships/slideLayout" Target="/ppt/slideLayouts/slideLayout48.xml" Id="R504bb108cb6e44b8" /><Relationship Type="http://schemas.openxmlformats.org/officeDocument/2006/relationships/slideLayout" Target="/ppt/slideLayouts/slideLayout49.xml" Id="Rf92c43bc97a34e45" /><Relationship Type="http://schemas.openxmlformats.org/officeDocument/2006/relationships/slideLayout" Target="/ppt/slideLayouts/slideLayout50.xml" Id="R1154905a10a1466e" /><Relationship Type="http://schemas.openxmlformats.org/officeDocument/2006/relationships/slideLayout" Target="/ppt/slideLayouts/slideLayout51.xml" Id="R46ed7f8d70174b5c" /><Relationship Type="http://schemas.openxmlformats.org/officeDocument/2006/relationships/slideLayout" Target="/ppt/slideLayouts/slideLayout52.xml" Id="Rb25a1e82d88f414b" /><Relationship Type="http://schemas.openxmlformats.org/officeDocument/2006/relationships/slideLayout" Target="/ppt/slideLayouts/slideLayout53.xml" Id="R4c8814c744ef421a" /><Relationship Type="http://schemas.openxmlformats.org/officeDocument/2006/relationships/slideLayout" Target="/ppt/slideLayouts/slideLayout54.xml" Id="Re8035ecdf6bb42b3" /><Relationship Type="http://schemas.openxmlformats.org/officeDocument/2006/relationships/slideLayout" Target="/ppt/slideLayouts/slideLayout55.xml" Id="Ra2cad817e5f549b3" /><Relationship Type="http://schemas.openxmlformats.org/officeDocument/2006/relationships/slideLayout" Target="/ppt/slideLayouts/slideLayout56.xml" Id="R7b06ca24a7ae4dc5"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endParaRP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23d4d406689d4b9e">
            <a:extLst>
              <a:ext uri="{96DAC541-7B7A-43D3-8B79-37D633B846F1}">
                <asvg:svgBlip xmlns:asvg="http://schemas.microsoft.com/office/drawing/2016/SVG/main" r:embed="R7d5b8c3a05e947ca"/>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b637571346f14192"/>
    <p:sldLayoutId xmlns:r="http://schemas.openxmlformats.org/officeDocument/2006/relationships" id="2147483650" r:id="R9adf46a826344411"/>
    <p:sldLayoutId xmlns:r="http://schemas.openxmlformats.org/officeDocument/2006/relationships" id="2147483651" r:id="Ra905ffa8f7ea4ade"/>
    <p:sldLayoutId xmlns:r="http://schemas.openxmlformats.org/officeDocument/2006/relationships" id="2147483652" r:id="R5fb4826d51944ec0"/>
    <p:sldLayoutId xmlns:r="http://schemas.openxmlformats.org/officeDocument/2006/relationships" id="2147483653" r:id="Rad5f9c78fffe43f1"/>
    <p:sldLayoutId xmlns:r="http://schemas.openxmlformats.org/officeDocument/2006/relationships" id="2147483654" r:id="R1d9d864a5a6b40df"/>
    <p:sldLayoutId xmlns:r="http://schemas.openxmlformats.org/officeDocument/2006/relationships" id="2147483655" r:id="R2c90ab8276f74f88"/>
    <p:sldLayoutId xmlns:r="http://schemas.openxmlformats.org/officeDocument/2006/relationships" id="2147483656" r:id="Rfc4a25ab116d4d01"/>
    <p:sldLayoutId xmlns:r="http://schemas.openxmlformats.org/officeDocument/2006/relationships" id="2147483657" r:id="R1089b9978eae44a3"/>
    <p:sldLayoutId xmlns:r="http://schemas.openxmlformats.org/officeDocument/2006/relationships" id="2147483658" r:id="Rce134805a05e44e7"/>
    <p:sldLayoutId xmlns:r="http://schemas.openxmlformats.org/officeDocument/2006/relationships" id="2147483659" r:id="R9cd6b267e18b4201"/>
    <p:sldLayoutId xmlns:r="http://schemas.openxmlformats.org/officeDocument/2006/relationships" id="2147483660" r:id="R3ce88530697348be"/>
    <p:sldLayoutId xmlns:r="http://schemas.openxmlformats.org/officeDocument/2006/relationships" id="2147483661" r:id="R3f6eda59dc20449d"/>
    <p:sldLayoutId xmlns:r="http://schemas.openxmlformats.org/officeDocument/2006/relationships" id="2147483662" r:id="R270ab18341584fe1"/>
    <p:sldLayoutId xmlns:r="http://schemas.openxmlformats.org/officeDocument/2006/relationships" id="2147483663" r:id="R1a31b4cd94604116"/>
    <p:sldLayoutId xmlns:r="http://schemas.openxmlformats.org/officeDocument/2006/relationships" id="2147483664" r:id="Rbb093536cb0744ea"/>
    <p:sldLayoutId xmlns:r="http://schemas.openxmlformats.org/officeDocument/2006/relationships" id="2147483665" r:id="R8ea7f09134d14c65"/>
    <p:sldLayoutId xmlns:r="http://schemas.openxmlformats.org/officeDocument/2006/relationships" id="2147483666" r:id="R911548cfe368470c"/>
    <p:sldLayoutId xmlns:r="http://schemas.openxmlformats.org/officeDocument/2006/relationships" id="2147483667" r:id="R75d43b7e75a4446d"/>
    <p:sldLayoutId xmlns:r="http://schemas.openxmlformats.org/officeDocument/2006/relationships" id="2147483668" r:id="Rbfbdd03a8f17405a"/>
    <p:sldLayoutId xmlns:r="http://schemas.openxmlformats.org/officeDocument/2006/relationships" id="2147483669" r:id="R1f3c2f7542764b8f"/>
    <p:sldLayoutId xmlns:r="http://schemas.openxmlformats.org/officeDocument/2006/relationships" id="2147483670" r:id="Rc09e258f7cd54ef1"/>
    <p:sldLayoutId xmlns:r="http://schemas.openxmlformats.org/officeDocument/2006/relationships" id="2147483671" r:id="R2808f4d0e12e4edd"/>
    <p:sldLayoutId xmlns:r="http://schemas.openxmlformats.org/officeDocument/2006/relationships" id="2147483672" r:id="R7805ecc0695c4ffc"/>
    <p:sldLayoutId xmlns:r="http://schemas.openxmlformats.org/officeDocument/2006/relationships" id="2147483673" r:id="R428290df35eb422e"/>
    <p:sldLayoutId xmlns:r="http://schemas.openxmlformats.org/officeDocument/2006/relationships" id="2147483674" r:id="R60d35539bef042eb"/>
    <p:sldLayoutId xmlns:r="http://schemas.openxmlformats.org/officeDocument/2006/relationships" id="2147483675" r:id="Rf7c5bf6331184ba4"/>
    <p:sldLayoutId xmlns:r="http://schemas.openxmlformats.org/officeDocument/2006/relationships" id="2147483676" r:id="R09b0486fefff4e1c"/>
    <p:sldLayoutId xmlns:r="http://schemas.openxmlformats.org/officeDocument/2006/relationships" id="2147483677" r:id="R23582c75c36a458b"/>
    <p:sldLayoutId xmlns:r="http://schemas.openxmlformats.org/officeDocument/2006/relationships" id="2147483678" r:id="R9f021ae3ae71446b"/>
    <p:sldLayoutId xmlns:r="http://schemas.openxmlformats.org/officeDocument/2006/relationships" id="2147483679" r:id="R94ba8492c0244462"/>
    <p:sldLayoutId xmlns:r="http://schemas.openxmlformats.org/officeDocument/2006/relationships" id="2147483680" r:id="R3929b86036b94ba1"/>
    <p:sldLayoutId xmlns:r="http://schemas.openxmlformats.org/officeDocument/2006/relationships" id="2147483681" r:id="Rd4367e450454486f"/>
    <p:sldLayoutId xmlns:r="http://schemas.openxmlformats.org/officeDocument/2006/relationships" id="2147483682" r:id="R9fe3851071c14785"/>
    <p:sldLayoutId xmlns:r="http://schemas.openxmlformats.org/officeDocument/2006/relationships" id="2147483683" r:id="R8adcb22251b649dc"/>
    <p:sldLayoutId xmlns:r="http://schemas.openxmlformats.org/officeDocument/2006/relationships" id="2147483684" r:id="Re70e6c1a247a4863"/>
    <p:sldLayoutId xmlns:r="http://schemas.openxmlformats.org/officeDocument/2006/relationships" id="2147483685" r:id="Rf3f21dc8aa214217"/>
    <p:sldLayoutId xmlns:r="http://schemas.openxmlformats.org/officeDocument/2006/relationships" id="2147483686" r:id="Rdb21ddbf0fd44679"/>
    <p:sldLayoutId xmlns:r="http://schemas.openxmlformats.org/officeDocument/2006/relationships" id="2147483687" r:id="Rda8dc20943284ad7"/>
    <p:sldLayoutId xmlns:r="http://schemas.openxmlformats.org/officeDocument/2006/relationships" id="2147483688" r:id="R56fd2aa7aa924780"/>
    <p:sldLayoutId xmlns:r="http://schemas.openxmlformats.org/officeDocument/2006/relationships" id="2147483689" r:id="Rd8329be9824b4c40"/>
    <p:sldLayoutId xmlns:r="http://schemas.openxmlformats.org/officeDocument/2006/relationships" id="2147483690" r:id="R0d15a3446d1f47d1"/>
    <p:sldLayoutId xmlns:r="http://schemas.openxmlformats.org/officeDocument/2006/relationships" id="2147483691" r:id="Re6dd4fc5bb684f17"/>
    <p:sldLayoutId xmlns:r="http://schemas.openxmlformats.org/officeDocument/2006/relationships" id="2147483692" r:id="Rc6d234ed974f4b17"/>
    <p:sldLayoutId xmlns:r="http://schemas.openxmlformats.org/officeDocument/2006/relationships" id="2147483693" r:id="Rb7b8841eda7f4f18"/>
    <p:sldLayoutId xmlns:r="http://schemas.openxmlformats.org/officeDocument/2006/relationships" id="2147483694" r:id="Rb8e40a2d1f354f20"/>
    <p:sldLayoutId xmlns:r="http://schemas.openxmlformats.org/officeDocument/2006/relationships" id="2147483695" r:id="R735e896325bc4582"/>
    <p:sldLayoutId xmlns:r="http://schemas.openxmlformats.org/officeDocument/2006/relationships" id="2147483696" r:id="R504bb108cb6e44b8"/>
    <p:sldLayoutId xmlns:r="http://schemas.openxmlformats.org/officeDocument/2006/relationships" id="2147483697" r:id="Rf92c43bc97a34e45"/>
    <p:sldLayoutId xmlns:r="http://schemas.openxmlformats.org/officeDocument/2006/relationships" id="2147483698" r:id="R1154905a10a1466e"/>
    <p:sldLayoutId xmlns:r="http://schemas.openxmlformats.org/officeDocument/2006/relationships" id="2147483699" r:id="R46ed7f8d70174b5c"/>
    <p:sldLayoutId xmlns:r="http://schemas.openxmlformats.org/officeDocument/2006/relationships" id="2147483700" r:id="Rb25a1e82d88f414b"/>
    <p:sldLayoutId xmlns:r="http://schemas.openxmlformats.org/officeDocument/2006/relationships" id="2147483701" r:id="R4c8814c744ef421a"/>
    <p:sldLayoutId xmlns:r="http://schemas.openxmlformats.org/officeDocument/2006/relationships" id="2147483702" r:id="Re8035ecdf6bb42b3"/>
    <p:sldLayoutId xmlns:r="http://schemas.openxmlformats.org/officeDocument/2006/relationships" id="2147483703" r:id="Ra2cad817e5f549b3"/>
    <p:sldLayoutId xmlns:r="http://schemas.openxmlformats.org/officeDocument/2006/relationships" id="2147483704" r:id="R7b06ca24a7ae4dc5"/>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eb918b5d98f242d0" /><Relationship Type="http://schemas.openxmlformats.org/officeDocument/2006/relationships/notesSlide" Target="/ppt/notesSlides/notesSlide1.xml" Id="R31490d87d77c4a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db54d67bbd774a28" /><Relationship Type="http://schemas.openxmlformats.org/officeDocument/2006/relationships/notesSlide" Target="/ppt/notesSlides/notesSlide2.xml" Id="Rdb77eab659a547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50.xml" Id="R8ceb66ca60144155" /><Relationship Type="http://schemas.openxmlformats.org/officeDocument/2006/relationships/notesSlide" Target="/ppt/notesSlides/notesSlide3.xml" Id="Rc96d4ae1b89145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0.xml" Id="R0cb37708a6b14fa7" /><Relationship Type="http://schemas.openxmlformats.org/officeDocument/2006/relationships/notesSlide" Target="/ppt/notesSlides/notesSlide4.xml" Id="R01d45c8891f845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0.xml" Id="R01d8cdc4372c4f3b" /><Relationship Type="http://schemas.openxmlformats.org/officeDocument/2006/relationships/notesSlide" Target="/ppt/notesSlides/notesSlide5.xml" Id="R7eadb6b9013044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bb17e34c55514991" /><Relationship Type="http://schemas.openxmlformats.org/officeDocument/2006/relationships/notesSlide" Target="/ppt/notesSlides/notesSlide6.xml" Id="R1f6742aa6c1043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cf8715d3a4964922" /><Relationship Type="http://schemas.openxmlformats.org/officeDocument/2006/relationships/notesSlide" Target="/ppt/notesSlides/notesSlide7.xml" Id="R551cc2bec5f04f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50.xml" Id="R3d1d0da61a87419a" /><Relationship Type="http://schemas.openxmlformats.org/officeDocument/2006/relationships/notesSlide" Target="/ppt/notesSlides/notesSlide8.xml" Id="Rbc96e56c29ee4c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97a7756374bc45ac" /><Relationship Type="http://schemas.openxmlformats.org/officeDocument/2006/relationships/notesSlide" Target="/ppt/notesSlides/notesSlide9.xml" Id="Rf8dfcce1bb7948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0.xml" Id="R21172d9bd8fd4ac1" /><Relationship Type="http://schemas.openxmlformats.org/officeDocument/2006/relationships/notesSlide" Target="/ppt/notesSlides/notesSlide10.xml" Id="Rb617cd63f9354ab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1ec7833769ea4df9" /><Relationship Type="http://schemas.openxmlformats.org/officeDocument/2006/relationships/notesSlide" Target="/ppt/notesSlides/notesSlide11.xml" Id="R275db789ceec416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50.xml" Id="R7e639e0ef5264bfc" /><Relationship Type="http://schemas.openxmlformats.org/officeDocument/2006/relationships/notesSlide" Target="/ppt/notesSlides/notesSlide12.xml" Id="R511c5c6292f4438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954358ba0eb14045" /><Relationship Type="http://schemas.openxmlformats.org/officeDocument/2006/relationships/notesSlide" Target="/ppt/notesSlides/notesSlide13.xml" Id="R5630e0f7881b45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3344ba1b25d84d94" /><Relationship Type="http://schemas.openxmlformats.org/officeDocument/2006/relationships/notesSlide" Target="/ppt/notesSlides/notesSlide14.xml" Id="Rec4fdda0490b4c5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d6b3c998d4e446d8" /><Relationship Type="http://schemas.openxmlformats.org/officeDocument/2006/relationships/notesSlide" Target="/ppt/notesSlides/notesSlide15.xml" Id="R1d413aa4baa441b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f745a29f5af94581" /><Relationship Type="http://schemas.openxmlformats.org/officeDocument/2006/relationships/image" Target="/ppt/media/image8.png" Id="R1a0e169d2a334a3f" /><Relationship Type="http://schemas.openxmlformats.org/officeDocument/2006/relationships/notesSlide" Target="/ppt/notesSlides/notesSlide16.xml" Id="R66694a4591c54f9f"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6fd23e509cba4a96" /><Relationship Type="http://schemas.openxmlformats.org/officeDocument/2006/relationships/image" Target="/ppt/media/image9.png" Id="R62649047f57b4733" /><Relationship Type="http://schemas.openxmlformats.org/officeDocument/2006/relationships/notesSlide" Target="/ppt/notesSlides/notesSlide17.xml" Id="R8e734a964c894864"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170e6ffb169f4a85" /><Relationship Type="http://schemas.openxmlformats.org/officeDocument/2006/relationships/image" Target="/ppt/media/image10.png" Id="R8b8480604d134384" /><Relationship Type="http://schemas.openxmlformats.org/officeDocument/2006/relationships/notesSlide" Target="/ppt/notesSlides/notesSlide18.xml" Id="R6dcfb829d75b47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841e4b7010b741fa" /><Relationship Type="http://schemas.openxmlformats.org/officeDocument/2006/relationships/image" Target="/ppt/media/image11.png" Id="Rdafe459bb8e44da7" /><Relationship Type="http://schemas.openxmlformats.org/officeDocument/2006/relationships/notesSlide" Target="/ppt/notesSlides/notesSlide19.xml" Id="Rcfbdf5097992467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34601fb345354495" /><Relationship Type="http://schemas.openxmlformats.org/officeDocument/2006/relationships/image" Target="/ppt/media/image12.png" Id="R4ae5964f4ef344c0" /><Relationship Type="http://schemas.openxmlformats.org/officeDocument/2006/relationships/notesSlide" Target="/ppt/notesSlides/notesSlide20.xml" Id="R8cb243ac2942492e"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cf08919b4fec40ed" /><Relationship Type="http://schemas.openxmlformats.org/officeDocument/2006/relationships/notesSlide" Target="/ppt/notesSlides/notesSlide21.xml" Id="R6329f5e68c2c40b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50.xml" Id="R4027f5b373e940c4" /><Relationship Type="http://schemas.openxmlformats.org/officeDocument/2006/relationships/notesSlide" Target="/ppt/notesSlides/notesSlide22.xml" Id="Re401cbe9aead42e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0.xml" Id="R67082202dfd2465a" /><Relationship Type="http://schemas.openxmlformats.org/officeDocument/2006/relationships/notesSlide" Target="/ppt/notesSlides/notesSlide23.xml" Id="Rc83ac57a06b84c5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7b068b9d2b9c48cf" /><Relationship Type="http://schemas.openxmlformats.org/officeDocument/2006/relationships/notesSlide" Target="/ppt/notesSlides/notesSlide24.xml" Id="R719b101b4d8e4cf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50.xml" Id="R493fb07f88ac4a78" /><Relationship Type="http://schemas.openxmlformats.org/officeDocument/2006/relationships/notesSlide" Target="/ppt/notesSlides/notesSlide25.xml" Id="R21abc0e2e75c454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a5209e95d9534261" /><Relationship Type="http://schemas.openxmlformats.org/officeDocument/2006/relationships/notesSlide" Target="/ppt/notesSlides/notesSlide26.xml" Id="R42169ab74e5b4a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0.xml" Id="R20775b04a54b4ee4" /><Relationship Type="http://schemas.openxmlformats.org/officeDocument/2006/relationships/notesSlide" Target="/ppt/notesSlides/notesSlide27.xml" Id="R54c30e5881e6486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50.xml" Id="Ra2e2aef599d740b7" /><Relationship Type="http://schemas.openxmlformats.org/officeDocument/2006/relationships/notesSlide" Target="/ppt/notesSlides/notesSlide28.xml" Id="R8d7768494a1a47e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16f56de420954dc9" /><Relationship Type="http://schemas.openxmlformats.org/officeDocument/2006/relationships/notesSlide" Target="/ppt/notesSlides/notesSlide29.xml" Id="Rf15266a805be4f7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0.xml" Id="R403b1b6d1e2a4169" /><Relationship Type="http://schemas.openxmlformats.org/officeDocument/2006/relationships/notesSlide" Target="/ppt/notesSlides/notesSlide30.xml" Id="R4853184ccb5e45c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0.xml" Id="Ra9d5ba764b6042c7" /><Relationship Type="http://schemas.openxmlformats.org/officeDocument/2006/relationships/notesSlide" Target="/ppt/notesSlides/notesSlide31.xml" Id="R2cf930345398475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3f82ed7179524d92" /><Relationship Type="http://schemas.openxmlformats.org/officeDocument/2006/relationships/notesSlide" Target="/ppt/notesSlides/notesSlide32.xml" Id="Rcdd447b7616b40f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50.xml" Id="R4b08b6b942f84240" /><Relationship Type="http://schemas.openxmlformats.org/officeDocument/2006/relationships/notesSlide" Target="/ppt/notesSlides/notesSlide33.xml" Id="R3100cf8495f1479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56.xml" Id="Rf316b73f957e4a19" /><Relationship Type="http://schemas.openxmlformats.org/officeDocument/2006/relationships/notesSlide" Target="/ppt/notesSlides/notesSlide34.xml" Id="R57089c172f87480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4" name="">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7" name="">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Signal ownership</a:t>
            </a:r>
          </a:p>
        </p:txBody>
      </p:sp>
      <p:sp>
        <p:nvSpPr>
          <p:cNvPr id="10" name="">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endParaRPr/>
          </a:p>
        </p:txBody>
      </p:sp>
    </p:spTree>
    <p:extLst>
      <p:ext uri="{BB962C8B-B14F-4D97-AF65-F5344CB8AC3E}">
        <p14:creationId xmlns:p14="http://schemas.microsoft.com/office/powerpoint/2010/main" val="50251324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The change request sounds simple</a:t>
            </a:r>
          </a:p>
        </p:txBody>
      </p:sp>
      <p:sp>
        <p:nvSpPr>
          <p:cNvPr id="2" name="">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109"/>
          </a:bodyPr>
          <a:lstStyle xmlns:a="http://schemas.openxmlformats.org/drawingml/2006/main"/>
          <a:p xmlns:a="http://schemas.openxmlformats.org/drawingml/2006/main">
            <a:pPr algn="l">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“We already run Cilium.</a:t>
            </a:r>
          </a:p>
          <a:p xmlns:a="http://schemas.openxmlformats.org/drawingml/2006/main">
            <a:pPr algn="l">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Can we add zero-code tracing?”</a:t>
            </a:r>
          </a:p>
        </p:txBody>
      </p:sp>
      <p:sp>
        <p:nvSpPr>
          <p:cNvPr id="3" name="">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The production question is broader</a:t>
            </a:r>
          </a:p>
        </p:txBody>
      </p:sp>
      <p:sp>
        <p:nvSpPr>
          <p:cNvPr id="5" name="">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fontScale="100000"/>
          </a:bodyPr>
          <a:lstStyle xmlns:a="http://schemas.openxmlformats.org/drawingml/2006/main"/>
          <a:p xmlns:a="http://schemas.openxmlformats.org/drawingml/2006/main">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Tree>
    <p:extLst>
      <p:ext uri="{BB962C8B-B14F-4D97-AF65-F5344CB8AC3E}">
        <p14:creationId xmlns:p14="http://schemas.microsoft.com/office/powerpoint/2010/main" val="116132073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share the veth TC hooks</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Most hooks stay separate. OBI's TCP context propagation creates the overlap.</a:t>
            </a:r>
          </a:p>
        </p:txBody>
      </p:sp>
      <p:sp>
        <p:nvSpPr>
          <p:cNvPr id="3" name="">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sp>
      <p:sp>
        <p:nvSpPr>
          <p:cNvPr id="4" name="">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273"/>
          </a:bodyPr>
          <a:lstStyle xmlns:a="http://schemas.openxmlformats.org/drawingml/2006/main"/>
          <a:p xmlns:a="http://schemas.openxmlformats.org/drawingml/2006/main">
            <a:pPr algn="l">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 application hooks</a:t>
            </a:r>
          </a:p>
        </p:txBody>
      </p:sp>
      <p:sp>
        <p:nvSpPr>
          <p:cNvPr id="5" name="">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930"/>
          </a:bodyPr>
          <a:lstStyle xmlns:a="http://schemas.openxmlformats.org/drawingml/2006/main"/>
          <a:p xmlns:a="http://schemas.openxmlformats.org/drawingml/2006/main">
            <a:pPr algn="l">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uprobes, kprobes, socket filters</a:t>
            </a:r>
          </a:p>
        </p:txBody>
      </p:sp>
      <p:sp>
        <p:nvSpPr>
          <p:cNvPr id="6" name="">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sp>
      <p:sp>
        <p:nvSpPr>
          <p:cNvPr id="7" name="">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273"/>
          </a:bodyPr>
          <a:lstStyle xmlns:a="http://schemas.openxmlformats.org/drawingml/2006/main"/>
          <a:p xmlns:a="http://schemas.openxmlformats.org/drawingml/2006/main">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 datapath hooks</a:t>
            </a:r>
          </a:p>
        </p:txBody>
      </p:sp>
      <p:sp>
        <p:nvSpPr>
          <p:cNvPr id="8" name="">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930"/>
          </a:bodyPr>
          <a:lstStyle xmlns:a="http://schemas.openxmlformats.org/drawingml/2006/main"/>
          <a:p xmlns:a="http://schemas.openxmlformats.org/drawingml/2006/main">
            <a:pPr algn="l">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XDP, cgroup, socket hooks</a:t>
            </a:r>
          </a:p>
        </p:txBody>
      </p:sp>
      <p:sp>
        <p:nvSpPr>
          <p:cNvPr id="9" name="">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575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7" name=""/>
          <p:cNvCxnSpPr>
            <a:stCxn xmlns:a="http://schemas.openxmlformats.org/drawingml/2006/main" id="9" idx="2"/>
            <a:endCxn xmlns:a="http://schemas.openxmlformats.org/drawingml/2006/main" id="10" idx="1"/>
          </p:cNvCxnSpPr>
          <p:nvPr/>
        </p:nvCxnSpPr>
        <p:spPr>
          <a:xfrm xmlns:a="http://schemas.openxmlformats.org/drawingml/2006/main" flipV="1">
            <a:off x="1809750" y="3219450"/>
            <a:ext cx="3143250" cy="590550"/>
          </a:xfrm>
          <a:prstGeom xmlns:a="http://schemas.openxmlformats.org/drawingml/2006/main" prst="bentConnector4">
            <a:avLst/>
          </a:prstGeom>
          <a:ln xmlns:a="http://schemas.openxmlformats.org/drawingml/2006/main" w="23813">
            <a:solidFill>
              <a:srgbClr val="686B6B"/>
            </a:solidFill>
            <a:prstDash val="solid"/>
            <a:tailEnd type="arrow" w="med" len="med"/>
          </a:ln>
        </p:spPr>
      </p:cxnSp>
      <p:cxnSp>
        <p:nvCxnSpPr>
          <p:cNvPr id="38" name=""/>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ctr">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BPF_PROG_TYPE_SCHED_CLS attach points</a:t>
            </a:r>
          </a:p>
        </p:txBody>
      </p:sp>
      <p:sp>
        <p:nvSpPr>
          <p:cNvPr id="16" name="">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49" name=""/>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With context_propagation set to headers, OBI does not attach the TCP propagation TC programs.</a:t>
            </a:r>
          </a:p>
        </p:txBody>
      </p:sp>
    </p:spTree>
    <p:extLst>
      <p:ext uri="{BB962C8B-B14F-4D97-AF65-F5344CB8AC3E}">
        <p14:creationId xmlns:p14="http://schemas.microsoft.com/office/powerpoint/2010/main" val="76814743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2" name="slide-title">
            <a:extLst xmlns:a="http://schemas.openxmlformats.org/drawingml/2006/main">
              <a:ext uri="{FF2B5EF4-FFF2-40B4-BE49-F238E27FC236}">
                <a16:creationId xmlns:a16="http://schemas.microsoft.com/office/drawing/2014/main" id="{70BAF0F9-037D-41AB-85AC-1083C528FF7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Pod and host-veth direction are opposite</a:t>
            </a:r>
          </a:p>
        </p:txBody>
      </p:sp>
      <p:sp>
        <p:nvSpPr>
          <p:cNvPr id="2" name="slide-subtitle">
            <a:extLst xmlns:a="http://schemas.openxmlformats.org/drawingml/2006/main">
              <a:ext uri="{FF2B5EF4-FFF2-40B4-BE49-F238E27FC236}">
                <a16:creationId xmlns:a16="http://schemas.microsoft.com/office/drawing/2014/main" id="{571CE056-3DA1-4E95-A65F-4275F9DAE6F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Direction is named from the interface where the packet is observed.</a:t>
            </a:r>
          </a:p>
        </p:txBody>
      </p:sp>
      <p:sp>
        <p:nvSpPr>
          <p:cNvPr id="3" name="">
            <a:extLst xmlns:a="http://schemas.openxmlformats.org/drawingml/2006/main">
              <a:ext uri="{FF2B5EF4-FFF2-40B4-BE49-F238E27FC236}">
                <a16:creationId xmlns:a16="http://schemas.microsoft.com/office/drawing/2014/main" id="{4AF58112-FE33-4BEA-BAA3-BB4B0B55C1F8}"/>
              </a:ext>
            </a:extLst>
          </p:cNvPr>
          <p:cNvSpPr>
            <a:spLocks xmlns:a="http://schemas.openxmlformats.org/drawingml/2006/main" noGrp="1"/>
          </p:cNvSpPr>
          <p:nvPr/>
        </p:nvSpPr>
        <p:spPr>
          <a:xfrm xmlns:a="http://schemas.openxmlformats.org/drawingml/2006/main">
            <a:off x="6096000" y="1600200"/>
            <a:ext cx="19050" cy="36195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F5FB36-6363-43EB-9C1F-71B46BBB89A9}"/>
              </a:ext>
            </a:extLst>
          </p:cNvPr>
          <p:cNvSpPr>
            <a:spLocks xmlns:a="http://schemas.openxmlformats.org/drawingml/2006/main" noGrp="1"/>
          </p:cNvSpPr>
          <p:nvPr/>
        </p:nvSpPr>
        <p:spPr>
          <a:xfrm xmlns:a="http://schemas.openxmlformats.org/drawingml/2006/main">
            <a:off x="857250" y="16954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76"/>
          </a:bodyPr>
          <a:lstStyle xmlns:a="http://schemas.openxmlformats.org/drawingml/2006/main"/>
          <a:p xmlns:a="http://schemas.openxmlformats.org/drawingml/2006/main">
            <a:pPr algn="ctr">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Packet leaves the pod</a:t>
            </a:r>
          </a:p>
        </p:txBody>
      </p:sp>
      <p:sp>
        <p:nvSpPr>
          <p:cNvPr id="5" name="">
            <a:extLst xmlns:a="http://schemas.openxmlformats.org/drawingml/2006/main">
              <a:ext uri="{FF2B5EF4-FFF2-40B4-BE49-F238E27FC236}">
                <a16:creationId xmlns:a16="http://schemas.microsoft.com/office/drawing/2014/main" id="{42C39126-742C-4B52-9122-CDE34576AD96}"/>
              </a:ext>
            </a:extLst>
          </p:cNvPr>
          <p:cNvSpPr>
            <a:spLocks xmlns:a="http://schemas.openxmlformats.org/drawingml/2006/main" noGrp="1"/>
          </p:cNvSpPr>
          <p:nvPr/>
        </p:nvSpPr>
        <p:spPr>
          <a:xfrm xmlns:a="http://schemas.openxmlformats.org/drawingml/2006/main">
            <a:off x="90487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pod namespace</a:t>
            </a:r>
          </a:p>
        </p:txBody>
      </p:sp>
      <p:sp>
        <p:nvSpPr>
          <p:cNvPr id="6" name="">
            <a:extLst xmlns:a="http://schemas.openxmlformats.org/drawingml/2006/main">
              <a:ext uri="{FF2B5EF4-FFF2-40B4-BE49-F238E27FC236}">
                <a16:creationId xmlns:a16="http://schemas.microsoft.com/office/drawing/2014/main" id="{83DA4114-4556-4260-824F-9EC2078BE0BB}"/>
              </a:ext>
            </a:extLst>
          </p:cNvPr>
          <p:cNvSpPr>
            <a:spLocks xmlns:a="http://schemas.openxmlformats.org/drawingml/2006/main" noGrp="1"/>
          </p:cNvSpPr>
          <p:nvPr/>
        </p:nvSpPr>
        <p:spPr>
          <a:xfrm xmlns:a="http://schemas.openxmlformats.org/drawingml/2006/main">
            <a:off x="385762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host namespace</a:t>
            </a:r>
          </a:p>
        </p:txBody>
      </p:sp>
      <p:sp>
        <p:nvSpPr>
          <p:cNvPr id="7" name="">
            <a:extLst xmlns:a="http://schemas.openxmlformats.org/drawingml/2006/main">
              <a:ext uri="{FF2B5EF4-FFF2-40B4-BE49-F238E27FC236}">
                <a16:creationId xmlns:a16="http://schemas.microsoft.com/office/drawing/2014/main" id="{95D00208-1F10-408F-868C-C7D85C9E0C7F}"/>
              </a:ext>
            </a:extLst>
          </p:cNvPr>
          <p:cNvSpPr>
            <a:spLocks xmlns:a="http://schemas.openxmlformats.org/drawingml/2006/main" noGrp="1"/>
          </p:cNvSpPr>
          <p:nvPr/>
        </p:nvSpPr>
        <p:spPr>
          <a:xfrm xmlns:a="http://schemas.openxmlformats.org/drawingml/2006/main">
            <a:off x="952500" y="2667000"/>
            <a:ext cx="1714500" cy="952500"/>
          </a:xfrm>
          <a:prstGeom xmlns:a="http://schemas.openxmlformats.org/drawingml/2006/main" prst="roundRect">
            <a:avLst>
              <a:gd name="adj" fmla="val 8000"/>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Pod</a:t>
            </a:r>
          </a:p>
        </p:txBody>
      </p:sp>
      <p:sp>
        <p:nvSpPr>
          <p:cNvPr id="8" name="">
            <a:extLst xmlns:a="http://schemas.openxmlformats.org/drawingml/2006/main">
              <a:ext uri="{FF2B5EF4-FFF2-40B4-BE49-F238E27FC236}">
                <a16:creationId xmlns:a16="http://schemas.microsoft.com/office/drawing/2014/main" id="{5C454A13-5BD3-478C-B64E-79ECCE0756A5}"/>
              </a:ext>
            </a:extLst>
          </p:cNvPr>
          <p:cNvSpPr>
            <a:spLocks xmlns:a="http://schemas.openxmlformats.org/drawingml/2006/main" noGrp="1"/>
          </p:cNvSpPr>
          <p:nvPr/>
        </p:nvSpPr>
        <p:spPr>
          <a:xfrm xmlns:a="http://schemas.openxmlformats.org/drawingml/2006/main">
            <a:off x="3905250" y="2667000"/>
            <a:ext cx="1809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Host-side veth</a:t>
            </a:r>
          </a:p>
        </p:txBody>
      </p:sp>
      <p:cxnSp>
        <p:nvCxnSpPr>
          <p:cNvPr id="30" name=""/>
          <p:cNvCxnSpPr>
            <a:stCxn xmlns:a="http://schemas.openxmlformats.org/drawingml/2006/main" id="7" idx="3"/>
            <a:endCxn xmlns:a="http://schemas.openxmlformats.org/drawingml/2006/main" id="8" idx="1"/>
          </p:cNvCxnSpPr>
          <p:nvPr/>
        </p:nvCxnSpPr>
        <p:spPr>
          <a:xfrm xmlns:a="http://schemas.openxmlformats.org/drawingml/2006/main">
            <a:off x="2667000" y="3143250"/>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sp>
        <p:nvSpPr>
          <p:cNvPr id="10" name="">
            <a:extLst xmlns:a="http://schemas.openxmlformats.org/drawingml/2006/main">
              <a:ext uri="{FF2B5EF4-FFF2-40B4-BE49-F238E27FC236}">
                <a16:creationId xmlns:a16="http://schemas.microsoft.com/office/drawing/2014/main" id="{5D321748-E2EB-44A3-AD5E-80EFC8F906F3}"/>
              </a:ext>
            </a:extLst>
          </p:cNvPr>
          <p:cNvSpPr>
            <a:spLocks xmlns:a="http://schemas.openxmlformats.org/drawingml/2006/main" noGrp="1"/>
          </p:cNvSpPr>
          <p:nvPr/>
        </p:nvSpPr>
        <p:spPr>
          <a:xfrm xmlns:a="http://schemas.openxmlformats.org/drawingml/2006/main">
            <a:off x="876300" y="4019550"/>
            <a:ext cx="1905000" cy="381000"/>
          </a:xfrm>
          <a:prstGeom xmlns:a="http://schemas.openxmlformats.org/drawingml/2006/main" prst="roundRect">
            <a:avLst>
              <a:gd name="adj" fmla="val 20000"/>
            </a:avLst>
          </a:prstGeom>
          <a:solidFill xmlns:a="http://schemas.openxmlformats.org/drawingml/2006/main">
            <a:srgbClr val="F4EAF4"/>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007F"/>
                </a:solidFill>
                <a:latin typeface="CiscoSansTT Medium"/>
                <a:ea typeface="CiscoSansTT Medium"/>
                <a:cs typeface="CiscoSansTT Medium"/>
              </a:defRPr>
            </a:pPr>
            <a:r>
              <a:rPr sz="1350" b="1">
                <a:solidFill>
                  <a:srgbClr val="FF007F"/>
                </a:solidFill>
                <a:latin typeface="CiscoSansTT Medium"/>
                <a:ea typeface="CiscoSansTT Medium"/>
                <a:cs typeface="CiscoSansTT Medium"/>
              </a:rPr>
              <a:t>Pod view: egress</a:t>
            </a:r>
          </a:p>
        </p:txBody>
      </p:sp>
      <p:sp>
        <p:nvSpPr>
          <p:cNvPr id="11" name="">
            <a:extLst xmlns:a="http://schemas.openxmlformats.org/drawingml/2006/main">
              <a:ext uri="{FF2B5EF4-FFF2-40B4-BE49-F238E27FC236}">
                <a16:creationId xmlns:a16="http://schemas.microsoft.com/office/drawing/2014/main" id="{7B37275F-0FE7-413B-83A5-8FED32C76A11}"/>
              </a:ext>
            </a:extLst>
          </p:cNvPr>
          <p:cNvSpPr>
            <a:spLocks xmlns:a="http://schemas.openxmlformats.org/drawingml/2006/main" noGrp="1"/>
          </p:cNvSpPr>
          <p:nvPr/>
        </p:nvSpPr>
        <p:spPr>
          <a:xfrm xmlns:a="http://schemas.openxmlformats.org/drawingml/2006/main">
            <a:off x="3810000" y="4019550"/>
            <a:ext cx="20002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TC hook: ingress</a:t>
            </a:r>
          </a:p>
        </p:txBody>
      </p:sp>
      <p:sp>
        <p:nvSpPr>
          <p:cNvPr id="12" name="">
            <a:extLst xmlns:a="http://schemas.openxmlformats.org/drawingml/2006/main">
              <a:ext uri="{FF2B5EF4-FFF2-40B4-BE49-F238E27FC236}">
                <a16:creationId xmlns:a16="http://schemas.microsoft.com/office/drawing/2014/main" id="{8096DBFE-796B-4FF8-A69A-AB6485315FAC}"/>
              </a:ext>
            </a:extLst>
          </p:cNvPr>
          <p:cNvSpPr>
            <a:spLocks xmlns:a="http://schemas.openxmlformats.org/drawingml/2006/main" noGrp="1"/>
          </p:cNvSpPr>
          <p:nvPr/>
        </p:nvSpPr>
        <p:spPr>
          <a:xfrm xmlns:a="http://schemas.openxmlformats.org/drawingml/2006/main">
            <a:off x="6572250" y="16954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76"/>
          </a:bodyPr>
          <a:lstStyle xmlns:a="http://schemas.openxmlformats.org/drawingml/2006/main"/>
          <a:p xmlns:a="http://schemas.openxmlformats.org/drawingml/2006/main">
            <a:pPr algn="ctr">
              <a:defRPr sz="2100" b="1">
                <a:solidFill>
                  <a:srgbClr val="0860FE"/>
                </a:solidFill>
                <a:latin typeface="CiscoSansTT Medium"/>
                <a:ea typeface="CiscoSansTT Medium"/>
                <a:cs typeface="CiscoSansTT Medium"/>
              </a:defRPr>
            </a:pPr>
            <a:r>
              <a:rPr sz="2100" b="1">
                <a:solidFill>
                  <a:srgbClr val="0860FE"/>
                </a:solidFill>
                <a:latin typeface="CiscoSansTT Medium"/>
                <a:ea typeface="CiscoSansTT Medium"/>
                <a:cs typeface="CiscoSansTT Medium"/>
              </a:rPr>
              <a:t>Packet enters the pod</a:t>
            </a:r>
          </a:p>
        </p:txBody>
      </p:sp>
      <p:sp>
        <p:nvSpPr>
          <p:cNvPr id="13" name="">
            <a:extLst xmlns:a="http://schemas.openxmlformats.org/drawingml/2006/main">
              <a:ext uri="{FF2B5EF4-FFF2-40B4-BE49-F238E27FC236}">
                <a16:creationId xmlns:a16="http://schemas.microsoft.com/office/drawing/2014/main" id="{D9683D79-C86C-43C6-AB63-6ACD91B93207}"/>
              </a:ext>
            </a:extLst>
          </p:cNvPr>
          <p:cNvSpPr>
            <a:spLocks xmlns:a="http://schemas.openxmlformats.org/drawingml/2006/main" noGrp="1"/>
          </p:cNvSpPr>
          <p:nvPr/>
        </p:nvSpPr>
        <p:spPr>
          <a:xfrm xmlns:a="http://schemas.openxmlformats.org/drawingml/2006/main">
            <a:off x="652462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host namespace</a:t>
            </a:r>
          </a:p>
        </p:txBody>
      </p:sp>
      <p:sp>
        <p:nvSpPr>
          <p:cNvPr id="14" name="">
            <a:extLst xmlns:a="http://schemas.openxmlformats.org/drawingml/2006/main">
              <a:ext uri="{FF2B5EF4-FFF2-40B4-BE49-F238E27FC236}">
                <a16:creationId xmlns:a16="http://schemas.microsoft.com/office/drawing/2014/main" id="{93830244-8C08-486C-9225-C47F8E8051B6}"/>
              </a:ext>
            </a:extLst>
          </p:cNvPr>
          <p:cNvSpPr>
            <a:spLocks xmlns:a="http://schemas.openxmlformats.org/drawingml/2006/main" noGrp="1"/>
          </p:cNvSpPr>
          <p:nvPr/>
        </p:nvSpPr>
        <p:spPr>
          <a:xfrm xmlns:a="http://schemas.openxmlformats.org/drawingml/2006/main">
            <a:off x="947737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pod namespace</a:t>
            </a:r>
          </a:p>
        </p:txBody>
      </p:sp>
      <p:sp>
        <p:nvSpPr>
          <p:cNvPr id="15" name="">
            <a:extLst xmlns:a="http://schemas.openxmlformats.org/drawingml/2006/main">
              <a:ext uri="{FF2B5EF4-FFF2-40B4-BE49-F238E27FC236}">
                <a16:creationId xmlns:a16="http://schemas.microsoft.com/office/drawing/2014/main" id="{33A9CD60-4993-45BD-BFD0-415B35409C83}"/>
              </a:ext>
            </a:extLst>
          </p:cNvPr>
          <p:cNvSpPr>
            <a:spLocks xmlns:a="http://schemas.openxmlformats.org/drawingml/2006/main" noGrp="1"/>
          </p:cNvSpPr>
          <p:nvPr/>
        </p:nvSpPr>
        <p:spPr>
          <a:xfrm xmlns:a="http://schemas.openxmlformats.org/drawingml/2006/main">
            <a:off x="6477000" y="2667000"/>
            <a:ext cx="1809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Host-side veth</a:t>
            </a:r>
          </a:p>
        </p:txBody>
      </p:sp>
      <p:sp>
        <p:nvSpPr>
          <p:cNvPr id="16" name="">
            <a:extLst xmlns:a="http://schemas.openxmlformats.org/drawingml/2006/main">
              <a:ext uri="{FF2B5EF4-FFF2-40B4-BE49-F238E27FC236}">
                <a16:creationId xmlns:a16="http://schemas.microsoft.com/office/drawing/2014/main" id="{A9273AD4-080A-4E01-A676-D74BB02736AD}"/>
              </a:ext>
            </a:extLst>
          </p:cNvPr>
          <p:cNvSpPr>
            <a:spLocks xmlns:a="http://schemas.openxmlformats.org/drawingml/2006/main" noGrp="1"/>
          </p:cNvSpPr>
          <p:nvPr/>
        </p:nvSpPr>
        <p:spPr>
          <a:xfrm xmlns:a="http://schemas.openxmlformats.org/drawingml/2006/main">
            <a:off x="9525000" y="2667000"/>
            <a:ext cx="1714500" cy="952500"/>
          </a:xfrm>
          <a:prstGeom xmlns:a="http://schemas.openxmlformats.org/drawingml/2006/main" prst="roundRect">
            <a:avLst>
              <a:gd name="adj" fmla="val 8000"/>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Pod</a:t>
            </a:r>
          </a:p>
        </p:txBody>
      </p:sp>
      <p:cxnSp>
        <p:nvCxnSpPr>
          <p:cNvPr id="38" name=""/>
          <p:cNvCxnSpPr>
            <a:stCxn xmlns:a="http://schemas.openxmlformats.org/drawingml/2006/main" id="15" idx="3"/>
            <a:endCxn xmlns:a="http://schemas.openxmlformats.org/drawingml/2006/main" id="16" idx="1"/>
          </p:cNvCxnSpPr>
          <p:nvPr/>
        </p:nvCxnSpPr>
        <p:spPr>
          <a:xfrm xmlns:a="http://schemas.openxmlformats.org/drawingml/2006/main">
            <a:off x="8286750" y="3143250"/>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18" name="">
            <a:extLst xmlns:a="http://schemas.openxmlformats.org/drawingml/2006/main">
              <a:ext uri="{FF2B5EF4-FFF2-40B4-BE49-F238E27FC236}">
                <a16:creationId xmlns:a16="http://schemas.microsoft.com/office/drawing/2014/main" id="{AF7C2818-A684-4537-9A38-8C7008831635}"/>
              </a:ext>
            </a:extLst>
          </p:cNvPr>
          <p:cNvSpPr>
            <a:spLocks xmlns:a="http://schemas.openxmlformats.org/drawingml/2006/main" noGrp="1"/>
          </p:cNvSpPr>
          <p:nvPr/>
        </p:nvSpPr>
        <p:spPr>
          <a:xfrm xmlns:a="http://schemas.openxmlformats.org/drawingml/2006/main">
            <a:off x="6381750" y="4019550"/>
            <a:ext cx="20002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TC hook: egress</a:t>
            </a:r>
          </a:p>
        </p:txBody>
      </p:sp>
      <p:sp>
        <p:nvSpPr>
          <p:cNvPr id="19" name="">
            <a:extLst xmlns:a="http://schemas.openxmlformats.org/drawingml/2006/main">
              <a:ext uri="{FF2B5EF4-FFF2-40B4-BE49-F238E27FC236}">
                <a16:creationId xmlns:a16="http://schemas.microsoft.com/office/drawing/2014/main" id="{018EEE5D-5D38-42B8-8A97-C55A6F5982B0}"/>
              </a:ext>
            </a:extLst>
          </p:cNvPr>
          <p:cNvSpPr>
            <a:spLocks xmlns:a="http://schemas.openxmlformats.org/drawingml/2006/main" noGrp="1"/>
          </p:cNvSpPr>
          <p:nvPr/>
        </p:nvSpPr>
        <p:spPr>
          <a:xfrm xmlns:a="http://schemas.openxmlformats.org/drawingml/2006/main">
            <a:off x="9429750" y="4019550"/>
            <a:ext cx="1905000" cy="381000"/>
          </a:xfrm>
          <a:prstGeom xmlns:a="http://schemas.openxmlformats.org/drawingml/2006/main" prst="roundRect">
            <a:avLst>
              <a:gd name="adj" fmla="val 20000"/>
            </a:avLst>
          </a:prstGeom>
          <a:solidFill xmlns:a="http://schemas.openxmlformats.org/drawingml/2006/main">
            <a:srgbClr val="EAF7FC"/>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350" b="1">
                <a:solidFill>
                  <a:srgbClr val="0860FE"/>
                </a:solidFill>
                <a:latin typeface="CiscoSansTT Medium"/>
                <a:ea typeface="CiscoSansTT Medium"/>
                <a:cs typeface="CiscoSansTT Medium"/>
              </a:defRPr>
            </a:pPr>
            <a:r>
              <a:rPr sz="1350" b="1">
                <a:solidFill>
                  <a:srgbClr val="0860FE"/>
                </a:solidFill>
                <a:latin typeface="CiscoSansTT Medium"/>
                <a:ea typeface="CiscoSansTT Medium"/>
                <a:cs typeface="CiscoSansTT Medium"/>
              </a:rPr>
              <a:t>Pod view: ingress</a:t>
            </a:r>
          </a:p>
        </p:txBody>
      </p:sp>
      <p:sp>
        <p:nvSpPr>
          <p:cNvPr id="20" name="">
            <a:extLst xmlns:a="http://schemas.openxmlformats.org/drawingml/2006/main">
              <a:ext uri="{FF2B5EF4-FFF2-40B4-BE49-F238E27FC236}">
                <a16:creationId xmlns:a16="http://schemas.microsoft.com/office/drawing/2014/main" id="{69548B9D-0B0C-4CDF-81E6-8C22DD73925A}"/>
              </a:ext>
            </a:extLst>
          </p:cNvPr>
          <p:cNvSpPr>
            <a:spLocks xmlns:a="http://schemas.openxmlformats.org/drawingml/2006/main" noGrp="1"/>
          </p:cNvSpPr>
          <p:nvPr/>
        </p:nvSpPr>
        <p:spPr>
          <a:xfrm xmlns:a="http://schemas.openxmlformats.org/drawingml/2006/main">
            <a:off x="1381125" y="5010150"/>
            <a:ext cx="9429750" cy="800100"/>
          </a:xfrm>
          <a:prstGeom xmlns:a="http://schemas.openxmlformats.org/drawingml/2006/main" prst="roundRect">
            <a:avLst>
              <a:gd name="adj" fmla="val 9524"/>
            </a:avLst>
          </a:prstGeom>
          <a:solidFill xmlns:a="http://schemas.openxmlformats.org/drawingml/2006/main">
            <a:srgbClr val="F4F6F8"/>
          </a:solidFill>
          <a:ln xmlns:a="http://schemas.openxmlformats.org/drawingml/2006/main" w="14288">
            <a:solidFill>
              <a:srgbClr val="D6D6D6"/>
            </a:solidFill>
          </a:ln>
        </p:spPr>
      </p:sp>
      <p:sp>
        <p:nvSpPr>
          <p:cNvPr id="21" name="">
            <a:extLst xmlns:a="http://schemas.openxmlformats.org/drawingml/2006/main">
              <a:ext uri="{FF2B5EF4-FFF2-40B4-BE49-F238E27FC236}">
                <a16:creationId xmlns:a16="http://schemas.microsoft.com/office/drawing/2014/main" id="{9379AF94-2A99-4A77-A84B-360ADCBD3E33}"/>
              </a:ext>
            </a:extLst>
          </p:cNvPr>
          <p:cNvSpPr>
            <a:spLocks xmlns:a="http://schemas.openxmlformats.org/drawingml/2006/main" noGrp="1"/>
          </p:cNvSpPr>
          <p:nvPr/>
        </p:nvSpPr>
        <p:spPr>
          <a:xfrm xmlns:a="http://schemas.openxmlformats.org/drawingml/2006/main">
            <a:off x="1714500" y="5210175"/>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615"/>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A pod-to-pod request crosses source host-veth ingress, then destination host-veth egress.</a:t>
            </a:r>
          </a:p>
        </p:txBody>
      </p:sp>
    </p:spTree>
    <p:extLst>
      <p:ext uri="{BB962C8B-B14F-4D97-AF65-F5344CB8AC3E}">
        <p14:creationId xmlns:p14="http://schemas.microsoft.com/office/powerpoint/2010/main" val="3514375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13" name=""/>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14" name=""/>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endParaRPr/>
          </a:p>
        </p:txBody>
      </p:sp>
    </p:spTree>
    <p:extLst>
      <p:ext uri="{BB962C8B-B14F-4D97-AF65-F5344CB8AC3E}">
        <p14:creationId xmlns:p14="http://schemas.microsoft.com/office/powerpoint/2010/main" val="138039681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21" name=""/>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14" name=""/>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424"/>
          </a:bodyPr>
          <a:lstStyle xmlns:a="http://schemas.openxmlformats.org/drawingml/2006/main"/>
          <a:p xmlns:a="http://schemas.openxmlformats.org/drawingml/2006/main">
            <a:pPr algn="ctr">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sp>
      <p:sp>
        <p:nvSpPr>
          <p:cNvPr id="8" name="">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356"/>
          </a:bodyPr>
          <a:lstStyle xmlns:a="http://schemas.openxmlformats.org/drawingml/2006/main"/>
          <a:p xmlns:a="http://schemas.openxmlformats.org/drawingml/2006/main">
            <a:pPr algn="ctr">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Both at priority 1: OBI refuses startup</a:t>
            </a:r>
          </a:p>
        </p:txBody>
      </p:sp>
      <p:sp>
        <p:nvSpPr>
          <p:cNvPr id="9" name="">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For OBI v0.13.0, the forced legacy backend value is tc.</a:t>
            </a:r>
          </a:p>
        </p:txBody>
      </p:sp>
    </p:spTree>
    <p:extLst>
      <p:ext uri="{BB962C8B-B14F-4D97-AF65-F5344CB8AC3E}">
        <p14:creationId xmlns:p14="http://schemas.microsoft.com/office/powerpoint/2010/main" val="173577452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45D4CCAF-FED8-4D23-A569-10134F460B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Configuration names can drift faster than behavior</a:t>
            </a:r>
          </a:p>
        </p:txBody>
      </p:sp>
      <p:sp>
        <p:nvSpPr>
          <p:cNvPr id="2" name="">
            <a:extLst xmlns:a="http://schemas.openxmlformats.org/drawingml/2006/main">
              <a:ext uri="{FF2B5EF4-FFF2-40B4-BE49-F238E27FC236}">
                <a16:creationId xmlns:a16="http://schemas.microsoft.com/office/drawing/2014/main" id="{79DFF8E0-91A3-43CF-B6AD-EF49CC623952}"/>
              </a:ext>
            </a:extLst>
          </p:cNvPr>
          <p:cNvSpPr>
            <a:spLocks xmlns:a="http://schemas.openxmlformats.org/drawingml/2006/main" noGrp="1"/>
          </p:cNvSpPr>
          <p:nvPr/>
        </p:nvSpPr>
        <p:spPr>
          <a:xfrm xmlns:a="http://schemas.openxmlformats.org/drawingml/2006/main">
            <a:off x="876300" y="1571625"/>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686B6B"/>
                </a:solidFill>
                <a:latin typeface="CiscoSansTT Medium"/>
                <a:ea typeface="CiscoSansTT Medium"/>
                <a:cs typeface="CiscoSansTT Medium"/>
              </a:defRPr>
            </a:pPr>
            <a:r>
              <a:rPr sz="1725" b="1">
                <a:solidFill>
                  <a:srgbClr val="686B6B"/>
                </a:solidFill>
                <a:latin typeface="CiscoSansTT Medium"/>
                <a:ea typeface="CiscoSansTT Medium"/>
                <a:cs typeface="CiscoSansTT Medium"/>
              </a:rPr>
              <a:t>Compatibility page</a:t>
            </a:r>
          </a:p>
        </p:txBody>
      </p:sp>
      <p:sp>
        <p:nvSpPr>
          <p:cNvPr id="3" name="">
            <a:extLst xmlns:a="http://schemas.openxmlformats.org/drawingml/2006/main">
              <a:ext uri="{FF2B5EF4-FFF2-40B4-BE49-F238E27FC236}">
                <a16:creationId xmlns:a16="http://schemas.microsoft.com/office/drawing/2014/main" id="{3D4D49AB-32C1-4CCF-BE8A-841091A3431C}"/>
              </a:ext>
            </a:extLst>
          </p:cNvPr>
          <p:cNvSpPr>
            <a:spLocks xmlns:a="http://schemas.openxmlformats.org/drawingml/2006/main" noGrp="1"/>
          </p:cNvSpPr>
          <p:nvPr/>
        </p:nvSpPr>
        <p:spPr>
          <a:xfrm xmlns:a="http://schemas.openxmlformats.org/drawingml/2006/main">
            <a:off x="6762750" y="1571625"/>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686B6B"/>
                </a:solidFill>
                <a:latin typeface="CiscoSansTT Medium"/>
                <a:ea typeface="CiscoSansTT Medium"/>
                <a:cs typeface="CiscoSansTT Medium"/>
              </a:defRPr>
            </a:pPr>
            <a:r>
              <a:rPr sz="1725" b="1">
                <a:solidFill>
                  <a:srgbClr val="686B6B"/>
                </a:solidFill>
                <a:latin typeface="CiscoSansTT Medium"/>
                <a:ea typeface="CiscoSansTT Medium"/>
                <a:cs typeface="CiscoSansTT Medium"/>
              </a:rPr>
              <a:t>Pinned source and chart</a:t>
            </a:r>
          </a:p>
        </p:txBody>
      </p:sp>
      <p:sp>
        <p:nvSpPr>
          <p:cNvPr id="4" name="">
            <a:extLst xmlns:a="http://schemas.openxmlformats.org/drawingml/2006/main">
              <a:ext uri="{FF2B5EF4-FFF2-40B4-BE49-F238E27FC236}">
                <a16:creationId xmlns:a16="http://schemas.microsoft.com/office/drawing/2014/main" id="{9258865D-47D1-4814-A74E-BBB69CBB96D1}"/>
              </a:ext>
            </a:extLst>
          </p:cNvPr>
          <p:cNvSpPr>
            <a:spLocks xmlns:a="http://schemas.openxmlformats.org/drawingml/2006/main" noGrp="1"/>
          </p:cNvSpPr>
          <p:nvPr/>
        </p:nvSpPr>
        <p:spPr>
          <a:xfrm xmlns:a="http://schemas.openxmlformats.org/drawingml/2006/main">
            <a:off x="6096000" y="1504950"/>
            <a:ext cx="19050" cy="409575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2702DC-B71D-486E-97D4-A5851F65699C}"/>
              </a:ext>
            </a:extLst>
          </p:cNvPr>
          <p:cNvSpPr>
            <a:spLocks xmlns:a="http://schemas.openxmlformats.org/drawingml/2006/main" noGrp="1"/>
          </p:cNvSpPr>
          <p:nvPr/>
        </p:nvSpPr>
        <p:spPr>
          <a:xfrm xmlns:a="http://schemas.openxmlformats.org/drawingml/2006/main">
            <a:off x="876300" y="2266950"/>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25"/>
          </a:bodyPr>
          <a:lstStyle xmlns:a="http://schemas.openxmlformats.org/drawingml/2006/main"/>
          <a:p xmlns:a="http://schemas.openxmlformats.org/drawingml/2006/main">
            <a:pPr algn="l">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legacy backend</a:t>
            </a:r>
          </a:p>
        </p:txBody>
      </p:sp>
      <p:sp>
        <p:nvSpPr>
          <p:cNvPr id="6" name="">
            <a:extLst xmlns:a="http://schemas.openxmlformats.org/drawingml/2006/main">
              <a:ext uri="{FF2B5EF4-FFF2-40B4-BE49-F238E27FC236}">
                <a16:creationId xmlns:a16="http://schemas.microsoft.com/office/drawing/2014/main" id="{04A5F53A-8623-414B-9DBE-07D66B25C6E0}"/>
              </a:ext>
            </a:extLst>
          </p:cNvPr>
          <p:cNvSpPr>
            <a:spLocks xmlns:a="http://schemas.openxmlformats.org/drawingml/2006/main" noGrp="1"/>
          </p:cNvSpPr>
          <p:nvPr/>
        </p:nvSpPr>
        <p:spPr>
          <a:xfrm xmlns:a="http://schemas.openxmlformats.org/drawingml/2006/main">
            <a:off x="876300" y="2667000"/>
            <a:ext cx="314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970"/>
          </a:bodyPr>
          <a:lstStyle xmlns:a="http://schemas.openxmlformats.org/drawingml/2006/main"/>
          <a:p xmlns:a="http://schemas.openxmlformats.org/drawingml/2006/main">
            <a:pPr algn="l">
              <a:defRPr sz="2475" b="1">
                <a:solidFill>
                  <a:srgbClr val="FF007F"/>
                </a:solidFill>
                <a:latin typeface="CiscoSansTT Medium"/>
                <a:ea typeface="CiscoSansTT Medium"/>
                <a:cs typeface="CiscoSansTT Medium"/>
              </a:defRPr>
            </a:pPr>
            <a:r>
              <a:rPr sz="2475" b="1">
                <a:solidFill>
                  <a:srgbClr val="FF007F"/>
                </a:solidFill>
                <a:latin typeface="CiscoSansTT Medium"/>
                <a:ea typeface="CiscoSansTT Medium"/>
                <a:cs typeface="CiscoSansTT Medium"/>
              </a:rPr>
              <a:t>netlink</a:t>
            </a:r>
          </a:p>
        </p:txBody>
      </p:sp>
      <p:sp>
        <p:nvSpPr>
          <p:cNvPr id="7" name="">
            <a:extLst xmlns:a="http://schemas.openxmlformats.org/drawingml/2006/main">
              <a:ext uri="{FF2B5EF4-FFF2-40B4-BE49-F238E27FC236}">
                <a16:creationId xmlns:a16="http://schemas.microsoft.com/office/drawing/2014/main" id="{12A0A64F-16D1-4751-81D4-9CE107D3A470}"/>
              </a:ext>
            </a:extLst>
          </p:cNvPr>
          <p:cNvSpPr>
            <a:spLocks xmlns:a="http://schemas.openxmlformats.org/drawingml/2006/main" noGrp="1"/>
          </p:cNvSpPr>
          <p:nvPr/>
        </p:nvSpPr>
        <p:spPr>
          <a:xfrm xmlns:a="http://schemas.openxmlformats.org/drawingml/2006/main">
            <a:off x="6762750" y="2667000"/>
            <a:ext cx="314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970"/>
          </a:bodyPr>
          <a:lstStyle xmlns:a="http://schemas.openxmlformats.org/drawingml/2006/main"/>
          <a:p xmlns:a="http://schemas.openxmlformats.org/drawingml/2006/main">
            <a:pPr algn="l">
              <a:defRPr sz="2475" b="1">
                <a:solidFill>
                  <a:srgbClr val="FF007F"/>
                </a:solidFill>
                <a:latin typeface="CiscoSansTT Medium"/>
                <a:ea typeface="CiscoSansTT Medium"/>
                <a:cs typeface="CiscoSansTT Medium"/>
              </a:defRPr>
            </a:pPr>
            <a:r>
              <a:rPr sz="2475" b="1">
                <a:solidFill>
                  <a:srgbClr val="FF007F"/>
                </a:solidFill>
                <a:latin typeface="CiscoSansTT Medium"/>
                <a:ea typeface="CiscoSansTT Medium"/>
                <a:cs typeface="CiscoSansTT Medium"/>
              </a:rPr>
              <a:t>tc</a:t>
            </a:r>
          </a:p>
        </p:txBody>
      </p:sp>
      <p:sp>
        <p:nvSpPr>
          <p:cNvPr id="8" name="">
            <a:extLst xmlns:a="http://schemas.openxmlformats.org/drawingml/2006/main">
              <a:ext uri="{FF2B5EF4-FFF2-40B4-BE49-F238E27FC236}">
                <a16:creationId xmlns:a16="http://schemas.microsoft.com/office/drawing/2014/main" id="{6029E902-C7D2-49B0-8BA9-D0FF110EFE0F}"/>
              </a:ext>
            </a:extLst>
          </p:cNvPr>
          <p:cNvSpPr>
            <a:spLocks xmlns:a="http://schemas.openxmlformats.org/drawingml/2006/main" noGrp="1"/>
          </p:cNvSpPr>
          <p:nvPr/>
        </p:nvSpPr>
        <p:spPr>
          <a:xfrm xmlns:a="http://schemas.openxmlformats.org/drawingml/2006/main">
            <a:off x="876300" y="3714750"/>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25"/>
          </a:bodyPr>
          <a:lstStyle xmlns:a="http://schemas.openxmlformats.org/drawingml/2006/main"/>
          <a:p xmlns:a="http://schemas.openxmlformats.org/drawingml/2006/main">
            <a:pPr algn="l">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 TC priority</a:t>
            </a:r>
          </a:p>
        </p:txBody>
      </p:sp>
      <p:sp>
        <p:nvSpPr>
          <p:cNvPr id="9" name="">
            <a:extLst xmlns:a="http://schemas.openxmlformats.org/drawingml/2006/main">
              <a:ext uri="{FF2B5EF4-FFF2-40B4-BE49-F238E27FC236}">
                <a16:creationId xmlns:a16="http://schemas.microsoft.com/office/drawing/2014/main" id="{CE66D888-96F8-48F5-ADD5-1092350937F0}"/>
              </a:ext>
            </a:extLst>
          </p:cNvPr>
          <p:cNvSpPr>
            <a:spLocks xmlns:a="http://schemas.openxmlformats.org/drawingml/2006/main" noGrp="1"/>
          </p:cNvSpPr>
          <p:nvPr/>
        </p:nvSpPr>
        <p:spPr>
          <a:xfrm xmlns:a="http://schemas.openxmlformats.org/drawingml/2006/main">
            <a:off x="876300" y="41148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325" b="1">
                <a:solidFill>
                  <a:srgbClr val="0860FE"/>
                </a:solidFill>
                <a:latin typeface="CiscoSansTT Medium"/>
                <a:ea typeface="CiscoSansTT Medium"/>
                <a:cs typeface="CiscoSansTT Medium"/>
              </a:defRPr>
            </a:pPr>
            <a:r>
              <a:rPr sz="2325" b="1">
                <a:solidFill>
                  <a:srgbClr val="0860FE"/>
                </a:solidFill>
                <a:latin typeface="CiscoSansTT Medium"/>
                <a:ea typeface="CiscoSansTT Medium"/>
                <a:cs typeface="CiscoSansTT Medium"/>
              </a:rPr>
              <a:t>bpf.tc.priority</a:t>
            </a:r>
          </a:p>
        </p:txBody>
      </p:sp>
      <p:sp>
        <p:nvSpPr>
          <p:cNvPr id="10" name="">
            <a:extLst xmlns:a="http://schemas.openxmlformats.org/drawingml/2006/main">
              <a:ext uri="{FF2B5EF4-FFF2-40B4-BE49-F238E27FC236}">
                <a16:creationId xmlns:a16="http://schemas.microsoft.com/office/drawing/2014/main" id="{20DB42F1-E35F-42E5-B4D1-4202F9A23CEB}"/>
              </a:ext>
            </a:extLst>
          </p:cNvPr>
          <p:cNvSpPr>
            <a:spLocks xmlns:a="http://schemas.openxmlformats.org/drawingml/2006/main" noGrp="1"/>
          </p:cNvSpPr>
          <p:nvPr/>
        </p:nvSpPr>
        <p:spPr>
          <a:xfrm xmlns:a="http://schemas.openxmlformats.org/drawingml/2006/main">
            <a:off x="6762750" y="4114800"/>
            <a:ext cx="447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325" b="1">
                <a:solidFill>
                  <a:srgbClr val="0860FE"/>
                </a:solidFill>
                <a:latin typeface="CiscoSansTT Medium"/>
                <a:ea typeface="CiscoSansTT Medium"/>
                <a:cs typeface="CiscoSansTT Medium"/>
              </a:defRPr>
            </a:pPr>
            <a:r>
              <a:rPr sz="2325" b="1">
                <a:solidFill>
                  <a:srgbClr val="0860FE"/>
                </a:solidFill>
                <a:latin typeface="CiscoSansTT Medium"/>
                <a:ea typeface="CiscoSansTT Medium"/>
                <a:cs typeface="CiscoSansTT Medium"/>
              </a:rPr>
              <a:t>bpf-filter-priority</a:t>
            </a:r>
          </a:p>
        </p:txBody>
      </p:sp>
      <p:sp>
        <p:nvSpPr>
          <p:cNvPr id="11" name="">
            <a:extLst xmlns:a="http://schemas.openxmlformats.org/drawingml/2006/main">
              <a:ext uri="{FF2B5EF4-FFF2-40B4-BE49-F238E27FC236}">
                <a16:creationId xmlns:a16="http://schemas.microsoft.com/office/drawing/2014/main" id="{625A3F77-53C7-4406-8E4C-D209276F0DF8}"/>
              </a:ext>
            </a:extLst>
          </p:cNvPr>
          <p:cNvSpPr>
            <a:spLocks xmlns:a="http://schemas.openxmlformats.org/drawingml/2006/main" noGrp="1"/>
          </p:cNvSpPr>
          <p:nvPr/>
        </p:nvSpPr>
        <p:spPr>
          <a:xfrm xmlns:a="http://schemas.openxmlformats.org/drawingml/2006/main">
            <a:off x="2171700" y="5334000"/>
            <a:ext cx="78486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PIN VERSIONS · RENDER CONFIG · READ BACK LIVE STATE</a:t>
            </a:r>
          </a:p>
        </p:txBody>
      </p:sp>
    </p:spTree>
    <p:extLst>
      <p:ext uri="{BB962C8B-B14F-4D97-AF65-F5344CB8AC3E}">
        <p14:creationId xmlns:p14="http://schemas.microsoft.com/office/powerpoint/2010/main" val="198992165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Signal ownership</a:t>
            </a:r>
            <a:endParaRPr/>
          </a:p>
        </p:txBody>
      </p:sp>
    </p:spTree>
    <p:extLst>
      <p:ext uri="{BB962C8B-B14F-4D97-AF65-F5344CB8AC3E}">
        <p14:creationId xmlns:p14="http://schemas.microsoft.com/office/powerpoint/2010/main" val="184429720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6E0A4332-1870-4145-9E76-1C82170677B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Split signal ownership on purpose</a:t>
            </a:r>
          </a:p>
        </p:txBody>
      </p:sp>
      <p:sp>
        <p:nvSpPr>
          <p:cNvPr id="2" name="">
            <a:extLst xmlns:a="http://schemas.openxmlformats.org/drawingml/2006/main">
              <a:ext uri="{FF2B5EF4-FFF2-40B4-BE49-F238E27FC236}">
                <a16:creationId xmlns:a16="http://schemas.microsoft.com/office/drawing/2014/main" id="{4947B3BA-0C29-4410-AB48-0856953F0EA8}"/>
              </a:ext>
            </a:extLst>
          </p:cNvPr>
          <p:cNvSpPr>
            <a:spLocks xmlns:a="http://schemas.openxmlformats.org/drawingml/2006/main" noGrp="1"/>
          </p:cNvSpPr>
          <p:nvPr/>
        </p:nvSpPr>
        <p:spPr>
          <a:xfrm xmlns:a="http://schemas.openxmlformats.org/drawingml/2006/main">
            <a:off x="685800" y="156210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025" b="1">
                <a:solidFill>
                  <a:srgbClr val="FF007F"/>
                </a:solidFill>
                <a:latin typeface="CiscoSansTT Medium"/>
                <a:ea typeface="CiscoSansTT Medium"/>
                <a:cs typeface="CiscoSansTT Medium"/>
              </a:defRPr>
            </a:pPr>
            <a:r>
              <a:rPr sz="2025" b="1">
                <a:solidFill>
                  <a:srgbClr val="FF007F"/>
                </a:solidFill>
                <a:latin typeface="CiscoSansTT Medium"/>
                <a:ea typeface="CiscoSansTT Medium"/>
                <a:cs typeface="CiscoSansTT Medium"/>
              </a:rPr>
              <a:t>OBI answers application questions</a:t>
            </a:r>
          </a:p>
        </p:txBody>
      </p:sp>
      <p:sp>
        <p:nvSpPr>
          <p:cNvPr id="3" name="">
            <a:extLst xmlns:a="http://schemas.openxmlformats.org/drawingml/2006/main">
              <a:ext uri="{FF2B5EF4-FFF2-40B4-BE49-F238E27FC236}">
                <a16:creationId xmlns:a16="http://schemas.microsoft.com/office/drawing/2014/main" id="{A7D0BE00-68B5-45F2-90F0-FB9CCE0ADA74}"/>
              </a:ext>
            </a:extLst>
          </p:cNvPr>
          <p:cNvSpPr>
            <a:spLocks xmlns:a="http://schemas.openxmlformats.org/drawingml/2006/main" noGrp="1"/>
          </p:cNvSpPr>
          <p:nvPr/>
        </p:nvSpPr>
        <p:spPr>
          <a:xfrm xmlns:a="http://schemas.openxmlformats.org/drawingml/2006/main">
            <a:off x="6667500" y="156210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443"/>
          </a:bodyPr>
          <a:lstStyle xmlns:a="http://schemas.openxmlformats.org/drawingml/2006/main"/>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Hubble answers network and policy questions</a:t>
            </a:r>
          </a:p>
        </p:txBody>
      </p:sp>
      <p:sp>
        <p:nvSpPr>
          <p:cNvPr id="4" name="">
            <a:extLst xmlns:a="http://schemas.openxmlformats.org/drawingml/2006/main">
              <a:ext uri="{FF2B5EF4-FFF2-40B4-BE49-F238E27FC236}">
                <a16:creationId xmlns:a16="http://schemas.microsoft.com/office/drawing/2014/main" id="{BC510662-C5AD-4328-8FED-AA8C36A508E0}"/>
              </a:ext>
            </a:extLst>
          </p:cNvPr>
          <p:cNvSpPr>
            <a:spLocks xmlns:a="http://schemas.openxmlformats.org/drawingml/2006/main" noGrp="1"/>
          </p:cNvSpPr>
          <p:nvPr/>
        </p:nvSpPr>
        <p:spPr>
          <a:xfrm xmlns:a="http://schemas.openxmlformats.org/drawingml/2006/main">
            <a:off x="685800" y="228600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3A4730-B7B1-4B36-B8B2-5FDFCE609FE4}"/>
              </a:ext>
            </a:extLst>
          </p:cNvPr>
          <p:cNvSpPr>
            <a:spLocks xmlns:a="http://schemas.openxmlformats.org/drawingml/2006/main" noGrp="1"/>
          </p:cNvSpPr>
          <p:nvPr/>
        </p:nvSpPr>
        <p:spPr>
          <a:xfrm xmlns:a="http://schemas.openxmlformats.org/drawingml/2006/main">
            <a:off x="952500" y="2190750"/>
            <a:ext cx="4495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status</a:t>
            </a:r>
          </a:p>
        </p:txBody>
      </p:sp>
      <p:sp>
        <p:nvSpPr>
          <p:cNvPr id="6" name="">
            <a:extLst xmlns:a="http://schemas.openxmlformats.org/drawingml/2006/main">
              <a:ext uri="{FF2B5EF4-FFF2-40B4-BE49-F238E27FC236}">
                <a16:creationId xmlns:a16="http://schemas.microsoft.com/office/drawing/2014/main" id="{74ACB44F-E694-4E28-BFA7-7AFA0239F0A7}"/>
              </a:ext>
            </a:extLst>
          </p:cNvPr>
          <p:cNvSpPr>
            <a:spLocks xmlns:a="http://schemas.openxmlformats.org/drawingml/2006/main" noGrp="1"/>
          </p:cNvSpPr>
          <p:nvPr/>
        </p:nvSpPr>
        <p:spPr>
          <a:xfrm xmlns:a="http://schemas.openxmlformats.org/drawingml/2006/main">
            <a:off x="685800" y="28765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06BC3A0-7706-4E0B-9397-9736265C0A89}"/>
              </a:ext>
            </a:extLst>
          </p:cNvPr>
          <p:cNvSpPr>
            <a:spLocks xmlns:a="http://schemas.openxmlformats.org/drawingml/2006/main" noGrp="1"/>
          </p:cNvSpPr>
          <p:nvPr/>
        </p:nvSpPr>
        <p:spPr>
          <a:xfrm xmlns:a="http://schemas.openxmlformats.org/drawingml/2006/main">
            <a:off x="952500" y="2781300"/>
            <a:ext cx="4495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client and server spans</a:t>
            </a:r>
          </a:p>
        </p:txBody>
      </p:sp>
      <p:sp>
        <p:nvSpPr>
          <p:cNvPr id="8" name="">
            <a:extLst xmlns:a="http://schemas.openxmlformats.org/drawingml/2006/main">
              <a:ext uri="{FF2B5EF4-FFF2-40B4-BE49-F238E27FC236}">
                <a16:creationId xmlns:a16="http://schemas.microsoft.com/office/drawing/2014/main" id="{362463FF-5E62-424E-9700-F1F94C88EAD9}"/>
              </a:ext>
            </a:extLst>
          </p:cNvPr>
          <p:cNvSpPr>
            <a:spLocks xmlns:a="http://schemas.openxmlformats.org/drawingml/2006/main" noGrp="1"/>
          </p:cNvSpPr>
          <p:nvPr/>
        </p:nvSpPr>
        <p:spPr>
          <a:xfrm xmlns:a="http://schemas.openxmlformats.org/drawingml/2006/main">
            <a:off x="685800" y="346710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6CFBEA0-F939-45A2-8912-DE169ABE73EE}"/>
              </a:ext>
            </a:extLst>
          </p:cNvPr>
          <p:cNvSpPr>
            <a:spLocks xmlns:a="http://schemas.openxmlformats.org/drawingml/2006/main" noGrp="1"/>
          </p:cNvSpPr>
          <p:nvPr/>
        </p:nvSpPr>
        <p:spPr>
          <a:xfrm xmlns:a="http://schemas.openxmlformats.org/drawingml/2006/main">
            <a:off x="952500" y="3371850"/>
            <a:ext cx="4495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trace continuity across services</a:t>
            </a:r>
          </a:p>
        </p:txBody>
      </p:sp>
      <p:sp>
        <p:nvSpPr>
          <p:cNvPr id="10" name="">
            <a:extLst xmlns:a="http://schemas.openxmlformats.org/drawingml/2006/main">
              <a:ext uri="{FF2B5EF4-FFF2-40B4-BE49-F238E27FC236}">
                <a16:creationId xmlns:a16="http://schemas.microsoft.com/office/drawing/2014/main" id="{F2212533-8F36-4097-83CC-96707A321E4E}"/>
              </a:ext>
            </a:extLst>
          </p:cNvPr>
          <p:cNvSpPr>
            <a:spLocks xmlns:a="http://schemas.openxmlformats.org/drawingml/2006/main" noGrp="1"/>
          </p:cNvSpPr>
          <p:nvPr/>
        </p:nvSpPr>
        <p:spPr>
          <a:xfrm xmlns:a="http://schemas.openxmlformats.org/drawingml/2006/main">
            <a:off x="6667500" y="228600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13746CD-6A8D-40A3-BCB7-D8E3D38231C8}"/>
              </a:ext>
            </a:extLst>
          </p:cNvPr>
          <p:cNvSpPr>
            <a:spLocks xmlns:a="http://schemas.openxmlformats.org/drawingml/2006/main" noGrp="1"/>
          </p:cNvSpPr>
          <p:nvPr/>
        </p:nvSpPr>
        <p:spPr>
          <a:xfrm xmlns:a="http://schemas.openxmlformats.org/drawingml/2006/main">
            <a:off x="6934200" y="2190750"/>
            <a:ext cx="4495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source and destination identity</a:t>
            </a:r>
          </a:p>
        </p:txBody>
      </p:sp>
      <p:sp>
        <p:nvSpPr>
          <p:cNvPr id="12" name="">
            <a:extLst xmlns:a="http://schemas.openxmlformats.org/drawingml/2006/main">
              <a:ext uri="{FF2B5EF4-FFF2-40B4-BE49-F238E27FC236}">
                <a16:creationId xmlns:a16="http://schemas.microsoft.com/office/drawing/2014/main" id="{381B976F-B8D3-451A-9503-284B62556693}"/>
              </a:ext>
            </a:extLst>
          </p:cNvPr>
          <p:cNvSpPr>
            <a:spLocks xmlns:a="http://schemas.openxmlformats.org/drawingml/2006/main" noGrp="1"/>
          </p:cNvSpPr>
          <p:nvPr/>
        </p:nvSpPr>
        <p:spPr>
          <a:xfrm xmlns:a="http://schemas.openxmlformats.org/drawingml/2006/main">
            <a:off x="6667500" y="28765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0300BB-F74D-40D9-8EBD-E16BF6E174D1}"/>
              </a:ext>
            </a:extLst>
          </p:cNvPr>
          <p:cNvSpPr>
            <a:spLocks xmlns:a="http://schemas.openxmlformats.org/drawingml/2006/main" noGrp="1"/>
          </p:cNvSpPr>
          <p:nvPr/>
        </p:nvSpPr>
        <p:spPr>
          <a:xfrm xmlns:a="http://schemas.openxmlformats.org/drawingml/2006/main">
            <a:off x="6934200" y="2781300"/>
            <a:ext cx="4495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 drop reason, TCP state</a:t>
            </a:r>
          </a:p>
        </p:txBody>
      </p:sp>
      <p:sp>
        <p:nvSpPr>
          <p:cNvPr id="14" name="">
            <a:extLst xmlns:a="http://schemas.openxmlformats.org/drawingml/2006/main">
              <a:ext uri="{FF2B5EF4-FFF2-40B4-BE49-F238E27FC236}">
                <a16:creationId xmlns:a16="http://schemas.microsoft.com/office/drawing/2014/main" id="{D6CCD888-9AA9-4A33-B827-F6EDE4DF4228}"/>
              </a:ext>
            </a:extLst>
          </p:cNvPr>
          <p:cNvSpPr>
            <a:spLocks xmlns:a="http://schemas.openxmlformats.org/drawingml/2006/main" noGrp="1"/>
          </p:cNvSpPr>
          <p:nvPr/>
        </p:nvSpPr>
        <p:spPr>
          <a:xfrm xmlns:a="http://schemas.openxmlformats.org/drawingml/2006/main">
            <a:off x="6667500" y="346710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9CD4938-4AD8-4ED4-8E22-96E7174EE055}"/>
              </a:ext>
            </a:extLst>
          </p:cNvPr>
          <p:cNvSpPr>
            <a:spLocks xmlns:a="http://schemas.openxmlformats.org/drawingml/2006/main" noGrp="1"/>
          </p:cNvSpPr>
          <p:nvPr/>
        </p:nvSpPr>
        <p:spPr>
          <a:xfrm xmlns:a="http://schemas.openxmlformats.org/drawingml/2006/main">
            <a:off x="6934200" y="3371850"/>
            <a:ext cx="4495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DNS, flows, optional Envoy L7</a:t>
            </a:r>
          </a:p>
        </p:txBody>
      </p:sp>
      <p:sp>
        <p:nvSpPr>
          <p:cNvPr id="16" name="">
            <a:extLst xmlns:a="http://schemas.openxmlformats.org/drawingml/2006/main">
              <a:ext uri="{FF2B5EF4-FFF2-40B4-BE49-F238E27FC236}">
                <a16:creationId xmlns:a16="http://schemas.microsoft.com/office/drawing/2014/main" id="{BE95FBD5-8E57-4B95-B8E3-8A3DB16BAF89}"/>
              </a:ext>
            </a:extLst>
          </p:cNvPr>
          <p:cNvSpPr>
            <a:spLocks xmlns:a="http://schemas.openxmlformats.org/drawingml/2006/main" noGrp="1"/>
          </p:cNvSpPr>
          <p:nvPr/>
        </p:nvSpPr>
        <p:spPr>
          <a:xfrm xmlns:a="http://schemas.openxmlformats.org/drawingml/2006/main">
            <a:off x="6096000" y="1428750"/>
            <a:ext cx="19050" cy="36671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9CE6736-0B18-4AA9-A989-9E8482CBD27A}"/>
              </a:ext>
            </a:extLst>
          </p:cNvPr>
          <p:cNvSpPr>
            <a:spLocks xmlns:a="http://schemas.openxmlformats.org/drawingml/2006/main" noGrp="1"/>
          </p:cNvSpPr>
          <p:nvPr/>
        </p:nvSpPr>
        <p:spPr>
          <a:xfrm xmlns:a="http://schemas.openxmlformats.org/drawingml/2006/main">
            <a:off x="1943100" y="5010150"/>
            <a:ext cx="8305800" cy="914400"/>
          </a:xfrm>
          <a:prstGeom xmlns:a="http://schemas.openxmlformats.org/drawingml/2006/main" prst="roundRect">
            <a:avLst>
              <a:gd name="adj" fmla="val 8333"/>
            </a:avLst>
          </a:prstGeom>
          <a:solidFill xmlns:a="http://schemas.openxmlformats.org/drawingml/2006/main">
            <a:srgbClr val="0718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D103160-EB1E-410B-9517-6EEC740F047C}"/>
              </a:ext>
            </a:extLst>
          </p:cNvPr>
          <p:cNvSpPr>
            <a:spLocks xmlns:a="http://schemas.openxmlformats.org/drawingml/2006/main" noGrp="1"/>
          </p:cNvSpPr>
          <p:nvPr/>
        </p:nvSpPr>
        <p:spPr>
          <a:xfrm xmlns:a="http://schemas.openxmlformats.org/drawingml/2006/main">
            <a:off x="2266950" y="5238750"/>
            <a:ext cx="7658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Correlate by time · workload · direction · port · route · verdict</a:t>
            </a:r>
          </a:p>
        </p:txBody>
      </p:sp>
    </p:spTree>
    <p:extLst>
      <p:ext uri="{BB962C8B-B14F-4D97-AF65-F5344CB8AC3E}">
        <p14:creationId xmlns:p14="http://schemas.microsoft.com/office/powerpoint/2010/main" val="109271058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endParaRPr/>
          </a:p>
        </p:txBody>
      </p:sp>
      <p:sp>
        <p:nvSpPr>
          <p:cNvPr id="2" name="">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25" name=""/>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26" name=""/>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34" name=""/>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35" name=""/>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36" name=""/>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37" name=""/>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38" name=""/>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4"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1a0e169d2a334a3f"/>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4"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62649047f57b4733"/>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8b8480604d134384"/>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dafe459bb8e44da7"/>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4"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4ae5964f4ef344c0"/>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15" name=""/>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16" name=""/>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endParaRPr/>
          </a:p>
        </p:txBody>
      </p:sp>
    </p:spTree>
    <p:extLst>
      <p:ext uri="{BB962C8B-B14F-4D97-AF65-F5344CB8AC3E}">
        <p14:creationId xmlns:p14="http://schemas.microsoft.com/office/powerpoint/2010/main" val="14255440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Measured B and D within the six-condition plan</a:t>
            </a:r>
          </a:p>
        </p:txBody>
      </p:sp>
      <p:sp>
        <p:nvSpPr>
          <p:cNvPr id="2" name="">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114300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55245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306705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247650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49911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44005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691515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632460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88392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82486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2" name="">
            <a:extLst xmlns:a="http://schemas.openxmlformats.org/drawingml/2006/main">
              <a:ext uri="{FF2B5EF4-FFF2-40B4-BE49-F238E27FC236}">
                <a16:creationId xmlns:a16="http://schemas.microsoft.com/office/drawing/2014/main" id="{BEA554FE-A88A-4E81-8FE2-A3ADCA53BBA6}"/>
              </a:ext>
            </a:extLst>
          </p:cNvPr>
          <p:cNvSpPr>
            <a:spLocks xmlns:a="http://schemas.openxmlformats.org/drawingml/2006/main" noGrp="1"/>
          </p:cNvSpPr>
          <p:nvPr/>
        </p:nvSpPr>
        <p:spPr>
          <a:xfrm xmlns:a="http://schemas.openxmlformats.org/drawingml/2006/main">
            <a:off x="10763250" y="1581150"/>
            <a:ext cx="704850" cy="381000"/>
          </a:xfrm>
          <a:prstGeom xmlns:a="http://schemas.openxmlformats.org/drawingml/2006/main" prst="roundRect">
            <a:avLst>
              <a:gd name="adj" fmla="val 20000"/>
            </a:avLst>
          </a:prstGeom>
          <a:solidFill xmlns:a="http://schemas.openxmlformats.org/drawingml/2006/main">
            <a:srgbClr val="FF9000"/>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F</a:t>
            </a:r>
          </a:p>
        </p:txBody>
      </p:sp>
      <p:sp>
        <p:nvSpPr>
          <p:cNvPr id="13" name="">
            <a:extLst xmlns:a="http://schemas.openxmlformats.org/drawingml/2006/main">
              <a:ext uri="{FF2B5EF4-FFF2-40B4-BE49-F238E27FC236}">
                <a16:creationId xmlns:a16="http://schemas.microsoft.com/office/drawing/2014/main" id="{C022B260-3FBC-4E68-A335-53B03B50C40E}"/>
              </a:ext>
            </a:extLst>
          </p:cNvPr>
          <p:cNvSpPr>
            <a:spLocks xmlns:a="http://schemas.openxmlformats.org/drawingml/2006/main" noGrp="1"/>
          </p:cNvSpPr>
          <p:nvPr/>
        </p:nvSpPr>
        <p:spPr>
          <a:xfrm xmlns:a="http://schemas.openxmlformats.org/drawingml/2006/main">
            <a:off x="10172700" y="2152650"/>
            <a:ext cx="1790700" cy="1352550"/>
          </a:xfrm>
          <a:prstGeom xmlns:a="http://schemas.openxmlformats.org/drawingml/2006/main" prst="roundRect">
            <a:avLst>
              <a:gd name="adj" fmla="val 5634"/>
            </a:avLst>
          </a:prstGeom>
          <a:solidFill xmlns:a="http://schemas.openxmlformats.org/drawingml/2006/main">
            <a:srgbClr val="FFF5E6"/>
          </a:solidFill>
          <a:ln xmlns:a="http://schemas.openxmlformats.org/drawingml/2006/main" w="14288">
            <a:solidFill>
              <a:srgbClr val="FF9000"/>
            </a:solidFill>
          </a:ln>
        </p:spPr>
        <p:txBody>
          <a:bodyPr xmlns:a="http://schemas.openxmlformats.org/drawingml/2006/main" anchor="ctr">
            <a:normAutofit fontScale="100000"/>
          </a:bodyPr>
          <a:lstStyle xmlns:a="http://schemas.openxmlformats.org/drawingml/2006/main"/>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Legacy TC</a:t>
            </a:r>
          </a:p>
          <a:p xmlns:a="http://schemas.openxmlformats.org/drawingml/2006/main">
            <a:pPr algn="ctr">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fresh cluster</a:t>
            </a:r>
          </a:p>
        </p:txBody>
      </p:sp>
      <p:sp>
        <p:nvSpPr>
          <p:cNvPr id="14" name="">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cluster, route, request count, concurrency, placement, and backend</a:t>
            </a:r>
          </a:p>
        </p:txBody>
      </p:sp>
      <p:sp>
        <p:nvSpPr>
          <p:cNvPr id="15" name="">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40-request warm-up, then five samples of 200 requests at concurrency 20</a:t>
            </a:r>
          </a:p>
        </p:txBody>
      </p:sp>
      <p:sp>
        <p:nvSpPr>
          <p:cNvPr id="16" name="">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B versus D: throughput 19.77 to 19.73 req/s (-0.2%), p95 1,018 to 1,020 ms (+2 ms)</a:t>
            </a:r>
          </a:p>
        </p:txBody>
      </p:sp>
      <p:sp>
        <p:nvSpPr>
          <p:cNvPr id="18" name="">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0 / 2,000 failures. OBI median: 0.013 cores and 253 MiB across two pods.</a:t>
            </a:r>
          </a:p>
          <a:p xmlns:a="http://schemas.openxmlformats.org/drawingml/2006/main">
            <a:pPr algn="ctr">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7,210 spans delivered. Hubble lost events: 36 baseline, 1,083 combined.</a:t>
            </a:r>
          </a:p>
        </p:txBody>
      </p:sp>
    </p:spTree>
    <p:extLst>
      <p:ext uri="{BB962C8B-B14F-4D97-AF65-F5344CB8AC3E}">
        <p14:creationId xmlns:p14="http://schemas.microsoft.com/office/powerpoint/2010/main" val="61737127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a:bodyPr>
          <a:lstStyle xmlns:a="http://schemas.openxmlformats.org/drawingml/2006/main"/>
          <a:p xmlns:a="http://schemas.openxmlformats.org/drawingml/2006/main">
            <a:pPr algn="l">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a:bodyPr>
          <a:lstStyle xmlns:a="http://schemas.openxmlformats.org/drawingml/2006/main"/>
          <a:p xmlns:a="http://schemas.openxmlformats.org/drawingml/2006/main">
            <a:pPr algn="l">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a:bodyPr>
          <a:lstStyle xmlns:a="http://schemas.openxmlformats.org/drawingml/2006/main"/>
          <a:p xmlns:a="http://schemas.openxmlformats.org/drawingml/2006/main">
            <a:pPr algn="l">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a:bodyPr>
          <a:lstStyle xmlns:a="http://schemas.openxmlformats.org/drawingml/2006/main"/>
          <a:p xmlns:a="http://schemas.openxmlformats.org/drawingml/2006/main">
            <a:pPr algn="l">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848"/>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endParaRPr/>
          </a:p>
        </p:txBody>
      </p:sp>
    </p:spTree>
    <p:extLst>
      <p:ext uri="{BB962C8B-B14F-4D97-AF65-F5344CB8AC3E}">
        <p14:creationId xmlns:p14="http://schemas.microsoft.com/office/powerpoint/2010/main" val="159025230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fontScale="100000"/>
          </a:bodyPr>
          <a:lstStyle xmlns:a="http://schemas.openxmlformats.org/drawingml/2006/main"/>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39" name=""/>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40" name=""/>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41" name=""/>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42" name=""/>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sp>
      <p:sp>
        <p:nvSpPr>
          <p:cNvPr id="22" name="">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291"/>
          </a:bodyPr>
          <a:lstStyle xmlns:a="http://schemas.openxmlformats.org/drawingml/2006/main"/>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a:bodyPr>
          <a:lstStyle xmlns:a="http://schemas.openxmlformats.org/drawingml/2006/main"/>
          <a:p xmlns:a="http://schemas.openxmlformats.org/drawingml/2006/main">
            <a:pPr algn="l">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a:bodyPr>
          <a:lstStyle xmlns:a="http://schemas.openxmlformats.org/drawingml/2006/main"/>
          <a:p xmlns:a="http://schemas.openxmlformats.org/drawingml/2006/main">
            <a:pPr algn="l">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961"/>
          </a:bodyPr>
          <a:lstStyle xmlns:a="http://schemas.openxmlformats.org/drawingml/2006/main"/>
          <a:p xmlns:a="http://schemas.openxmlformats.org/drawingml/2006/main">
            <a:pPr algn="l">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sp>
    </p:spTree>
    <p:extLst>
      <p:ext uri="{BB962C8B-B14F-4D97-AF65-F5344CB8AC3E}">
        <p14:creationId xmlns:p14="http://schemas.microsoft.com/office/powerpoint/2010/main" val="291055546"/>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endParaRPr/>
          </a:p>
        </p:txBody>
      </p:sp>
    </p:spTree>
    <p:extLst>
      <p:ext uri="{BB962C8B-B14F-4D97-AF65-F5344CB8AC3E}">
        <p14:creationId xmlns:p14="http://schemas.microsoft.com/office/powerpoint/2010/main" val="127259867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r>
              <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r>
              <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76"/>
          </a:bodyPr>
          <a:lstStyle xmlns:a="http://schemas.openxmlformats.org/drawingml/2006/main"/>
          <a:p xmlns:a="http://schemas.openxmlformats.org/drawingml/2006/main">
            <a:pPr algn="l">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r>
              <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76"/>
          </a:bodyPr>
          <a:lstStyle xmlns:a="http://schemas.openxmlformats.org/drawingml/2006/main"/>
          <a:p xmlns:a="http://schemas.openxmlformats.org/drawingml/2006/main">
            <a:pPr algn="l">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r>
              <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sp>
      <p:sp>
        <p:nvSpPr>
          <p:cNvPr id="9" name="">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ctr">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r>
              <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r>
              <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r>
              <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refuses startup</a:t>
            </a:r>
          </a:p>
        </p:txBody>
      </p:sp>
      <p:sp>
        <p:nvSpPr>
          <p:cNvPr id="3" name="">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sp>
    </p:spTree>
    <p:extLst>
      <p:ext uri="{BB962C8B-B14F-4D97-AF65-F5344CB8AC3E}">
        <p14:creationId xmlns:p14="http://schemas.microsoft.com/office/powerpoint/2010/main" val="2144094207"/>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endParaRPr/>
          </a:p>
        </p:txBody>
      </p:sp>
      <p:sp>
        <p:nvSpPr>
          <p:cNvPr id="2" name="">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2026-09-26T18:41:27.5340000Z</dcterms:created>
  <dcterms:modified xsi:type="dcterms:W3CDTF">2026-09-26T18:41:27.5340000Z</dcterms:modified>
</coreProperties>
</file>