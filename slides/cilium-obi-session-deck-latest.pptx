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3c83491244104064" /><Relationship Type="http://schemas.openxmlformats.org/officeDocument/2006/relationships/extended-properties" Target="/docProps/app.xml" Id="Rc5b338d7a3074bfa" /><Relationship Type="http://schemas.openxmlformats.org/officeDocument/2006/relationships/officeDocument" Target="/ppt/presentation.xml" Id="Re89f7bacc6f7482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45b39e4b9bb4e05"/>
  </p:sldMasterIdLst>
  <p:notesMasterIdLst>
    <p:notesMasterId xmlns:r="http://schemas.openxmlformats.org/officeDocument/2006/relationships" r:id="R4a79fc2bdd11407e"/>
  </p:notesMasterIdLst>
  <p:sldIdLst>
    <p:sldId xmlns:r="http://schemas.openxmlformats.org/officeDocument/2006/relationships" id="256" r:id="Rffc73a1421c341a8"/>
    <p:sldId xmlns:r="http://schemas.openxmlformats.org/officeDocument/2006/relationships" id="257" r:id="R51b4aa6c76b044c2"/>
    <p:sldId xmlns:r="http://schemas.openxmlformats.org/officeDocument/2006/relationships" id="258" r:id="Ra4d4980bb91c4169"/>
    <p:sldId xmlns:r="http://schemas.openxmlformats.org/officeDocument/2006/relationships" id="259" r:id="R61da0f76834c4209"/>
    <p:sldId xmlns:r="http://schemas.openxmlformats.org/officeDocument/2006/relationships" id="260" r:id="Re8a286b73e58464e"/>
    <p:sldId xmlns:r="http://schemas.openxmlformats.org/officeDocument/2006/relationships" id="261" r:id="R6881ee0b320a471b"/>
    <p:sldId xmlns:r="http://schemas.openxmlformats.org/officeDocument/2006/relationships" id="262" r:id="R3830dc132af1490f"/>
    <p:sldId xmlns:r="http://schemas.openxmlformats.org/officeDocument/2006/relationships" id="263" r:id="Rc471c5ee21aa4541"/>
    <p:sldId xmlns:r="http://schemas.openxmlformats.org/officeDocument/2006/relationships" id="264" r:id="Rc0df9c0fb772479b"/>
    <p:sldId xmlns:r="http://schemas.openxmlformats.org/officeDocument/2006/relationships" id="265" r:id="R2a3f466215074e16"/>
    <p:sldId xmlns:r="http://schemas.openxmlformats.org/officeDocument/2006/relationships" id="266" r:id="R209f16c1465642f6"/>
    <p:sldId xmlns:r="http://schemas.openxmlformats.org/officeDocument/2006/relationships" id="267" r:id="R7bc771d39b01494a"/>
    <p:sldId xmlns:r="http://schemas.openxmlformats.org/officeDocument/2006/relationships" id="268" r:id="R88d58d94b4a74a16"/>
    <p:sldId xmlns:r="http://schemas.openxmlformats.org/officeDocument/2006/relationships" id="269" r:id="R5d34c6f81acb4b92"/>
    <p:sldId xmlns:r="http://schemas.openxmlformats.org/officeDocument/2006/relationships" id="270" r:id="Rb5df207ac8b64f7a"/>
    <p:sldId xmlns:r="http://schemas.openxmlformats.org/officeDocument/2006/relationships" id="271" r:id="R280c1df70500481e"/>
    <p:sldId xmlns:r="http://schemas.openxmlformats.org/officeDocument/2006/relationships" id="272" r:id="R02e5083715c14808"/>
    <p:sldId xmlns:r="http://schemas.openxmlformats.org/officeDocument/2006/relationships" id="273" r:id="R7a893934fb7c4ecd"/>
    <p:sldId xmlns:r="http://schemas.openxmlformats.org/officeDocument/2006/relationships" id="274" r:id="Raa27ecd94f9e4411"/>
    <p:sldId xmlns:r="http://schemas.openxmlformats.org/officeDocument/2006/relationships" id="275" r:id="Rfac6a89862414e29"/>
    <p:sldId xmlns:r="http://schemas.openxmlformats.org/officeDocument/2006/relationships" id="276" r:id="Recb06c3a612e4c2e"/>
    <p:sldId xmlns:r="http://schemas.openxmlformats.org/officeDocument/2006/relationships" id="277" r:id="R3289d4304ea84101"/>
    <p:sldId xmlns:r="http://schemas.openxmlformats.org/officeDocument/2006/relationships" id="278" r:id="Rf9294e9dd02542d5"/>
    <p:sldId xmlns:r="http://schemas.openxmlformats.org/officeDocument/2006/relationships" id="279" r:id="R426cd9fd7fb34f44"/>
    <p:sldId xmlns:r="http://schemas.openxmlformats.org/officeDocument/2006/relationships" id="280" r:id="R9c05464d63604699"/>
    <p:sldId xmlns:r="http://schemas.openxmlformats.org/officeDocument/2006/relationships" id="281" r:id="Rad9119d789254ea3"/>
    <p:sldId xmlns:r="http://schemas.openxmlformats.org/officeDocument/2006/relationships" id="282" r:id="R6485ed4cb3204f5a"/>
    <p:sldId xmlns:r="http://schemas.openxmlformats.org/officeDocument/2006/relationships" id="283" r:id="R5863a3e278944fd6"/>
    <p:sldId xmlns:r="http://schemas.openxmlformats.org/officeDocument/2006/relationships" id="284" r:id="R743d28fb3e6040f5"/>
    <p:sldId xmlns:r="http://schemas.openxmlformats.org/officeDocument/2006/relationships" id="285" r:id="Re8bb6572a0af4a01"/>
    <p:sldId xmlns:r="http://schemas.openxmlformats.org/officeDocument/2006/relationships" id="286" r:id="R32323a57bd3f4c6b"/>
    <p:sldId xmlns:r="http://schemas.openxmlformats.org/officeDocument/2006/relationships" id="287" r:id="R5c77122437714ea8"/>
    <p:sldId xmlns:r="http://schemas.openxmlformats.org/officeDocument/2006/relationships" id="288" r:id="Rc8113e3a312d4963"/>
    <p:sldId xmlns:r="http://schemas.openxmlformats.org/officeDocument/2006/relationships" id="289" r:id="R29cd8268a3ca4d4a"/>
  </p:sldIdLst>
  <p:sldSz cx="12192000" cy="6858000"/>
  <p:notesSz cx="6858000" cy="9144000"/>
  <p:embeddedFontLst>
    <p:embeddedFont>
      <p:font typeface="CiscoSansTT"/>
      <p:regular xmlns:r="http://schemas.openxmlformats.org/officeDocument/2006/relationships" r:id="R8005f51fce65445f"/>
      <p:bold xmlns:r="http://schemas.openxmlformats.org/officeDocument/2006/relationships" r:id="R51f70943b7214ed2"/>
      <p:italic xmlns:r="http://schemas.openxmlformats.org/officeDocument/2006/relationships" r:id="R79622db38dfc4516"/>
      <p:boldItalic xmlns:r="http://schemas.openxmlformats.org/officeDocument/2006/relationships" r:id="R4dd0251f8dfc43ea"/>
    </p:embeddedFont>
    <p:embeddedFont>
      <p:font typeface="CiscoSansTT Medium"/>
      <p:regular xmlns:r="http://schemas.openxmlformats.org/officeDocument/2006/relationships" r:id="R1caa227de80d4ddd"/>
      <p:italic xmlns:r="http://schemas.openxmlformats.org/officeDocument/2006/relationships" r:id="Raba399162edd4a36"/>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1a43ddf339d4703" /><Relationship Type="http://schemas.openxmlformats.org/officeDocument/2006/relationships/slideMaster" Target="/ppt/slideMasters/slideMaster1.xml" Id="R345b39e4b9bb4e05" /><Relationship Type="http://schemas.openxmlformats.org/officeDocument/2006/relationships/notesMaster" Target="/ppt/notesMasters/notesMaster1.xml" Id="R4a79fc2bdd11407e" /><Relationship Type="http://schemas.openxmlformats.org/officeDocument/2006/relationships/presProps" Target="/ppt/presProps.xml" Id="R3cdd480a8e384cd5" /><Relationship Type="http://schemas.openxmlformats.org/officeDocument/2006/relationships/viewProps" Target="/ppt/viewProps.xml" Id="Rc4b7e5c7f5294af6" /><Relationship Type="http://schemas.openxmlformats.org/officeDocument/2006/relationships/tableStyles" Target="/ppt/tableStyles.xml" Id="R297fccda46774162" /><Relationship Type="http://schemas.openxmlformats.org/officeDocument/2006/relationships/font" Target="/ppt/fonts/font.dat" Id="R8005f51fce65445f" /><Relationship Type="http://schemas.openxmlformats.org/officeDocument/2006/relationships/font" Target="/ppt/fonts/font2.dat" Id="R51f70943b7214ed2" /><Relationship Type="http://schemas.openxmlformats.org/officeDocument/2006/relationships/font" Target="/ppt/fonts/font3.dat" Id="R79622db38dfc4516" /><Relationship Type="http://schemas.openxmlformats.org/officeDocument/2006/relationships/font" Target="/ppt/fonts/font4.dat" Id="R4dd0251f8dfc43ea" /><Relationship Type="http://schemas.openxmlformats.org/officeDocument/2006/relationships/font" Target="/ppt/fonts/font5.dat" Id="R1caa227de80d4ddd" /><Relationship Type="http://schemas.openxmlformats.org/officeDocument/2006/relationships/font" Target="/ppt/fonts/font6.dat" Id="Raba399162edd4a36" /><Relationship Type="http://schemas.microsoft.com/office/2018/10/relationships/authors" Target="/ppt/authors.xml" Id="R86821eba4ca44f8a" /><Relationship Type="http://schemas.openxmlformats.org/officeDocument/2006/relationships/slide" Target="/ppt/slides/slide1.xml" Id="Rffc73a1421c341a8" /><Relationship Type="http://schemas.openxmlformats.org/officeDocument/2006/relationships/slide" Target="/ppt/slides/slide2.xml" Id="R51b4aa6c76b044c2" /><Relationship Type="http://schemas.openxmlformats.org/officeDocument/2006/relationships/slide" Target="/ppt/slides/slide3.xml" Id="Ra4d4980bb91c4169" /><Relationship Type="http://schemas.openxmlformats.org/officeDocument/2006/relationships/slide" Target="/ppt/slides/slide4.xml" Id="R61da0f76834c4209" /><Relationship Type="http://schemas.openxmlformats.org/officeDocument/2006/relationships/slide" Target="/ppt/slides/slide5.xml" Id="Re8a286b73e58464e" /><Relationship Type="http://schemas.openxmlformats.org/officeDocument/2006/relationships/slide" Target="/ppt/slides/slide6.xml" Id="R6881ee0b320a471b" /><Relationship Type="http://schemas.openxmlformats.org/officeDocument/2006/relationships/slide" Target="/ppt/slides/slide7.xml" Id="R3830dc132af1490f" /><Relationship Type="http://schemas.openxmlformats.org/officeDocument/2006/relationships/slide" Target="/ppt/slides/slide8.xml" Id="Rc471c5ee21aa4541" /><Relationship Type="http://schemas.openxmlformats.org/officeDocument/2006/relationships/slide" Target="/ppt/slides/slide9.xml" Id="Rc0df9c0fb772479b" /><Relationship Type="http://schemas.openxmlformats.org/officeDocument/2006/relationships/slide" Target="/ppt/slides/slide10.xml" Id="R2a3f466215074e16" /><Relationship Type="http://schemas.openxmlformats.org/officeDocument/2006/relationships/slide" Target="/ppt/slides/slide11.xml" Id="R209f16c1465642f6" /><Relationship Type="http://schemas.openxmlformats.org/officeDocument/2006/relationships/slide" Target="/ppt/slides/slide12.xml" Id="R7bc771d39b01494a" /><Relationship Type="http://schemas.openxmlformats.org/officeDocument/2006/relationships/slide" Target="/ppt/slides/slide13.xml" Id="R88d58d94b4a74a16" /><Relationship Type="http://schemas.openxmlformats.org/officeDocument/2006/relationships/slide" Target="/ppt/slides/slide14.xml" Id="R5d34c6f81acb4b92" /><Relationship Type="http://schemas.openxmlformats.org/officeDocument/2006/relationships/slide" Target="/ppt/slides/slide15.xml" Id="Rb5df207ac8b64f7a" /><Relationship Type="http://schemas.openxmlformats.org/officeDocument/2006/relationships/slide" Target="/ppt/slides/slide16.xml" Id="R280c1df70500481e" /><Relationship Type="http://schemas.openxmlformats.org/officeDocument/2006/relationships/slide" Target="/ppt/slides/slide17.xml" Id="R02e5083715c14808" /><Relationship Type="http://schemas.openxmlformats.org/officeDocument/2006/relationships/slide" Target="/ppt/slides/slide18.xml" Id="R7a893934fb7c4ecd" /><Relationship Type="http://schemas.openxmlformats.org/officeDocument/2006/relationships/slide" Target="/ppt/slides/slide19.xml" Id="Raa27ecd94f9e4411" /><Relationship Type="http://schemas.openxmlformats.org/officeDocument/2006/relationships/slide" Target="/ppt/slides/slide20.xml" Id="Rfac6a89862414e29" /><Relationship Type="http://schemas.openxmlformats.org/officeDocument/2006/relationships/slide" Target="/ppt/slides/slide21.xml" Id="Recb06c3a612e4c2e" /><Relationship Type="http://schemas.openxmlformats.org/officeDocument/2006/relationships/slide" Target="/ppt/slides/slide22.xml" Id="R3289d4304ea84101" /><Relationship Type="http://schemas.openxmlformats.org/officeDocument/2006/relationships/slide" Target="/ppt/slides/slide23.xml" Id="Rf9294e9dd02542d5" /><Relationship Type="http://schemas.openxmlformats.org/officeDocument/2006/relationships/slide" Target="/ppt/slides/slide24.xml" Id="R426cd9fd7fb34f44" /><Relationship Type="http://schemas.openxmlformats.org/officeDocument/2006/relationships/slide" Target="/ppt/slides/slide25.xml" Id="R9c05464d63604699" /><Relationship Type="http://schemas.openxmlformats.org/officeDocument/2006/relationships/slide" Target="/ppt/slides/slide26.xml" Id="Rad9119d789254ea3" /><Relationship Type="http://schemas.openxmlformats.org/officeDocument/2006/relationships/slide" Target="/ppt/slides/slide27.xml" Id="R6485ed4cb3204f5a" /><Relationship Type="http://schemas.openxmlformats.org/officeDocument/2006/relationships/slide" Target="/ppt/slides/slide28.xml" Id="R5863a3e278944fd6" /><Relationship Type="http://schemas.openxmlformats.org/officeDocument/2006/relationships/slide" Target="/ppt/slides/slide29.xml" Id="R743d28fb3e6040f5" /><Relationship Type="http://schemas.openxmlformats.org/officeDocument/2006/relationships/slide" Target="/ppt/slides/slide30.xml" Id="Re8bb6572a0af4a01" /><Relationship Type="http://schemas.openxmlformats.org/officeDocument/2006/relationships/slide" Target="/ppt/slides/slide31.xml" Id="R32323a57bd3f4c6b" /><Relationship Type="http://schemas.openxmlformats.org/officeDocument/2006/relationships/slide" Target="/ppt/slides/slide32.xml" Id="R5c77122437714ea8" /><Relationship Type="http://schemas.openxmlformats.org/officeDocument/2006/relationships/slide" Target="/ppt/slides/slide33.xml" Id="Rc8113e3a312d4963" /><Relationship Type="http://schemas.openxmlformats.org/officeDocument/2006/relationships/slide" Target="/ppt/slides/slide34.xml" Id="R29cd8268a3ca4d4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498a2cef3542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9ec69b31a64185" /><Relationship Type="http://schemas.openxmlformats.org/officeDocument/2006/relationships/notesMaster" Target="/ppt/notesMasters/notesMaster1.xml" Id="Re7dcf1245d9c47b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567e8e0bf64e66" /><Relationship Type="http://schemas.openxmlformats.org/officeDocument/2006/relationships/notesMaster" Target="/ppt/notesMasters/notesMaster1.xml" Id="R3533a995c4f845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5660b8a38e47ce" /><Relationship Type="http://schemas.openxmlformats.org/officeDocument/2006/relationships/notesMaster" Target="/ppt/notesMasters/notesMaster1.xml" Id="R26983434524c42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a813a9d960421c" /><Relationship Type="http://schemas.openxmlformats.org/officeDocument/2006/relationships/notesMaster" Target="/ppt/notesMasters/notesMaster1.xml" Id="Rb02a1c31d2ab47f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5c4654791a24b1d" /><Relationship Type="http://schemas.openxmlformats.org/officeDocument/2006/relationships/notesMaster" Target="/ppt/notesMasters/notesMaster1.xml" Id="Ra3800062cbe2497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be488a9de14e5e" /><Relationship Type="http://schemas.openxmlformats.org/officeDocument/2006/relationships/notesMaster" Target="/ppt/notesMasters/notesMaster1.xml" Id="R9be6297a7b814d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31895d4b344b5e" /><Relationship Type="http://schemas.openxmlformats.org/officeDocument/2006/relationships/notesMaster" Target="/ppt/notesMasters/notesMaster1.xml" Id="R588ad504775a40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e07fd1d2a9944f5" /><Relationship Type="http://schemas.openxmlformats.org/officeDocument/2006/relationships/notesMaster" Target="/ppt/notesMasters/notesMaster1.xml" Id="Ra86b2949bfc245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70781eb8ef4ea9" /><Relationship Type="http://schemas.openxmlformats.org/officeDocument/2006/relationships/notesMaster" Target="/ppt/notesMasters/notesMaster1.xml" Id="R0008230cba2b4f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45ae20c26d24b39" /><Relationship Type="http://schemas.openxmlformats.org/officeDocument/2006/relationships/notesMaster" Target="/ppt/notesMasters/notesMaster1.xml" Id="Rc13e398435e8412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0dc62f49cd462f" /><Relationship Type="http://schemas.openxmlformats.org/officeDocument/2006/relationships/notesMaster" Target="/ppt/notesMasters/notesMaster1.xml" Id="R784cafea91c849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a596a244de943ea" /><Relationship Type="http://schemas.openxmlformats.org/officeDocument/2006/relationships/notesMaster" Target="/ppt/notesMasters/notesMaster1.xml" Id="R924bd43b8c664e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ae0faf67e34f85" /><Relationship Type="http://schemas.openxmlformats.org/officeDocument/2006/relationships/notesMaster" Target="/ppt/notesMasters/notesMaster1.xml" Id="R8e94a6e71c724e4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5ad9a24ad014e65" /><Relationship Type="http://schemas.openxmlformats.org/officeDocument/2006/relationships/notesMaster" Target="/ppt/notesMasters/notesMaster1.xml" Id="R35e54dba78f14f4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ffe72dd9764873" /><Relationship Type="http://schemas.openxmlformats.org/officeDocument/2006/relationships/notesMaster" Target="/ppt/notesMasters/notesMaster1.xml" Id="R0cfe80b1a88849a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13b5240a2d4458" /><Relationship Type="http://schemas.openxmlformats.org/officeDocument/2006/relationships/notesMaster" Target="/ppt/notesMasters/notesMaster1.xml" Id="R81649d0738a14a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36f360cd603444e" /><Relationship Type="http://schemas.openxmlformats.org/officeDocument/2006/relationships/notesMaster" Target="/ppt/notesMasters/notesMaster1.xml" Id="R5c9261f6c6c545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01559d8d4448f7" /><Relationship Type="http://schemas.openxmlformats.org/officeDocument/2006/relationships/notesMaster" Target="/ppt/notesMasters/notesMaster1.xml" Id="R8e1f6dbe43e1436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9a92e4fe4f440a0" /><Relationship Type="http://schemas.openxmlformats.org/officeDocument/2006/relationships/notesMaster" Target="/ppt/notesMasters/notesMaster1.xml" Id="R2d496f7b70704c7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1bc22a9ea6e42aa" /><Relationship Type="http://schemas.openxmlformats.org/officeDocument/2006/relationships/notesMaster" Target="/ppt/notesMasters/notesMaster1.xml" Id="R307b46d5ce26494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622c0085d74e31" /><Relationship Type="http://schemas.openxmlformats.org/officeDocument/2006/relationships/notesMaster" Target="/ppt/notesMasters/notesMaster1.xml" Id="R6287af08a0c04ff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b786c93b7c4bbe" /><Relationship Type="http://schemas.openxmlformats.org/officeDocument/2006/relationships/notesMaster" Target="/ppt/notesMasters/notesMaster1.xml" Id="Rda8919319960463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bd6dc3d63ef4573" /><Relationship Type="http://schemas.openxmlformats.org/officeDocument/2006/relationships/notesMaster" Target="/ppt/notesMasters/notesMaster1.xml" Id="R816b5f56e95741b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fe3776155214d0c" /><Relationship Type="http://schemas.openxmlformats.org/officeDocument/2006/relationships/notesMaster" Target="/ppt/notesMasters/notesMaster1.xml" Id="Reaa76f60131247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679ad7d706041e6" /><Relationship Type="http://schemas.openxmlformats.org/officeDocument/2006/relationships/notesMaster" Target="/ppt/notesMasters/notesMaster1.xml" Id="R7575c829c91a425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80bbb7b73c0456b" /><Relationship Type="http://schemas.openxmlformats.org/officeDocument/2006/relationships/notesMaster" Target="/ppt/notesMasters/notesMaster1.xml" Id="R0a2f31b445e34b6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9f5c7d1fc1c459b" /><Relationship Type="http://schemas.openxmlformats.org/officeDocument/2006/relationships/notesMaster" Target="/ppt/notesMasters/notesMaster1.xml" Id="Re0a450085f714c0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0a4b287d39d4fb4" /><Relationship Type="http://schemas.openxmlformats.org/officeDocument/2006/relationships/notesMaster" Target="/ppt/notesMasters/notesMaster1.xml" Id="R5ad18f4161884fd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ab9f5d94bed42e8" /><Relationship Type="http://schemas.openxmlformats.org/officeDocument/2006/relationships/notesMaster" Target="/ppt/notesMasters/notesMaster1.xml" Id="Rab135982250a4af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4fa04a1e2de4043" /><Relationship Type="http://schemas.openxmlformats.org/officeDocument/2006/relationships/notesMaster" Target="/ppt/notesMasters/notesMaster1.xml" Id="Rbe4b7a943b464ec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0ce325de9d241d0" /><Relationship Type="http://schemas.openxmlformats.org/officeDocument/2006/relationships/notesMaster" Target="/ppt/notesMasters/notesMaster1.xml" Id="Rf25969988f8047f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f9c9e44e5fe432c" /><Relationship Type="http://schemas.openxmlformats.org/officeDocument/2006/relationships/notesMaster" Target="/ppt/notesMasters/notesMaster1.xml" Id="R1c5125d4291147c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53710fb6ca34a1e" /><Relationship Type="http://schemas.openxmlformats.org/officeDocument/2006/relationships/notesMaster" Target="/ppt/notesMasters/notesMaster1.xml" Id="Rc31d1283e952476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f7161013e304700" /><Relationship Type="http://schemas.openxmlformats.org/officeDocument/2006/relationships/notesMaster" Target="/ppt/notesMasters/notesMaster1.xml" Id="Rd00f20c6be2c4e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
            </a:r>
            <a:endParaRPr/>
          </a:p>
          <a:p xmlns:a="http://schemas.openxmlformats.org/drawingml/2006/main">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xmlns:a="http://schemas.openxmlformats.org/drawingml/2006/main">
            <a:r>
              <a:t/>
            </a:r>
          </a:p>
          <a:p xmlns:a="http://schemas.openxmlformats.org/drawingml/2006/main">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xmlns:a="http://schemas.openxmlformats.org/drawingml/2006/main">
            <a:r>
              <a:t/>
            </a:r>
          </a:p>
          <a:p xmlns:a="http://schemas.openxmlformats.org/drawingml/2006/main">
            <a:r>
              <a:t>Transition: both products use eBPF, so the next section examines what happens when they attach on the same node.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https://docs.cilium.io/en/stable/overview/intro/</a:t>
            </a:r>
          </a:p>
          <a:p xmlns:a="http://schemas.openxmlformats.org/drawingml/2006/main">
            <a:r>
              <a:t>- https://docs.cilium.io/en/stable/observability/hubble/</a:t>
            </a:r>
          </a:p>
          <a:p xmlns:a="http://schemas.openxmlformats.org/drawingml/2006/main">
            <a:r>
              <a:t>- https://docs.cilium.io/en/stable/observability/visibility/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endParaRPr/>
          </a:p>
          <a:p xmlns:a="http://schemas.openxmlformats.org/drawingml/2006/main">
            <a:r>
              <a:t/>
            </a:r>
            <a:endParaRPr/>
          </a:p>
          <a:p xmlns:a="http://schemas.openxmlformats.org/drawingml/2006/main">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Purpose:</a:t>
            </a:r>
          </a:p>
          <a:p xmlns:a="http://schemas.openxmlformats.org/drawingml/2006/main">
            <a:r>
              <a:t>Narrow the coexistence discussion to the one attachment surface that both systems can use on the same node.</a:t>
            </a:r>
          </a:p>
          <a:p xmlns:a="http://schemas.openxmlformats.org/drawingml/2006/main">
            <a:endParaRPr/>
          </a:p>
          <a:p xmlns:a="http://schemas.openxmlformats.org/drawingml/2006/main">
            <a:r>
              <a:t>Talk track:</a:t>
            </a:r>
          </a:p>
          <a:p xmlns:a="http://schemas.openxmlformats.org/drawingml/2006/main">
            <a:r>
              <a:t>1. Start with the two top boxes. OBI primarily observes application behavior through </a:t>
            </a:r>
            <a:r>
              <a:t>uprobes</a:t>
            </a:r>
            <a:r>
              <a:t>, </a:t>
            </a:r>
            <a:r>
              <a:t>kprobes</a:t>
            </a:r>
            <a:r>
              <a:t>, and socket filters. Cilium uses several </a:t>
            </a:r>
            <a:r>
              <a:t>datapath</a:t>
            </a:r>
            <a:r>
              <a:t> hooks, including XDP, </a:t>
            </a:r>
            <a:r>
              <a:t>cgroup</a:t>
            </a:r>
            <a:r>
              <a:t>, socket hooks, and traffic control. Those separate hook types do not compete with each other.</a:t>
            </a:r>
          </a:p>
          <a:p xmlns:a="http://schemas.openxmlformats.org/drawingml/2006/main">
            <a:r>
              <a:t>2. Follow the packet path through the host-side </a:t>
            </a:r>
            <a:r>
              <a:t>veth</a:t>
            </a:r>
            <a:r>
              <a:t>. This interface is where the two systems can meet.</a:t>
            </a:r>
          </a:p>
          <a:p xmlns:a="http://schemas.openxmlformats.org/drawingml/2006/main">
            <a:r>
              <a:t>3. When OBI enables TCP context propagation with </a:t>
            </a:r>
            <a:r>
              <a:t>context_propagation</a:t>
            </a:r>
            <a:r>
              <a:t> set to </a:t>
            </a:r>
            <a:r>
              <a:t>tcp</a:t>
            </a:r>
            <a:r>
              <a:t> or all, OBI attaches SCHED_CLS programs to TC ingress and egress. Cilium also uses SCHED_CLS programs on those paths for its </a:t>
            </a:r>
            <a:r>
              <a:t>datapath</a:t>
            </a:r>
            <a:r>
              <a:t>.</a:t>
            </a:r>
          </a:p>
          <a:p xmlns:a="http://schemas.openxmlformats.org/drawingml/2006/main">
            <a:r>
              <a:t>4. The dark area shows the complete coexistence problem: two programs, two directions, one host-side </a:t>
            </a:r>
            <a:r>
              <a:t>veth</a:t>
            </a:r>
            <a:r>
              <a:t>. The next slides explain direction and ordering.</a:t>
            </a:r>
          </a:p>
          <a:p xmlns:a="http://schemas.openxmlformats.org/drawingml/2006/main">
            <a:endParaRPr/>
          </a:p>
          <a:p xmlns:a="http://schemas.openxmlformats.org/drawingml/2006/main">
            <a:r>
              <a:t>Important precision:</a:t>
            </a:r>
          </a:p>
          <a:p xmlns:a="http://schemas.openxmlformats.org/drawingml/2006/main">
            <a:r>
              <a:t>OBI does not require this shared TC surface for every deployment. Setting </a:t>
            </a:r>
            <a:r>
              <a:t>context_propagation</a:t>
            </a:r>
            <a:r>
              <a:t> to headers disables TCP-level propagation and the related TC programs. Application metrics and local spans can still exist. Zero-code trace continuity across TLS cannot use OBI's TCP packet path in that mode.</a:t>
            </a:r>
          </a:p>
          <a:p xmlns:a="http://schemas.openxmlformats.org/drawingml/2006/main">
            <a:endParaRPr/>
          </a:p>
          <a:p xmlns:a="http://schemas.openxmlformats.org/drawingml/2006/main">
            <a:r>
              <a:t>Operator takeaway:</a:t>
            </a:r>
          </a:p>
          <a:p xmlns:a="http://schemas.openxmlformats.org/drawingml/2006/main">
            <a:r>
              <a:t>Operator checks should focus on the host-side </a:t>
            </a:r>
            <a:r>
              <a:t>veth</a:t>
            </a:r>
            <a:r>
              <a:t> ingress and egress chains, the active OBI propagation mode, and the actual attachment backend.</a:t>
            </a:r>
          </a:p>
          <a:p xmlns:a="http://schemas.openxmlformats.org/drawingml/2006/main">
            <a:endParaRPr/>
          </a:p>
          <a:p xmlns:a="http://schemas.openxmlformats.org/drawingml/2006/main">
            <a:r>
              <a:t>Transition:</a:t>
            </a:r>
          </a:p>
          <a:p xmlns:a="http://schemas.openxmlformats.org/drawingml/2006/main">
            <a:r>
              <a:t>Now that the shared surface is clear, the next slide explains why pod direction appears reversed at the host-side </a:t>
            </a:r>
            <a:r>
              <a:t>veth</a:t>
            </a:r>
            <a:r>
              <a:t>.</a:t>
            </a:r>
          </a:p>
          <a:p xmlns:a="http://schemas.openxmlformats.org/drawingml/2006/main">
            <a:endParaRPr/>
          </a:p>
          <a:p xmlns:a="http://schemas.openxmlformats.org/drawingml/2006/main">
            <a:r>
              <a:t>Sources:</a:t>
            </a:r>
          </a:p>
          <a:p xmlns:a="http://schemas.openxmlformats.org/drawingml/2006/main">
            <a:r>
              <a:t>- https://</a:t>
            </a:r>
            <a:r>
              <a:t>opentelemetry.io</a:t>
            </a:r>
            <a:r>
              <a:t>/docs/zero-code/obi/cilium-compatibility/</a:t>
            </a:r>
          </a:p>
          <a:p xmlns:a="http://schemas.openxmlformats.org/drawingml/2006/main">
            <a:r>
              <a:t>- https://</a:t>
            </a:r>
            <a:r>
              <a:t>opentelemetry.io</a:t>
            </a:r>
            <a:r>
              <a:t>/docs/zero-code/obi/configure/metrics-traces-attributes/</a:t>
            </a:r>
          </a:p>
          <a:p xmlns:a="http://schemas.openxmlformats.org/drawingml/2006/main">
            <a:r>
              <a:t>- https://</a:t>
            </a:r>
            <a:r>
              <a:t>docs.cilium.io</a:t>
            </a:r>
            <a:r>
              <a:t>/</a:t>
            </a:r>
            <a:r>
              <a:t>en</a:t>
            </a:r>
            <a:r>
              <a:t>/stable/reference-guides/</a:t>
            </a:r>
            <a:r>
              <a:t>bpf</a:t>
            </a:r>
            <a:r>
              <a:t>/</a:t>
            </a:r>
            <a:r>
              <a:t>progtypes</a:t>
            </a:r>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90 seconds</a:t>
            </a:r>
          </a:p>
          <a:p xmlns:a="http://schemas.openxmlformats.org/drawingml/2006/main">
            <a:r>
              <a:t/>
            </a:r>
            <a:endParaRPr/>
          </a:p>
          <a:p xmlns:a="http://schemas.openxmlformats.org/drawingml/2006/main">
            <a:r>
              <a:t>Purpose: identify the right interface and direction before discussing TC attachment order. An operator who inspects the egress hook for a pod's outgoing request may wrongly conclude that an OBI or Cilium program is missing.</a:t>
            </a:r>
          </a:p>
          <a:p xmlns:a="http://schemas.openxmlformats.org/drawingml/2006/main">
            <a:r>
              <a:t/>
            </a:r>
          </a:p>
          <a:p xmlns:a="http://schemas.openxmlformats.org/drawingml/2006/main">
            <a:r>
              <a:t>Plain-language explanation: a veth pair is a virtual cable between the pod and host. TC ingress and egress are named from the host-facing end of that cable. On the left, a packet leaves the source pod. The pod calls that egress, but the packet arrives at the host-side veth, so its TC hook is ingress. On the right, the host sends a packet into the destination pod. It leaves the host-side veth through TC egress, then the pod receives it as ingress.</a:t>
            </a:r>
            <a:endParaRPr/>
          </a:p>
          <a:p xmlns:a="http://schemas.openxmlformats.org/drawingml/2006/main">
            <a:r>
              <a:t/>
            </a:r>
          </a:p>
          <a:p xmlns:a="http://schemas.openxmlformats.org/drawingml/2006/main">
            <a:r>
              <a:t>For a pod-to-pod request in this veth-based demo, read source host-veth ingress first, then destination host-veth egress. The response runs in the reverse direction. Before verifying which program runs first, identify the actual host-side interface and hook. If OBI uses header-only context propagation, its TCP propagation TC programs are not on this shared path.</a:t>
            </a:r>
          </a:p>
          <a:p xmlns:a="http://schemas.openxmlformats.org/drawingml/2006/main">
            <a:r>
              <a:t/>
            </a:r>
          </a:p>
          <a:p xmlns:a="http://schemas.openxmlformats.org/drawingml/2006/main">
            <a:r>
              <a:t>Transition: now that we know which ingress or egress chain handles a packet, we can ask how OBI and Cilium are ordered within that chain.</a:t>
            </a:r>
          </a:p>
          <a:p xmlns:a="http://schemas.openxmlformats.org/drawingml/2006/main">
            <a:r>
              <a:t/>
            </a:r>
          </a:p>
          <a:p xmlns:a="http://schemas.openxmlformats.org/drawingml/2006/main">
            <a:r>
              <a:t>Sources:</a:t>
            </a:r>
            <a:endParaRPr/>
          </a:p>
          <a:p xmlns:a="http://schemas.openxmlformats.org/drawingml/2006/main">
            <a:r>
              <a:t>- https://docs.cilium.io/en/stable/reference-guides/bpf/progtypes/</a:t>
            </a:r>
          </a:p>
          <a:p xmlns:a="http://schemas.openxmlformats.org/drawingml/2006/main">
            <a:r>
              <a:t>- https://opentelemetry.io/docs/zero-code/obi/cilium-compatibility/</a:t>
            </a:r>
          </a:p>
          <a:p xmlns:a="http://schemas.openxmlformats.org/drawingml/2006/main">
            <a:r>
              <a:t>- https://opentelemetry.io/docs/zero-code/obi/configure/metrics-traces-attributes/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A classifier can change packet state or return a terminal result. This is why order affects visibility and trace continuity, not only overhead.</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endParaRP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Click the video. It is a presentation replay of outputs captured from two fresh, isolated kind runs on 27 September 2026, not a continuous recording of one cluster being reconfigured live. Both runs used Cilium 1.20.2 with TCX disabled and OBI v0.13.0 with optional network.source: tc. Left: Cilium attached at TC pref 1. OBI logged 'detected Cilium TC with priority 1 - Cilium may clobber OBI' and had zero ready DaemonSet pods. The nginx request still returned HTTP 200, so the network was not shown to be broken. Right: a fresh cluster used Cilium priority 2. Node tc output showed OBI's ingress flow parser at pref 1, before Cilium at pref 2. OBI was ready and printed an HTTP 200 span. Point to the scope line: this is the optional TC network-flow mode. App-only OBI in this version did not reproduce the startup guard. The full capture JSON, configs, recording, and replay script are in the GitHub demo repository.</a:t>
            </a:r>
          </a:p>
          <a:p xmlns:a="http://schemas.openxmlformats.org/drawingml/2006/main">
            <a:r>
              <a:t/>
            </a:r>
            <a:endParaRPr/>
          </a:p>
          <a:p xmlns:a="http://schemas.openxmlformats.org/drawingml/2006/main">
            <a:r>
              <a:t>Sources:</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endParaRP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endParaRP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endParaRP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endParaRP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endParaRP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endParaRP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endParaRP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endParaRP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This slide contains the corrected local rehearsal result captured on 26 September 2026.</a:t>
            </a:r>
          </a:p>
          <a:p xmlns:a="http://schemas.openxmlformats.org/drawingml/2006/main">
            <a:endParaRPr/>
          </a:p>
          <a:p xmlns:a="http://schemas.openxmlformats.org/drawingml/2006/main">
            <a:r>
              <a:t>Method:</a:t>
            </a:r>
          </a:p>
          <a:p xmlns:a="http://schemas.openxmlformats.org/drawingml/2006/main">
            <a:r>
              <a:t>- Same three-node kind cluster and the same application route for both conditions.</a:t>
            </a:r>
          </a:p>
          <a:p xmlns:a="http://schemas.openxmlformats.org/drawingml/2006/main">
            <a:r>
              <a:t>- Condition B kept Cilium and Hubble running while the OBI DaemonSet was temporarily unscheduled.</a:t>
            </a:r>
          </a:p>
          <a:p xmlns:a="http://schemas.openxmlformats.org/drawingml/2006/main">
            <a:r>
              <a:t>- Condition D restored OBI v0.13.0 with TCX context propagation.</a:t>
            </a:r>
          </a:p>
          <a:p xmlns:a="http://schemas.openxmlformats.org/drawingml/2006/main">
            <a:r>
              <a:t>- Background demo traffic was paused. Each condition received a 40-request warm-up followed by five samples of 200 requests at concurrency 20.</a:t>
            </a:r>
          </a:p>
          <a:p xmlns:a="http://schemas.openxmlformats.org/drawingml/2006/main">
            <a:r>
              <a:t>- ApacheBench measured throughput, failures, and percentiles through kubectl port-forward. Kubelet summary statistics provided pod CPU and working-set memory. Direct port 9965 counters from every Cilium agent provided Hubble lost-event deltas.</a:t>
            </a:r>
          </a:p>
          <a:p xmlns:a="http://schemas.openxmlformats.org/drawingml/2006/main">
            <a:endParaRPr/>
          </a:p>
          <a:p xmlns:a="http://schemas.openxmlformats.org/drawingml/2006/main">
            <a:r>
              <a:t>Measured result:</a:t>
            </a:r>
          </a:p>
          <a:p xmlns:a="http://schemas.openxmlformats.org/drawingml/2006/main">
            <a:r>
              <a:t>- Baseline throughput median: 19.77 req/s, range 19.70 to 19.79. Combined median: 19.73 req/s, range 19.71 to 19.76.</a:t>
            </a:r>
          </a:p>
          <a:p xmlns:a="http://schemas.openxmlformats.org/drawingml/2006/main">
            <a:r>
              <a:t>- Baseline p95 median: 1,018 ms, range 1,015 to 1,036. Combined median: 1,020 ms, range 1,018 to 1,023.</a:t>
            </a:r>
          </a:p>
          <a:p xmlns:a="http://schemas.openxmlformats.org/drawingml/2006/main">
            <a:r>
              <a:t>- Failed requests: zero across 1,000 baseline and 1,000 combined requests.</a:t>
            </a:r>
          </a:p>
          <a:p xmlns:a="http://schemas.openxmlformats.org/drawingml/2006/main">
            <a:r>
              <a:t>- OBI median CPU: 0.0128 cores. OBI median working set: 253.2 MiB total across two DaemonSet pods.</a:t>
            </a:r>
          </a:p>
          <a:p xmlns:a="http://schemas.openxmlformats.org/drawingml/2006/main">
            <a:r>
              <a:t>- The Collector accepted and exported 7,210 spans during the combined run. Accepted and exported counts matched.</a:t>
            </a:r>
          </a:p>
          <a:p xmlns:a="http://schemas.openxmlformats.org/drawingml/2006/main">
            <a:r>
              <a:t>- Hubble lost-event delta was 36 in the baseline and 1,083 in the combined run. The request path stayed healthy, but the telemetry-completeness gate did not pass. Investigate Hubble buffer and consumer capacity, then repeat the test before drawing a production conclusion.</a:t>
            </a:r>
          </a:p>
          <a:p xmlns:a="http://schemas.openxmlformats.org/drawingml/2006/main">
            <a:endParaRPr/>
          </a:p>
          <a:p xmlns:a="http://schemas.openxmlformats.org/drawingml/2006/main">
            <a:r>
              <a:t>Boundary:</a:t>
            </a:r>
          </a:p>
          <a:p xmlns:a="http://schemas.openxmlformats.org/drawingml/2006/main">
            <a:r>
              <a:t>These are local kind and kubectl port-forward rehearsal results. They are useful for the talk and for finding failure modes. They are not production capacity numbers. Conditions A, C, E, and F remain unmeasured in this run.</a:t>
            </a:r>
          </a:p>
          <a:p xmlns:a="http://schemas.openxmlformats.org/drawingml/2006/main">
            <a:endParaRPr/>
          </a:p>
          <a:p xmlns:a="http://schemas.openxmlformats.org/drawingml/2006/main">
            <a:r>
              <a:t>Sources:</a:t>
            </a:r>
          </a:p>
          <a:p xmlns:a="http://schemas.openxmlformats.org/drawingml/2006/main">
            <a:r>
              <a:t>- /Users/antonjim/Documents/Playground/cilium-obi-demo/evidence/benchmark-2026-09-26/results.json</a:t>
            </a:r>
          </a:p>
          <a:p xmlns:a="http://schemas.openxmlformats.org/drawingml/2006/main">
            <a:r>
              <a:t>- https://docs.cilium.io/en/latest/operations/performance/benchmark/</a:t>
            </a:r>
          </a:p>
          <a:p xmlns:a="http://schemas.openxmlformats.org/drawingml/2006/main">
            <a:r>
              <a:t>- https://opentelemetry.io/docs/zero-code/obi/configure/tune-performance/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endParaRP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endParaRP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endParaRPr/>
          </a:p>
          <a:p xmlns:a="http://schemas.openxmlformats.org/drawingml/2006/main">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endParaRPr/>
          </a:p>
          <a:p xmlns:a="http://schemas.openxmlformats.org/drawingml/2006/main">
            <a:r>
              <a:t>Keep the demo repository visible during questions so attendees can find the setup, dashboards, benchmark evidence, and latest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endParaRP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82711f69ac4050" /><Relationship Type="http://schemas.openxmlformats.org/officeDocument/2006/relationships/image" Target="/ppt/media/image.png" Id="R2109ef15feba4f13" /><Relationship Type="http://schemas.openxmlformats.org/officeDocument/2006/relationships/image" Target="/ppt/media/image.svg" Id="Ra58c7992ae9a46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3bf3c7eaa1d4e0b" /><Relationship Type="http://schemas.openxmlformats.org/officeDocument/2006/relationships/image" Target="/ppt/media/image2.png" Id="R253d44139cf2497f" /><Relationship Type="http://schemas.openxmlformats.org/officeDocument/2006/relationships/image" Target="/ppt/media/image.png" Id="R8579cda4bc984ce6" /><Relationship Type="http://schemas.openxmlformats.org/officeDocument/2006/relationships/image" Target="/ppt/media/image.svg" Id="R2ed4621ec4b04da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daec89864ac42ea" /><Relationship Type="http://schemas.openxmlformats.org/officeDocument/2006/relationships/image" Target="/ppt/media/image.png" Id="Rdfc02dc9521b4c9b" /><Relationship Type="http://schemas.openxmlformats.org/officeDocument/2006/relationships/image" Target="/ppt/media/image.svg" Id="R1844425e9b9144f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7de9842b7e340ff" /><Relationship Type="http://schemas.openxmlformats.org/officeDocument/2006/relationships/image" Target="/ppt/media/image2.png" Id="R8df85f0c58a5482b" /><Relationship Type="http://schemas.openxmlformats.org/officeDocument/2006/relationships/image" Target="/ppt/media/image.png" Id="Rda79873ffc4c4f73" /><Relationship Type="http://schemas.openxmlformats.org/officeDocument/2006/relationships/image" Target="/ppt/media/image.svg" Id="R7486a025f1e8409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192d3d8505a45d6" /><Relationship Type="http://schemas.openxmlformats.org/officeDocument/2006/relationships/image" Target="/ppt/media/image.png" Id="R36f08964fb8e4de9" /><Relationship Type="http://schemas.openxmlformats.org/officeDocument/2006/relationships/image" Target="/ppt/media/image.svg" Id="R3c80c52e5bb84f3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2c913b4a299441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867819b3940410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83b43ad39cc4c8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12dc7b8865b149e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ae127c9283241d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0dc4718f7d646f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a5dd4c1b4beb4c64"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fbdb88c14c114eb9"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9ecb9e05610444c9"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4bec448d7f9d42c8"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8a561fbf1d0742f1"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65e7832d29d44cf2"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5481bb74b6984fc4"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0de3c28a93a84204"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d7a962e1d37e4f0b"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9296756d255f4781"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7d48dcbbfad54cb5"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bbd7c5c3fa1a4b89"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1ff31433006b4366"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447e048cd3854636"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10018a0866404c21"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51ff78e7f9d944c9"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ff9c4799d7bc45d0"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7e23bef1418f4406"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4f47c4878b0646a1"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4353aefc5dce4290"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63a6eac2cd704a87"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c0eefb8df4ef49a0"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3e96a80677e84303"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0ee0a70a0a164ad1"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4f9074f7a4154071"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40f4084acc2f4fd5"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7383bf363ca54da1" /><Relationship Type="http://schemas.openxmlformats.org/officeDocument/2006/relationships/image" Target="/ppt/media/image3.png" Id="Rae41e03a3aa242e8"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7de302201a674b3d"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158fbc5d1fbf4303"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d78cebc2b61c4219" /><Relationship Type="http://schemas.openxmlformats.org/officeDocument/2006/relationships/image" Target="/ppt/media/image3.png" Id="Rc408417006cb47e8"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87b8d2756ee34f15" /><Relationship Type="http://schemas.openxmlformats.org/officeDocument/2006/relationships/image" Target="/ppt/media/image4.png" Id="R963a2ff6b73e4eff"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0100a1ed17c64431" /><Relationship Type="http://schemas.openxmlformats.org/officeDocument/2006/relationships/image" Target="/ppt/media/image5.png" Id="Rad682e4be34646a7"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cdc3675b04ec4c64"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ec9be626b5624792"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487eec84695148f1"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9b3c3f2616244651"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6202c6cb143c41a3" /><Relationship Type="http://schemas.openxmlformats.org/officeDocument/2006/relationships/image" Target="/ppt/media/image6.png" Id="R67c2a4e6ca09471d"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f98c2b95be5846a9"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81edfe5d3c034147" /><Relationship Type="http://schemas.openxmlformats.org/officeDocument/2006/relationships/image" Target="/ppt/media/image2.png" Id="Red1f750016f94f31"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84367ae7f95f44c4" /><Relationship Type="http://schemas.openxmlformats.org/officeDocument/2006/relationships/image" Target="/ppt/media/image7.png" Id="R56da68cd59484b35"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a536731616884a8e"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b03ebbaa19064e9c"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85fda3b93ef94513" /><Relationship Type="http://schemas.openxmlformats.org/officeDocument/2006/relationships/image" Target="/ppt/media/image2.png" Id="R71fdd17dad5d4d37" /><Relationship Type="http://schemas.openxmlformats.org/officeDocument/2006/relationships/image" Target="/ppt/media/image.png" Id="Rf40ed52c18854dad" /><Relationship Type="http://schemas.openxmlformats.org/officeDocument/2006/relationships/image" Target="/ppt/media/image.svg" Id="R092c36eb6eec456e"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4ed617b685704760"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4695c9b9c6134b44"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2109ef15feba4f13">
            <a:extLst>
              <a:ext uri="{96DAC541-7B7A-43D3-8B79-37D633B846F1}">
                <asvg:svgBlip xmlns:asvg="http://schemas.microsoft.com/office/drawing/2016/SVG/main" r:embed="Ra58c7992ae9a465a"/>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253d44139cf2497f">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8579cda4bc984ce6">
            <a:extLst>
              <a:ext uri="{96DAC541-7B7A-43D3-8B79-37D633B846F1}">
                <asvg:svgBlip xmlns:asvg="http://schemas.microsoft.com/office/drawing/2016/SVG/main" r:embed="R2ed4621ec4b04dac"/>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dfc02dc9521b4c9b">
            <a:extLst>
              <a:ext uri="{96DAC541-7B7A-43D3-8B79-37D633B846F1}">
                <asvg:svgBlip xmlns:asvg="http://schemas.microsoft.com/office/drawing/2016/SVG/main" r:embed="R1844425e9b9144fe"/>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8df85f0c58a5482b">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da79873ffc4c4f73">
            <a:extLst>
              <a:ext uri="{96DAC541-7B7A-43D3-8B79-37D633B846F1}">
                <asvg:svgBlip xmlns:asvg="http://schemas.microsoft.com/office/drawing/2016/SVG/main" r:embed="R7486a025f1e84096"/>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36f08964fb8e4de9">
            <a:extLst>
              <a:ext uri="{96DAC541-7B7A-43D3-8B79-37D633B846F1}">
                <asvg:svgBlip xmlns:asvg="http://schemas.microsoft.com/office/drawing/2016/SVG/main" r:embed="R3c80c52e5bb84f3e"/>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ae41e03a3aa242e8">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c408417006cb47e8">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963a2ff6b73e4eff">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Lorem ipsum dolor sit amet, consect adipiscing elit, sed diam no nummy nibh euismod tincidunt ut laoreet”</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ad682e4be34646a7">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67c2a4e6ca09471d">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ed1f750016f94f31">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56da68cd59484b35">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71fdd17dad5d4d37">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f40ed52c18854dad">
            <a:extLst>
              <a:ext uri="{96DAC541-7B7A-43D3-8B79-37D633B846F1}">
                <asvg:svgBlip xmlns:asvg="http://schemas.microsoft.com/office/drawing/2016/SVG/main" r:embed="R092c36eb6eec456e"/>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373b589ea4ce4020" /><Relationship Type="http://schemas.openxmlformats.org/officeDocument/2006/relationships/image" Target="/ppt/media/image.svg" Id="R4b42cd1836ff4951" /><Relationship Type="http://schemas.openxmlformats.org/officeDocument/2006/relationships/theme" Target="/ppt/slideMasters/theme/theme2.xml" Id="R652ca4aebb594cc6" /><Relationship Type="http://schemas.openxmlformats.org/officeDocument/2006/relationships/slideLayout" Target="/ppt/slideLayouts/slideLayout1.xml" Id="Rf489fbd4063145db" /><Relationship Type="http://schemas.openxmlformats.org/officeDocument/2006/relationships/slideLayout" Target="/ppt/slideLayouts/slideLayout2.xml" Id="R894c97731d074ffb" /><Relationship Type="http://schemas.openxmlformats.org/officeDocument/2006/relationships/slideLayout" Target="/ppt/slideLayouts/slideLayout3.xml" Id="Rfc8e365cfc3e4694" /><Relationship Type="http://schemas.openxmlformats.org/officeDocument/2006/relationships/slideLayout" Target="/ppt/slideLayouts/slideLayout4.xml" Id="R2e1c923f7b0e4b1e" /><Relationship Type="http://schemas.openxmlformats.org/officeDocument/2006/relationships/slideLayout" Target="/ppt/slideLayouts/slideLayout5.xml" Id="Reb833489625c47d4" /><Relationship Type="http://schemas.openxmlformats.org/officeDocument/2006/relationships/slideLayout" Target="/ppt/slideLayouts/slideLayout6.xml" Id="R8c59e69fe78949a7" /><Relationship Type="http://schemas.openxmlformats.org/officeDocument/2006/relationships/slideLayout" Target="/ppt/slideLayouts/slideLayout7.xml" Id="Rc6f2a77e903e4461" /><Relationship Type="http://schemas.openxmlformats.org/officeDocument/2006/relationships/slideLayout" Target="/ppt/slideLayouts/slideLayout8.xml" Id="R52dd41a787544003" /><Relationship Type="http://schemas.openxmlformats.org/officeDocument/2006/relationships/slideLayout" Target="/ppt/slideLayouts/slideLayout9.xml" Id="R0e8025acef994af6" /><Relationship Type="http://schemas.openxmlformats.org/officeDocument/2006/relationships/slideLayout" Target="/ppt/slideLayouts/slideLayout10.xml" Id="R7d80396ed3834823" /><Relationship Type="http://schemas.openxmlformats.org/officeDocument/2006/relationships/slideLayout" Target="/ppt/slideLayouts/slideLayout11.xml" Id="R4c485e9ad22942ab" /><Relationship Type="http://schemas.openxmlformats.org/officeDocument/2006/relationships/slideLayout" Target="/ppt/slideLayouts/slideLayout12.xml" Id="Rfcd2e26e4b424de9" /><Relationship Type="http://schemas.openxmlformats.org/officeDocument/2006/relationships/slideLayout" Target="/ppt/slideLayouts/slideLayout13.xml" Id="R6d090ce2284449c0" /><Relationship Type="http://schemas.openxmlformats.org/officeDocument/2006/relationships/slideLayout" Target="/ppt/slideLayouts/slideLayout14.xml" Id="Rbf28b693f1874289" /><Relationship Type="http://schemas.openxmlformats.org/officeDocument/2006/relationships/slideLayout" Target="/ppt/slideLayouts/slideLayout15.xml" Id="R223ecf2d3d144738" /><Relationship Type="http://schemas.openxmlformats.org/officeDocument/2006/relationships/slideLayout" Target="/ppt/slideLayouts/slideLayout16.xml" Id="R098434a434d14e69" /><Relationship Type="http://schemas.openxmlformats.org/officeDocument/2006/relationships/slideLayout" Target="/ppt/slideLayouts/slideLayout17.xml" Id="R7876fe54192d47d8" /><Relationship Type="http://schemas.openxmlformats.org/officeDocument/2006/relationships/slideLayout" Target="/ppt/slideLayouts/slideLayout18.xml" Id="Rad5b66c7b85046b1" /><Relationship Type="http://schemas.openxmlformats.org/officeDocument/2006/relationships/slideLayout" Target="/ppt/slideLayouts/slideLayout19.xml" Id="R5a09f4f00ee34975" /><Relationship Type="http://schemas.openxmlformats.org/officeDocument/2006/relationships/slideLayout" Target="/ppt/slideLayouts/slideLayout20.xml" Id="R3830bee7610f4874" /><Relationship Type="http://schemas.openxmlformats.org/officeDocument/2006/relationships/slideLayout" Target="/ppt/slideLayouts/slideLayout21.xml" Id="R3501be03769a47bf" /><Relationship Type="http://schemas.openxmlformats.org/officeDocument/2006/relationships/slideLayout" Target="/ppt/slideLayouts/slideLayout22.xml" Id="Rc6c932a7fdf94332" /><Relationship Type="http://schemas.openxmlformats.org/officeDocument/2006/relationships/slideLayout" Target="/ppt/slideLayouts/slideLayout23.xml" Id="R1578cef511944693" /><Relationship Type="http://schemas.openxmlformats.org/officeDocument/2006/relationships/slideLayout" Target="/ppt/slideLayouts/slideLayout24.xml" Id="R830d622f3a3e4a8d" /><Relationship Type="http://schemas.openxmlformats.org/officeDocument/2006/relationships/slideLayout" Target="/ppt/slideLayouts/slideLayout25.xml" Id="R781b4059c32e4318" /><Relationship Type="http://schemas.openxmlformats.org/officeDocument/2006/relationships/slideLayout" Target="/ppt/slideLayouts/slideLayout26.xml" Id="R72c509de4e5b4e3b" /><Relationship Type="http://schemas.openxmlformats.org/officeDocument/2006/relationships/slideLayout" Target="/ppt/slideLayouts/slideLayout27.xml" Id="Rd64bab8cf4dd4662" /><Relationship Type="http://schemas.openxmlformats.org/officeDocument/2006/relationships/slideLayout" Target="/ppt/slideLayouts/slideLayout28.xml" Id="R0442f6be41a24d75" /><Relationship Type="http://schemas.openxmlformats.org/officeDocument/2006/relationships/slideLayout" Target="/ppt/slideLayouts/slideLayout29.xml" Id="R79f513ef8a51431c" /><Relationship Type="http://schemas.openxmlformats.org/officeDocument/2006/relationships/slideLayout" Target="/ppt/slideLayouts/slideLayout30.xml" Id="R6d9b49d5d2f9493c" /><Relationship Type="http://schemas.openxmlformats.org/officeDocument/2006/relationships/slideLayout" Target="/ppt/slideLayouts/slideLayout31.xml" Id="R1370ab012a2e43b0" /><Relationship Type="http://schemas.openxmlformats.org/officeDocument/2006/relationships/slideLayout" Target="/ppt/slideLayouts/slideLayout32.xml" Id="Rc93289c158a9440f" /><Relationship Type="http://schemas.openxmlformats.org/officeDocument/2006/relationships/slideLayout" Target="/ppt/slideLayouts/slideLayout33.xml" Id="Rca30326f3967467f" /><Relationship Type="http://schemas.openxmlformats.org/officeDocument/2006/relationships/slideLayout" Target="/ppt/slideLayouts/slideLayout34.xml" Id="R7451283838484400" /><Relationship Type="http://schemas.openxmlformats.org/officeDocument/2006/relationships/slideLayout" Target="/ppt/slideLayouts/slideLayout35.xml" Id="Rf04d40e7b34247b3" /><Relationship Type="http://schemas.openxmlformats.org/officeDocument/2006/relationships/slideLayout" Target="/ppt/slideLayouts/slideLayout36.xml" Id="R6b08e38ccbd14a5d" /><Relationship Type="http://schemas.openxmlformats.org/officeDocument/2006/relationships/slideLayout" Target="/ppt/slideLayouts/slideLayout37.xml" Id="R884b112518cc484b" /><Relationship Type="http://schemas.openxmlformats.org/officeDocument/2006/relationships/slideLayout" Target="/ppt/slideLayouts/slideLayout38.xml" Id="R8c09f105aa854df7" /><Relationship Type="http://schemas.openxmlformats.org/officeDocument/2006/relationships/slideLayout" Target="/ppt/slideLayouts/slideLayout39.xml" Id="Rf26e752df9f447d9" /><Relationship Type="http://schemas.openxmlformats.org/officeDocument/2006/relationships/slideLayout" Target="/ppt/slideLayouts/slideLayout40.xml" Id="R9ff4f2a8950a471a" /><Relationship Type="http://schemas.openxmlformats.org/officeDocument/2006/relationships/slideLayout" Target="/ppt/slideLayouts/slideLayout41.xml" Id="Rd36047039e344e6c" /><Relationship Type="http://schemas.openxmlformats.org/officeDocument/2006/relationships/slideLayout" Target="/ppt/slideLayouts/slideLayout42.xml" Id="R434cfdf37141455c" /><Relationship Type="http://schemas.openxmlformats.org/officeDocument/2006/relationships/slideLayout" Target="/ppt/slideLayouts/slideLayout43.xml" Id="R00cc7dfcbc6c4ec9" /><Relationship Type="http://schemas.openxmlformats.org/officeDocument/2006/relationships/slideLayout" Target="/ppt/slideLayouts/slideLayout44.xml" Id="Rf745e14081fb4866" /><Relationship Type="http://schemas.openxmlformats.org/officeDocument/2006/relationships/slideLayout" Target="/ppt/slideLayouts/slideLayout45.xml" Id="R2021535aa6df41b3" /><Relationship Type="http://schemas.openxmlformats.org/officeDocument/2006/relationships/slideLayout" Target="/ppt/slideLayouts/slideLayout46.xml" Id="Ra65532dca2a94b2b" /><Relationship Type="http://schemas.openxmlformats.org/officeDocument/2006/relationships/slideLayout" Target="/ppt/slideLayouts/slideLayout47.xml" Id="R52470f5152a14da0" /><Relationship Type="http://schemas.openxmlformats.org/officeDocument/2006/relationships/slideLayout" Target="/ppt/slideLayouts/slideLayout48.xml" Id="R4486312569df4644" /><Relationship Type="http://schemas.openxmlformats.org/officeDocument/2006/relationships/slideLayout" Target="/ppt/slideLayouts/slideLayout49.xml" Id="R5a4212fafadc47bd" /><Relationship Type="http://schemas.openxmlformats.org/officeDocument/2006/relationships/slideLayout" Target="/ppt/slideLayouts/slideLayout50.xml" Id="R449037058d504dd9" /><Relationship Type="http://schemas.openxmlformats.org/officeDocument/2006/relationships/slideLayout" Target="/ppt/slideLayouts/slideLayout51.xml" Id="R657519281e594b99" /><Relationship Type="http://schemas.openxmlformats.org/officeDocument/2006/relationships/slideLayout" Target="/ppt/slideLayouts/slideLayout52.xml" Id="R5e8caa2a68504bf1" /><Relationship Type="http://schemas.openxmlformats.org/officeDocument/2006/relationships/slideLayout" Target="/ppt/slideLayouts/slideLayout53.xml" Id="R9e058dddfac04add" /><Relationship Type="http://schemas.openxmlformats.org/officeDocument/2006/relationships/slideLayout" Target="/ppt/slideLayouts/slideLayout54.xml" Id="Re9f96bb9e5624faf" /><Relationship Type="http://schemas.openxmlformats.org/officeDocument/2006/relationships/slideLayout" Target="/ppt/slideLayouts/slideLayout55.xml" Id="Rf456e5fa65b04d14" /><Relationship Type="http://schemas.openxmlformats.org/officeDocument/2006/relationships/slideLayout" Target="/ppt/slideLayouts/slideLayout56.xml" Id="R5c28e77bd9704a27"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6" name="Picture 7"/>
          <p:cNvPicPr>
            <a:picLocks xmlns:a="http://schemas.openxmlformats.org/drawingml/2006/main" noChangeAspect="1"/>
          </p:cNvPicPr>
          <p:nvPr/>
        </p:nvPicPr>
        <p:blipFill>
          <a:blip xmlns:r="http://schemas.openxmlformats.org/officeDocument/2006/relationships" xmlns:a="http://schemas.openxmlformats.org/drawingml/2006/main" r:embed="R373b589ea4ce4020">
            <a:extLst>
              <a:ext uri="{96DAC541-7B7A-43D3-8B79-37D633B846F1}">
                <asvg:svgBlip xmlns:asvg="http://schemas.microsoft.com/office/drawing/2016/SVG/main" r:embed="R4b42cd1836ff4951"/>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
        <p:nvSpPr>
          <p:cNvPr id="9" name="TextBox 8">
            <a:extLst xmlns:a="http://schemas.openxmlformats.org/drawingml/2006/main">
              <a:ext uri="{FF2B5EF4-FFF2-40B4-BE49-F238E27FC236}">
                <a16:creationId xmlns:a16="http://schemas.microsoft.com/office/drawing/2014/main" id="{2BC0E387-A96C-0DC7-22A9-9C48F9850C74}"/>
              </a:ext>
            </a:extLst>
          </p:cNvPr>
          <p:cNvSpPr>
            <a:spLocks xmlns:a="http://schemas.openxmlformats.org/drawingml/2006/main" noGrp="1"/>
          </p:cNvSpPr>
          <p:nvPr/>
        </p:nvSpPr>
        <p:spPr>
          <a:xfrm xmlns:a="http://schemas.openxmlformats.org/drawingml/2006/main">
            <a:off x="11315700" y="6672580"/>
            <a:ext cx="833438" cy="12192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800">
                <a:solidFill>
                  <a:srgbClr val="000000">
                    <a:alpha val="50000"/>
                  </a:srgbClr>
                </a:solidFill>
                <a:latin typeface="Aptos"/>
                <a:ea typeface="Aptos"/>
                <a:cs typeface="Aptos"/>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f489fbd4063145db"/>
    <p:sldLayoutId xmlns:r="http://schemas.openxmlformats.org/officeDocument/2006/relationships" id="2147483650" r:id="R894c97731d074ffb"/>
    <p:sldLayoutId xmlns:r="http://schemas.openxmlformats.org/officeDocument/2006/relationships" id="2147483651" r:id="Rfc8e365cfc3e4694"/>
    <p:sldLayoutId xmlns:r="http://schemas.openxmlformats.org/officeDocument/2006/relationships" id="2147483652" r:id="R2e1c923f7b0e4b1e"/>
    <p:sldLayoutId xmlns:r="http://schemas.openxmlformats.org/officeDocument/2006/relationships" id="2147483653" r:id="Reb833489625c47d4"/>
    <p:sldLayoutId xmlns:r="http://schemas.openxmlformats.org/officeDocument/2006/relationships" id="2147483654" r:id="R8c59e69fe78949a7"/>
    <p:sldLayoutId xmlns:r="http://schemas.openxmlformats.org/officeDocument/2006/relationships" id="2147483655" r:id="Rc6f2a77e903e4461"/>
    <p:sldLayoutId xmlns:r="http://schemas.openxmlformats.org/officeDocument/2006/relationships" id="2147483656" r:id="R52dd41a787544003"/>
    <p:sldLayoutId xmlns:r="http://schemas.openxmlformats.org/officeDocument/2006/relationships" id="2147483657" r:id="R0e8025acef994af6"/>
    <p:sldLayoutId xmlns:r="http://schemas.openxmlformats.org/officeDocument/2006/relationships" id="2147483658" r:id="R7d80396ed3834823"/>
    <p:sldLayoutId xmlns:r="http://schemas.openxmlformats.org/officeDocument/2006/relationships" id="2147483659" r:id="R4c485e9ad22942ab"/>
    <p:sldLayoutId xmlns:r="http://schemas.openxmlformats.org/officeDocument/2006/relationships" id="2147483660" r:id="Rfcd2e26e4b424de9"/>
    <p:sldLayoutId xmlns:r="http://schemas.openxmlformats.org/officeDocument/2006/relationships" id="2147483661" r:id="R6d090ce2284449c0"/>
    <p:sldLayoutId xmlns:r="http://schemas.openxmlformats.org/officeDocument/2006/relationships" id="2147483662" r:id="Rbf28b693f1874289"/>
    <p:sldLayoutId xmlns:r="http://schemas.openxmlformats.org/officeDocument/2006/relationships" id="2147483663" r:id="R223ecf2d3d144738"/>
    <p:sldLayoutId xmlns:r="http://schemas.openxmlformats.org/officeDocument/2006/relationships" id="2147483664" r:id="R098434a434d14e69"/>
    <p:sldLayoutId xmlns:r="http://schemas.openxmlformats.org/officeDocument/2006/relationships" id="2147483665" r:id="R7876fe54192d47d8"/>
    <p:sldLayoutId xmlns:r="http://schemas.openxmlformats.org/officeDocument/2006/relationships" id="2147483666" r:id="Rad5b66c7b85046b1"/>
    <p:sldLayoutId xmlns:r="http://schemas.openxmlformats.org/officeDocument/2006/relationships" id="2147483667" r:id="R5a09f4f00ee34975"/>
    <p:sldLayoutId xmlns:r="http://schemas.openxmlformats.org/officeDocument/2006/relationships" id="2147483668" r:id="R3830bee7610f4874"/>
    <p:sldLayoutId xmlns:r="http://schemas.openxmlformats.org/officeDocument/2006/relationships" id="2147483669" r:id="R3501be03769a47bf"/>
    <p:sldLayoutId xmlns:r="http://schemas.openxmlformats.org/officeDocument/2006/relationships" id="2147483670" r:id="Rc6c932a7fdf94332"/>
    <p:sldLayoutId xmlns:r="http://schemas.openxmlformats.org/officeDocument/2006/relationships" id="2147483671" r:id="R1578cef511944693"/>
    <p:sldLayoutId xmlns:r="http://schemas.openxmlformats.org/officeDocument/2006/relationships" id="2147483672" r:id="R830d622f3a3e4a8d"/>
    <p:sldLayoutId xmlns:r="http://schemas.openxmlformats.org/officeDocument/2006/relationships" id="2147483673" r:id="R781b4059c32e4318"/>
    <p:sldLayoutId xmlns:r="http://schemas.openxmlformats.org/officeDocument/2006/relationships" id="2147483674" r:id="R72c509de4e5b4e3b"/>
    <p:sldLayoutId xmlns:r="http://schemas.openxmlformats.org/officeDocument/2006/relationships" id="2147483675" r:id="Rd64bab8cf4dd4662"/>
    <p:sldLayoutId xmlns:r="http://schemas.openxmlformats.org/officeDocument/2006/relationships" id="2147483676" r:id="R0442f6be41a24d75"/>
    <p:sldLayoutId xmlns:r="http://schemas.openxmlformats.org/officeDocument/2006/relationships" id="2147483677" r:id="R79f513ef8a51431c"/>
    <p:sldLayoutId xmlns:r="http://schemas.openxmlformats.org/officeDocument/2006/relationships" id="2147483678" r:id="R6d9b49d5d2f9493c"/>
    <p:sldLayoutId xmlns:r="http://schemas.openxmlformats.org/officeDocument/2006/relationships" id="2147483679" r:id="R1370ab012a2e43b0"/>
    <p:sldLayoutId xmlns:r="http://schemas.openxmlformats.org/officeDocument/2006/relationships" id="2147483680" r:id="Rc93289c158a9440f"/>
    <p:sldLayoutId xmlns:r="http://schemas.openxmlformats.org/officeDocument/2006/relationships" id="2147483681" r:id="Rca30326f3967467f"/>
    <p:sldLayoutId xmlns:r="http://schemas.openxmlformats.org/officeDocument/2006/relationships" id="2147483682" r:id="R7451283838484400"/>
    <p:sldLayoutId xmlns:r="http://schemas.openxmlformats.org/officeDocument/2006/relationships" id="2147483683" r:id="Rf04d40e7b34247b3"/>
    <p:sldLayoutId xmlns:r="http://schemas.openxmlformats.org/officeDocument/2006/relationships" id="2147483684" r:id="R6b08e38ccbd14a5d"/>
    <p:sldLayoutId xmlns:r="http://schemas.openxmlformats.org/officeDocument/2006/relationships" id="2147483685" r:id="R884b112518cc484b"/>
    <p:sldLayoutId xmlns:r="http://schemas.openxmlformats.org/officeDocument/2006/relationships" id="2147483686" r:id="R8c09f105aa854df7"/>
    <p:sldLayoutId xmlns:r="http://schemas.openxmlformats.org/officeDocument/2006/relationships" id="2147483687" r:id="Rf26e752df9f447d9"/>
    <p:sldLayoutId xmlns:r="http://schemas.openxmlformats.org/officeDocument/2006/relationships" id="2147483688" r:id="R9ff4f2a8950a471a"/>
    <p:sldLayoutId xmlns:r="http://schemas.openxmlformats.org/officeDocument/2006/relationships" id="2147483689" r:id="Rd36047039e344e6c"/>
    <p:sldLayoutId xmlns:r="http://schemas.openxmlformats.org/officeDocument/2006/relationships" id="2147483690" r:id="R434cfdf37141455c"/>
    <p:sldLayoutId xmlns:r="http://schemas.openxmlformats.org/officeDocument/2006/relationships" id="2147483691" r:id="R00cc7dfcbc6c4ec9"/>
    <p:sldLayoutId xmlns:r="http://schemas.openxmlformats.org/officeDocument/2006/relationships" id="2147483692" r:id="Rf745e14081fb4866"/>
    <p:sldLayoutId xmlns:r="http://schemas.openxmlformats.org/officeDocument/2006/relationships" id="2147483693" r:id="R2021535aa6df41b3"/>
    <p:sldLayoutId xmlns:r="http://schemas.openxmlformats.org/officeDocument/2006/relationships" id="2147483694" r:id="Ra65532dca2a94b2b"/>
    <p:sldLayoutId xmlns:r="http://schemas.openxmlformats.org/officeDocument/2006/relationships" id="2147483695" r:id="R52470f5152a14da0"/>
    <p:sldLayoutId xmlns:r="http://schemas.openxmlformats.org/officeDocument/2006/relationships" id="2147483696" r:id="R4486312569df4644"/>
    <p:sldLayoutId xmlns:r="http://schemas.openxmlformats.org/officeDocument/2006/relationships" id="2147483697" r:id="R5a4212fafadc47bd"/>
    <p:sldLayoutId xmlns:r="http://schemas.openxmlformats.org/officeDocument/2006/relationships" id="2147483698" r:id="R449037058d504dd9"/>
    <p:sldLayoutId xmlns:r="http://schemas.openxmlformats.org/officeDocument/2006/relationships" id="2147483699" r:id="R657519281e594b99"/>
    <p:sldLayoutId xmlns:r="http://schemas.openxmlformats.org/officeDocument/2006/relationships" id="2147483700" r:id="R5e8caa2a68504bf1"/>
    <p:sldLayoutId xmlns:r="http://schemas.openxmlformats.org/officeDocument/2006/relationships" id="2147483701" r:id="R9e058dddfac04add"/>
    <p:sldLayoutId xmlns:r="http://schemas.openxmlformats.org/officeDocument/2006/relationships" id="2147483702" r:id="Re9f96bb9e5624faf"/>
    <p:sldLayoutId xmlns:r="http://schemas.openxmlformats.org/officeDocument/2006/relationships" id="2147483703" r:id="Rf456e5fa65b04d14"/>
    <p:sldLayoutId xmlns:r="http://schemas.openxmlformats.org/officeDocument/2006/relationships" id="2147483704" r:id="R5c28e77bd9704a27"/>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f2ff529fecb74e21" /><Relationship Type="http://schemas.openxmlformats.org/officeDocument/2006/relationships/notesSlide" Target="/ppt/notesSlides/notesSlide1.xml" Id="R8cb88f51403f4d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7f8bae8a97b1424c" /><Relationship Type="http://schemas.openxmlformats.org/officeDocument/2006/relationships/notesSlide" Target="/ppt/notesSlides/notesSlide2.xml" Id="Rb71a473d121441e5" /></Relationships>
</file>

<file path=ppt/slides/_rels/slide3.xml.rels>&#65279;<?xml version="1.0" encoding="utf-8"?><Relationships xmlns="http://schemas.openxmlformats.org/package/2006/relationships"><Relationship Type="http://schemas.openxmlformats.org/officeDocument/2006/relationships/slideLayout" Target="/ppt/slideLayouts/slideLayout44.xml" Id="Rbdc15dda49a246f3" /><Relationship Type="http://schemas.openxmlformats.org/officeDocument/2006/relationships/notesSlide" Target="/ppt/notesSlides/notesSlide3.xml" Id="R1154418cdd2444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44.xml" Id="Rbcd7cba188cc4eec" /><Relationship Type="http://schemas.openxmlformats.org/officeDocument/2006/relationships/notesSlide" Target="/ppt/notesSlides/notesSlide4.xml" Id="Rc354eaa75dd645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50.xml" Id="Rb62feeb448e74726" /><Relationship Type="http://schemas.openxmlformats.org/officeDocument/2006/relationships/notesSlide" Target="/ppt/notesSlides/notesSlide5.xml" Id="Rf104d95c067e42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f1728ddabbac47af" /><Relationship Type="http://schemas.openxmlformats.org/officeDocument/2006/relationships/notesSlide" Target="/ppt/notesSlides/notesSlide6.xml" Id="R08db5fd4bb7c47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c4473fbbb9e14e34" /><Relationship Type="http://schemas.openxmlformats.org/officeDocument/2006/relationships/notesSlide" Target="/ppt/notesSlides/notesSlide7.xml" Id="R87faa8cd90dd40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0.xml" Id="R6f8c8a1232ec40f5" /><Relationship Type="http://schemas.openxmlformats.org/officeDocument/2006/relationships/notesSlide" Target="/ppt/notesSlides/notesSlide8.xml" Id="R6c1f7955dfcc49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bd8753204ccc4336" /><Relationship Type="http://schemas.openxmlformats.org/officeDocument/2006/relationships/notesSlide" Target="/ppt/notesSlides/notesSlide9.xml" Id="Rd60e1bfbe8ab4e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0.xml" Id="R78beb8ad97bb4979" /><Relationship Type="http://schemas.openxmlformats.org/officeDocument/2006/relationships/notesSlide" Target="/ppt/notesSlides/notesSlide10.xml" Id="R22796fe47c5447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ba6b1133048b486c" /><Relationship Type="http://schemas.openxmlformats.org/officeDocument/2006/relationships/notesSlide" Target="/ppt/notesSlides/notesSlide11.xml" Id="Ra3616da82be0435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0.xml" Id="R2c4e205b9f1d4048" /><Relationship Type="http://schemas.openxmlformats.org/officeDocument/2006/relationships/notesSlide" Target="/ppt/notesSlides/notesSlide12.xml" Id="Ra418cd05915a4a4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401346c4ba7e418d" /><Relationship Type="http://schemas.openxmlformats.org/officeDocument/2006/relationships/image" Target="/ppt/media/image8.png" Id="Rc7b99acca2d74d97" /><Relationship Type="http://schemas.openxmlformats.org/officeDocument/2006/relationships/notesSlide" Target="/ppt/notesSlides/notesSlide13.xml" Id="R32a73cac675c4d15" /><Relationship Id="rIdVideo13" Type="http://schemas.openxmlformats.org/officeDocument/2006/relationships/video" Target="../media/cilium-obi-demo-4-legacy-priority.mp4"/><Relationship Id="rIdMedia13" Type="http://schemas.microsoft.com/office/2007/relationships/media" Target="../media/cilium-obi-demo-4-legacy-priority.mp4"/></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cb308fa389604bf6" /><Relationship Type="http://schemas.openxmlformats.org/officeDocument/2006/relationships/notesSlide" Target="/ppt/notesSlides/notesSlide14.xml" Id="R61fc92ebf0c843c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4712affd3931403d" /><Relationship Type="http://schemas.openxmlformats.org/officeDocument/2006/relationships/notesSlide" Target="/ppt/notesSlides/notesSlide15.xml" Id="Rc5779fa3409b4b1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a889c3ac88ad4817" /><Relationship Type="http://schemas.openxmlformats.org/officeDocument/2006/relationships/image" Target="/ppt/media/image9.png" Id="Re524473424514c27" /><Relationship Type="http://schemas.openxmlformats.org/officeDocument/2006/relationships/notesSlide" Target="/ppt/notesSlides/notesSlide16.xml" Id="R5801d028d186444c"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704af64d6a6947cf" /><Relationship Type="http://schemas.openxmlformats.org/officeDocument/2006/relationships/image" Target="/ppt/media/image10.png" Id="R70f5fbdfca474844" /><Relationship Type="http://schemas.openxmlformats.org/officeDocument/2006/relationships/notesSlide" Target="/ppt/notesSlides/notesSlide17.xml" Id="R60a5467f17984722"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0e75c53dafb74c60" /><Relationship Type="http://schemas.openxmlformats.org/officeDocument/2006/relationships/image" Target="/ppt/media/image11.png" Id="R7d5e3e873ba84d93" /><Relationship Type="http://schemas.openxmlformats.org/officeDocument/2006/relationships/notesSlide" Target="/ppt/notesSlides/notesSlide18.xml" Id="R47b1c3b3310a431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9a348989bc7e4214" /><Relationship Type="http://schemas.openxmlformats.org/officeDocument/2006/relationships/image" Target="/ppt/media/image12.png" Id="Rb437f4bc0ade4b8d" /><Relationship Type="http://schemas.openxmlformats.org/officeDocument/2006/relationships/notesSlide" Target="/ppt/notesSlides/notesSlide19.xml" Id="R4f2bbbcc539742c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37e0884d35ca433f" /><Relationship Type="http://schemas.openxmlformats.org/officeDocument/2006/relationships/image" Target="/ppt/media/image13.png" Id="R0f0948f225af493d" /><Relationship Type="http://schemas.openxmlformats.org/officeDocument/2006/relationships/notesSlide" Target="/ppt/notesSlides/notesSlide20.xml" Id="Re587db3db8a140c2"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b16db02f002a466a" /><Relationship Type="http://schemas.openxmlformats.org/officeDocument/2006/relationships/notesSlide" Target="/ppt/notesSlides/notesSlide21.xml" Id="Re5b48f6eca454c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50.xml" Id="R7bd46b0119b5405f" /><Relationship Type="http://schemas.openxmlformats.org/officeDocument/2006/relationships/notesSlide" Target="/ppt/notesSlides/notesSlide22.xml" Id="Rd38939fc4e26445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0.xml" Id="Rc2eef1e83d5b4c80" /><Relationship Type="http://schemas.openxmlformats.org/officeDocument/2006/relationships/notesSlide" Target="/ppt/notesSlides/notesSlide23.xml" Id="R355c7b189e3f4b8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ad03342471534aba" /><Relationship Type="http://schemas.openxmlformats.org/officeDocument/2006/relationships/notesSlide" Target="/ppt/notesSlides/notesSlide24.xml" Id="R610c8a42db2e438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50.xml" Id="R9967e8e460d0499b" /><Relationship Type="http://schemas.openxmlformats.org/officeDocument/2006/relationships/notesSlide" Target="/ppt/notesSlides/notesSlide25.xml" Id="R3be69f6e512f454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4661535b5e6849fd" /><Relationship Type="http://schemas.openxmlformats.org/officeDocument/2006/relationships/notesSlide" Target="/ppt/notesSlides/notesSlide26.xml" Id="Re805bc7754de4b2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0.xml" Id="R456795477b86421f" /><Relationship Type="http://schemas.openxmlformats.org/officeDocument/2006/relationships/notesSlide" Target="/ppt/notesSlides/notesSlide27.xml" Id="Rbbd8c32c095c4a0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50.xml" Id="R6a0c72f67efa4ff6" /><Relationship Type="http://schemas.openxmlformats.org/officeDocument/2006/relationships/notesSlide" Target="/ppt/notesSlides/notesSlide28.xml" Id="R28e3dfe396854d2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ed3cc67b9b904d44" /><Relationship Type="http://schemas.openxmlformats.org/officeDocument/2006/relationships/notesSlide" Target="/ppt/notesSlides/notesSlide29.xml" Id="R9049e8175ef64be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0.xml" Id="Re4974679a7884683" /><Relationship Type="http://schemas.openxmlformats.org/officeDocument/2006/relationships/notesSlide" Target="/ppt/notesSlides/notesSlide30.xml" Id="Rc6bbd30641834a7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0.xml" Id="R36d34efe6c854850" /><Relationship Type="http://schemas.openxmlformats.org/officeDocument/2006/relationships/notesSlide" Target="/ppt/notesSlides/notesSlide31.xml" Id="R1b598d33808f49b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6412ee22d87745a2" /><Relationship Type="http://schemas.openxmlformats.org/officeDocument/2006/relationships/notesSlide" Target="/ppt/notesSlides/notesSlide32.xml" Id="R0729024d0dc449e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50.xml" Id="Rdd646748a92a4854" /><Relationship Type="http://schemas.openxmlformats.org/officeDocument/2006/relationships/notesSlide" Target="/ppt/notesSlides/notesSlide33.xml" Id="R0b64a37d3d8643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56.xml" Id="R30fa0398fdce4256" /><Relationship Type="http://schemas.openxmlformats.org/officeDocument/2006/relationships/notesSlide" Target="/ppt/notesSlides/notesSlide34.xml" Id="R1cbcedd41e284c8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ounded Rectangle 19">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
            <a:extLst xmlns:a="http://schemas.openxmlformats.org/drawingml/2006/main">
              <a:ext uri="{FF2B5EF4-FFF2-40B4-BE49-F238E27FC236}">
                <a16:creationId xmlns:a16="http://schemas.microsoft.com/office/drawing/2014/main" id="{F2410DE7-62AD-405F-867D-87290CCEF6A7}"/>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65D56C-4C1B-45E5-BEA1-03C8866212B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What it is</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Agent for application telemetry</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Uses eBPF on worker nodes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Observes supported requests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No application code changes</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What it produces</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traces and RED metrics</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Client and server spans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status, and latency</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Where did the request slow down?</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RED = request rate, errors, duration</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and status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Spans and RED metrics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p>
        </p:txBody>
      </p:sp>
    </p:spTree>
    <p:extLst>
      <p:ext uri="{BB962C8B-B14F-4D97-AF65-F5344CB8AC3E}">
        <p14:creationId xmlns:p14="http://schemas.microsoft.com/office/powerpoint/2010/main" val="5025132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share the </a:t>
            </a:r>
            <a:r>
              <a:rPr sz="3000" b="1">
                <a:solidFill>
                  <a:srgbClr val="07182A"/>
                </a:solidFill>
                <a:latin typeface="CiscoSansTT Medium"/>
                <a:ea typeface="CiscoSansTT Medium"/>
                <a:cs typeface="CiscoSansTT Medium"/>
              </a:rPr>
              <a:t>veth</a:t>
            </a:r>
            <a:r>
              <a:rPr sz="3000" b="1">
                <a:solidFill>
                  <a:srgbClr val="07182A"/>
                </a:solidFill>
                <a:latin typeface="CiscoSansTT Medium"/>
                <a:ea typeface="CiscoSansTT Medium"/>
                <a:cs typeface="CiscoSansTT Medium"/>
              </a:rPr>
              <a:t> TC hooks</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Most hooks stay separate. OBI's TCP context propagation creates the overlap.</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273"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 application hooks</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930"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uprobes, kprobes, socket filters</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273"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 datapath hooks</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930"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XDP, cgroup, socket hooks</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702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205" name="Elbow Connector 36"/>
          <p:cNvCxnSpPr>
            <a:stCxn xmlns:a="http://schemas.openxmlformats.org/drawingml/2006/main" id="9" idx="3"/>
            <a:endCxn xmlns:a="http://schemas.openxmlformats.org/drawingml/2006/main" id="10" idx="1"/>
          </p:cNvCxnSpPr>
          <p:nvPr/>
        </p:nvCxnSpPr>
        <p:spPr>
          <a:xfrm xmlns:a="http://schemas.openxmlformats.org/drawingml/2006/main" flipV="1">
            <a:off x="2952750" y="3219450"/>
            <a:ext cx="2000250" cy="12700"/>
          </a:xfrm>
          <a:prstGeom xmlns:a="http://schemas.openxmlformats.org/drawingml/2006/main" prst="bentConnector3">
            <a:avLst>
              <a:gd name="adj1" fmla="val 50000"/>
            </a:avLst>
          </a:prstGeom>
          <a:ln xmlns:a="http://schemas.openxmlformats.org/drawingml/2006/main" w="23813">
            <a:solidFill>
              <a:srgbClr val="686B6B"/>
            </a:solidFill>
            <a:prstDash val="solid"/>
            <a:tailEnd type="arrow" w="med" len="med"/>
          </a:ln>
        </p:spPr>
      </p:cxnSp>
      <p:cxnSp>
        <p:nvCxnSpPr>
          <p:cNvPr id="206" name="Straight Arrow Connector 37"/>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33"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BPF_PROG_TYPE_SCHED_CLS attach points</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217" name="Straight Arrow Connector 48"/>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With </a:t>
            </a:r>
            <a:r>
              <a:rPr sz="1500" b="0">
                <a:solidFill>
                  <a:srgbClr val="686B6B"/>
                </a:solidFill>
                <a:latin typeface="CiscoSansTT"/>
                <a:ea typeface="CiscoSansTT"/>
                <a:cs typeface="CiscoSansTT"/>
              </a:rPr>
              <a:t>context_propagation</a:t>
            </a:r>
            <a:r>
              <a:rPr sz="1500" b="0">
                <a:solidFill>
                  <a:srgbClr val="686B6B"/>
                </a:solidFill>
                <a:latin typeface="CiscoSansTT"/>
                <a:ea typeface="CiscoSansTT"/>
                <a:cs typeface="CiscoSansTT"/>
              </a:rPr>
              <a:t> set to headers, OBI does not attach the TCP propagation TC programs.</a:t>
            </a:r>
          </a:p>
        </p:txBody>
      </p:sp>
    </p:spTree>
    <p:extLst>
      <p:ext uri="{BB962C8B-B14F-4D97-AF65-F5344CB8AC3E}">
        <p14:creationId xmlns:p14="http://schemas.microsoft.com/office/powerpoint/2010/main" val="76814743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slide-title">
            <a:extLst xmlns:a="http://schemas.openxmlformats.org/drawingml/2006/main">
              <a:ext uri="{FF2B5EF4-FFF2-40B4-BE49-F238E27FC236}">
                <a16:creationId xmlns:a16="http://schemas.microsoft.com/office/drawing/2014/main" id="{70BAF0F9-037D-41AB-85AC-1083C528FF7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Pod egress reaches host-veth ingress</a:t>
            </a:r>
          </a:p>
        </p:txBody>
      </p:sp>
      <p:sp>
        <p:nvSpPr>
          <p:cNvPr id="2" name="slide-subtitle">
            <a:extLst xmlns:a="http://schemas.openxmlformats.org/drawingml/2006/main">
              <a:ext uri="{FF2B5EF4-FFF2-40B4-BE49-F238E27FC236}">
                <a16:creationId xmlns:a16="http://schemas.microsoft.com/office/drawing/2014/main" id="{571CE056-3DA1-4E95-A65F-4275F9DAE6F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TC direction is named from the host-side veth, not the pod.</a:t>
            </a:r>
          </a:p>
        </p:txBody>
      </p:sp>
      <p:sp>
        <p:nvSpPr>
          <p:cNvPr id="3" name="Rectangle 2">
            <a:extLst xmlns:a="http://schemas.openxmlformats.org/drawingml/2006/main">
              <a:ext uri="{FF2B5EF4-FFF2-40B4-BE49-F238E27FC236}">
                <a16:creationId xmlns:a16="http://schemas.microsoft.com/office/drawing/2014/main" id="{4AF58112-FE33-4BEA-BAA3-BB4B0B55C1F8}"/>
              </a:ext>
            </a:extLst>
          </p:cNvPr>
          <p:cNvSpPr>
            <a:spLocks xmlns:a="http://schemas.openxmlformats.org/drawingml/2006/main" noGrp="1"/>
          </p:cNvSpPr>
          <p:nvPr/>
        </p:nvSpPr>
        <p:spPr>
          <a:xfrm xmlns:a="http://schemas.openxmlformats.org/drawingml/2006/main">
            <a:off x="6096000" y="1600200"/>
            <a:ext cx="19050" cy="361950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BF5FB36-6363-43EB-9C1F-71B46BBB89A9}"/>
              </a:ext>
            </a:extLst>
          </p:cNvPr>
          <p:cNvSpPr>
            <a:spLocks xmlns:a="http://schemas.openxmlformats.org/drawingml/2006/main" noGrp="1"/>
          </p:cNvSpPr>
          <p:nvPr/>
        </p:nvSpPr>
        <p:spPr>
          <a:xfrm xmlns:a="http://schemas.openxmlformats.org/drawingml/2006/main">
            <a:off x="857250" y="16954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ctr">
              <a:buNone/>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Packet leaves the pod</a:t>
            </a:r>
          </a:p>
        </p:txBody>
      </p:sp>
      <p:sp>
        <p:nvSpPr>
          <p:cNvPr id="5" name="Rectangle 4">
            <a:extLst xmlns:a="http://schemas.openxmlformats.org/drawingml/2006/main">
              <a:ext uri="{FF2B5EF4-FFF2-40B4-BE49-F238E27FC236}">
                <a16:creationId xmlns:a16="http://schemas.microsoft.com/office/drawing/2014/main" id="{42C39126-742C-4B52-9122-CDE34576AD96}"/>
              </a:ext>
            </a:extLst>
          </p:cNvPr>
          <p:cNvSpPr>
            <a:spLocks xmlns:a="http://schemas.openxmlformats.org/drawingml/2006/main" noGrp="1"/>
          </p:cNvSpPr>
          <p:nvPr/>
        </p:nvSpPr>
        <p:spPr>
          <a:xfrm xmlns:a="http://schemas.openxmlformats.org/drawingml/2006/main">
            <a:off x="90487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pod namespace</a:t>
            </a:r>
          </a:p>
        </p:txBody>
      </p:sp>
      <p:sp>
        <p:nvSpPr>
          <p:cNvPr id="6" name="Rectangle 5">
            <a:extLst xmlns:a="http://schemas.openxmlformats.org/drawingml/2006/main">
              <a:ext uri="{FF2B5EF4-FFF2-40B4-BE49-F238E27FC236}">
                <a16:creationId xmlns:a16="http://schemas.microsoft.com/office/drawing/2014/main" id="{83DA4114-4556-4260-824F-9EC2078BE0BB}"/>
              </a:ext>
            </a:extLst>
          </p:cNvPr>
          <p:cNvSpPr>
            <a:spLocks xmlns:a="http://schemas.openxmlformats.org/drawingml/2006/main" noGrp="1"/>
          </p:cNvSpPr>
          <p:nvPr/>
        </p:nvSpPr>
        <p:spPr>
          <a:xfrm xmlns:a="http://schemas.openxmlformats.org/drawingml/2006/main">
            <a:off x="385762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host namespace</a:t>
            </a:r>
          </a:p>
        </p:txBody>
      </p:sp>
      <p:sp>
        <p:nvSpPr>
          <p:cNvPr id="7" name="Rounded Rectangle 6">
            <a:extLst xmlns:a="http://schemas.openxmlformats.org/drawingml/2006/main">
              <a:ext uri="{FF2B5EF4-FFF2-40B4-BE49-F238E27FC236}">
                <a16:creationId xmlns:a16="http://schemas.microsoft.com/office/drawing/2014/main" id="{95D00208-1F10-408F-868C-C7D85C9E0C7F}"/>
              </a:ext>
            </a:extLst>
          </p:cNvPr>
          <p:cNvSpPr>
            <a:spLocks xmlns:a="http://schemas.openxmlformats.org/drawingml/2006/main" noGrp="1"/>
          </p:cNvSpPr>
          <p:nvPr/>
        </p:nvSpPr>
        <p:spPr>
          <a:xfrm xmlns:a="http://schemas.openxmlformats.org/drawingml/2006/main">
            <a:off x="952500" y="2667000"/>
            <a:ext cx="1714500" cy="952500"/>
          </a:xfrm>
          <a:prstGeom xmlns:a="http://schemas.openxmlformats.org/drawingml/2006/main" prst="roundRect">
            <a:avLst>
              <a:gd name="adj" fmla="val 8000"/>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Pod</a:t>
            </a:r>
          </a:p>
        </p:txBody>
      </p:sp>
      <p:sp>
        <p:nvSpPr>
          <p:cNvPr id="8" name="Rounded Rectangle 7">
            <a:extLst xmlns:a="http://schemas.openxmlformats.org/drawingml/2006/main">
              <a:ext uri="{FF2B5EF4-FFF2-40B4-BE49-F238E27FC236}">
                <a16:creationId xmlns:a16="http://schemas.microsoft.com/office/drawing/2014/main" id="{5C454A13-5BD3-478C-B64E-79ECCE0756A5}"/>
              </a:ext>
            </a:extLst>
          </p:cNvPr>
          <p:cNvSpPr>
            <a:spLocks xmlns:a="http://schemas.openxmlformats.org/drawingml/2006/main" noGrp="1"/>
          </p:cNvSpPr>
          <p:nvPr/>
        </p:nvSpPr>
        <p:spPr>
          <a:xfrm xmlns:a="http://schemas.openxmlformats.org/drawingml/2006/main">
            <a:off x="3905250" y="2667000"/>
            <a:ext cx="1809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Host-side veth</a:t>
            </a:r>
          </a:p>
        </p:txBody>
      </p:sp>
      <p:cxnSp>
        <p:nvCxnSpPr>
          <p:cNvPr id="151" name="Straight Arrow Connector 29"/>
          <p:cNvCxnSpPr>
            <a:stCxn xmlns:a="http://schemas.openxmlformats.org/drawingml/2006/main" id="7" idx="3"/>
            <a:endCxn xmlns:a="http://schemas.openxmlformats.org/drawingml/2006/main" id="8" idx="1"/>
          </p:cNvCxnSpPr>
          <p:nvPr/>
        </p:nvCxnSpPr>
        <p:spPr>
          <a:xfrm xmlns:a="http://schemas.openxmlformats.org/drawingml/2006/main">
            <a:off x="2667000" y="3143250"/>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sp>
        <p:nvSpPr>
          <p:cNvPr id="10" name="Rounded Rectangle 9">
            <a:extLst xmlns:a="http://schemas.openxmlformats.org/drawingml/2006/main">
              <a:ext uri="{FF2B5EF4-FFF2-40B4-BE49-F238E27FC236}">
                <a16:creationId xmlns:a16="http://schemas.microsoft.com/office/drawing/2014/main" id="{5D321748-E2EB-44A3-AD5E-80EFC8F906F3}"/>
              </a:ext>
            </a:extLst>
          </p:cNvPr>
          <p:cNvSpPr>
            <a:spLocks xmlns:a="http://schemas.openxmlformats.org/drawingml/2006/main" noGrp="1"/>
          </p:cNvSpPr>
          <p:nvPr/>
        </p:nvSpPr>
        <p:spPr>
          <a:xfrm xmlns:a="http://schemas.openxmlformats.org/drawingml/2006/main">
            <a:off x="876300" y="4019550"/>
            <a:ext cx="1905000" cy="381000"/>
          </a:xfrm>
          <a:prstGeom xmlns:a="http://schemas.openxmlformats.org/drawingml/2006/main" prst="roundRect">
            <a:avLst>
              <a:gd name="adj" fmla="val 20000"/>
            </a:avLst>
          </a:prstGeom>
          <a:solidFill xmlns:a="http://schemas.openxmlformats.org/drawingml/2006/main">
            <a:srgbClr val="F4EAF4"/>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007F"/>
                </a:solidFill>
                <a:latin typeface="CiscoSansTT Medium"/>
                <a:ea typeface="CiscoSansTT Medium"/>
                <a:cs typeface="CiscoSansTT Medium"/>
              </a:defRPr>
            </a:pPr>
            <a:r>
              <a:rPr sz="1350" b="1">
                <a:solidFill>
                  <a:srgbClr val="FF007F"/>
                </a:solidFill>
                <a:latin typeface="CiscoSansTT Medium"/>
                <a:ea typeface="CiscoSansTT Medium"/>
                <a:cs typeface="CiscoSansTT Medium"/>
              </a:rPr>
              <a:t>Pod view: egress</a:t>
            </a:r>
          </a:p>
        </p:txBody>
      </p:sp>
      <p:sp>
        <p:nvSpPr>
          <p:cNvPr id="11" name="Rounded Rectangle 10">
            <a:extLst xmlns:a="http://schemas.openxmlformats.org/drawingml/2006/main">
              <a:ext uri="{FF2B5EF4-FFF2-40B4-BE49-F238E27FC236}">
                <a16:creationId xmlns:a16="http://schemas.microsoft.com/office/drawing/2014/main" id="{7B37275F-0FE7-413B-83A5-8FED32C76A11}"/>
              </a:ext>
            </a:extLst>
          </p:cNvPr>
          <p:cNvSpPr>
            <a:spLocks xmlns:a="http://schemas.openxmlformats.org/drawingml/2006/main" noGrp="1"/>
          </p:cNvSpPr>
          <p:nvPr/>
        </p:nvSpPr>
        <p:spPr>
          <a:xfrm xmlns:a="http://schemas.openxmlformats.org/drawingml/2006/main">
            <a:off x="3810000" y="4019550"/>
            <a:ext cx="20002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TC hook: ingress</a:t>
            </a:r>
          </a:p>
        </p:txBody>
      </p:sp>
      <p:sp>
        <p:nvSpPr>
          <p:cNvPr id="12" name="Rectangle 11">
            <a:extLst xmlns:a="http://schemas.openxmlformats.org/drawingml/2006/main">
              <a:ext uri="{FF2B5EF4-FFF2-40B4-BE49-F238E27FC236}">
                <a16:creationId xmlns:a16="http://schemas.microsoft.com/office/drawing/2014/main" id="{8096DBFE-796B-4FF8-A69A-AB6485315FAC}"/>
              </a:ext>
            </a:extLst>
          </p:cNvPr>
          <p:cNvSpPr>
            <a:spLocks xmlns:a="http://schemas.openxmlformats.org/drawingml/2006/main" noGrp="1"/>
          </p:cNvSpPr>
          <p:nvPr/>
        </p:nvSpPr>
        <p:spPr>
          <a:xfrm xmlns:a="http://schemas.openxmlformats.org/drawingml/2006/main">
            <a:off x="6572250" y="16954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ctr">
              <a:buNone/>
              <a:defRPr sz="2100" b="1">
                <a:solidFill>
                  <a:srgbClr val="0860FE"/>
                </a:solidFill>
                <a:latin typeface="CiscoSansTT Medium"/>
                <a:ea typeface="CiscoSansTT Medium"/>
                <a:cs typeface="CiscoSansTT Medium"/>
              </a:defRPr>
            </a:pPr>
            <a:r>
              <a:rPr sz="2100" b="1">
                <a:solidFill>
                  <a:srgbClr val="0860FE"/>
                </a:solidFill>
                <a:latin typeface="CiscoSansTT Medium"/>
                <a:ea typeface="CiscoSansTT Medium"/>
                <a:cs typeface="CiscoSansTT Medium"/>
              </a:rPr>
              <a:t>Packet enters the pod</a:t>
            </a:r>
          </a:p>
        </p:txBody>
      </p:sp>
      <p:sp>
        <p:nvSpPr>
          <p:cNvPr id="13" name="Rectangle 12">
            <a:extLst xmlns:a="http://schemas.openxmlformats.org/drawingml/2006/main">
              <a:ext uri="{FF2B5EF4-FFF2-40B4-BE49-F238E27FC236}">
                <a16:creationId xmlns:a16="http://schemas.microsoft.com/office/drawing/2014/main" id="{D9683D79-C86C-43C6-AB63-6ACD91B93207}"/>
              </a:ext>
            </a:extLst>
          </p:cNvPr>
          <p:cNvSpPr>
            <a:spLocks xmlns:a="http://schemas.openxmlformats.org/drawingml/2006/main" noGrp="1"/>
          </p:cNvSpPr>
          <p:nvPr/>
        </p:nvSpPr>
        <p:spPr>
          <a:xfrm xmlns:a="http://schemas.openxmlformats.org/drawingml/2006/main">
            <a:off x="652462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host namespace</a:t>
            </a:r>
          </a:p>
        </p:txBody>
      </p:sp>
      <p:sp>
        <p:nvSpPr>
          <p:cNvPr id="14" name="Rectangle 13">
            <a:extLst xmlns:a="http://schemas.openxmlformats.org/drawingml/2006/main">
              <a:ext uri="{FF2B5EF4-FFF2-40B4-BE49-F238E27FC236}">
                <a16:creationId xmlns:a16="http://schemas.microsoft.com/office/drawing/2014/main" id="{93830244-8C08-486C-9225-C47F8E8051B6}"/>
              </a:ext>
            </a:extLst>
          </p:cNvPr>
          <p:cNvSpPr>
            <a:spLocks xmlns:a="http://schemas.openxmlformats.org/drawingml/2006/main" noGrp="1"/>
          </p:cNvSpPr>
          <p:nvPr/>
        </p:nvSpPr>
        <p:spPr>
          <a:xfrm xmlns:a="http://schemas.openxmlformats.org/drawingml/2006/main">
            <a:off x="947737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pod namespace</a:t>
            </a:r>
          </a:p>
        </p:txBody>
      </p:sp>
      <p:sp>
        <p:nvSpPr>
          <p:cNvPr id="15" name="Rounded Rectangle 14">
            <a:extLst xmlns:a="http://schemas.openxmlformats.org/drawingml/2006/main">
              <a:ext uri="{FF2B5EF4-FFF2-40B4-BE49-F238E27FC236}">
                <a16:creationId xmlns:a16="http://schemas.microsoft.com/office/drawing/2014/main" id="{33A9CD60-4993-45BD-BFD0-415B35409C83}"/>
              </a:ext>
            </a:extLst>
          </p:cNvPr>
          <p:cNvSpPr>
            <a:spLocks xmlns:a="http://schemas.openxmlformats.org/drawingml/2006/main" noGrp="1"/>
          </p:cNvSpPr>
          <p:nvPr/>
        </p:nvSpPr>
        <p:spPr>
          <a:xfrm xmlns:a="http://schemas.openxmlformats.org/drawingml/2006/main">
            <a:off x="6477000" y="2667000"/>
            <a:ext cx="1809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Host-side veth</a:t>
            </a:r>
          </a:p>
        </p:txBody>
      </p:sp>
      <p:sp>
        <p:nvSpPr>
          <p:cNvPr id="16" name="Rounded Rectangle 15">
            <a:extLst xmlns:a="http://schemas.openxmlformats.org/drawingml/2006/main">
              <a:ext uri="{FF2B5EF4-FFF2-40B4-BE49-F238E27FC236}">
                <a16:creationId xmlns:a16="http://schemas.microsoft.com/office/drawing/2014/main" id="{A9273AD4-080A-4E01-A676-D74BB02736AD}"/>
              </a:ext>
            </a:extLst>
          </p:cNvPr>
          <p:cNvSpPr>
            <a:spLocks xmlns:a="http://schemas.openxmlformats.org/drawingml/2006/main" noGrp="1"/>
          </p:cNvSpPr>
          <p:nvPr/>
        </p:nvSpPr>
        <p:spPr>
          <a:xfrm xmlns:a="http://schemas.openxmlformats.org/drawingml/2006/main">
            <a:off x="9525000" y="2667000"/>
            <a:ext cx="1714500" cy="952500"/>
          </a:xfrm>
          <a:prstGeom xmlns:a="http://schemas.openxmlformats.org/drawingml/2006/main" prst="roundRect">
            <a:avLst>
              <a:gd name="adj" fmla="val 8000"/>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Pod</a:t>
            </a:r>
          </a:p>
        </p:txBody>
      </p:sp>
      <p:cxnSp>
        <p:nvCxnSpPr>
          <p:cNvPr id="159" name="Straight Arrow Connector 37"/>
          <p:cNvCxnSpPr>
            <a:stCxn xmlns:a="http://schemas.openxmlformats.org/drawingml/2006/main" id="15" idx="3"/>
            <a:endCxn xmlns:a="http://schemas.openxmlformats.org/drawingml/2006/main" id="16" idx="1"/>
          </p:cNvCxnSpPr>
          <p:nvPr/>
        </p:nvCxnSpPr>
        <p:spPr>
          <a:xfrm xmlns:a="http://schemas.openxmlformats.org/drawingml/2006/main">
            <a:off x="8286750" y="3143250"/>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18" name="Rounded Rectangle 17">
            <a:extLst xmlns:a="http://schemas.openxmlformats.org/drawingml/2006/main">
              <a:ext uri="{FF2B5EF4-FFF2-40B4-BE49-F238E27FC236}">
                <a16:creationId xmlns:a16="http://schemas.microsoft.com/office/drawing/2014/main" id="{AF7C2818-A684-4537-9A38-8C7008831635}"/>
              </a:ext>
            </a:extLst>
          </p:cNvPr>
          <p:cNvSpPr>
            <a:spLocks xmlns:a="http://schemas.openxmlformats.org/drawingml/2006/main" noGrp="1"/>
          </p:cNvSpPr>
          <p:nvPr/>
        </p:nvSpPr>
        <p:spPr>
          <a:xfrm xmlns:a="http://schemas.openxmlformats.org/drawingml/2006/main">
            <a:off x="6381750" y="4019550"/>
            <a:ext cx="20002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TC hook: egress</a:t>
            </a:r>
          </a:p>
        </p:txBody>
      </p:sp>
      <p:sp>
        <p:nvSpPr>
          <p:cNvPr id="19" name="Rounded Rectangle 18">
            <a:extLst xmlns:a="http://schemas.openxmlformats.org/drawingml/2006/main">
              <a:ext uri="{FF2B5EF4-FFF2-40B4-BE49-F238E27FC236}">
                <a16:creationId xmlns:a16="http://schemas.microsoft.com/office/drawing/2014/main" id="{018EEE5D-5D38-42B8-8A97-C55A6F5982B0}"/>
              </a:ext>
            </a:extLst>
          </p:cNvPr>
          <p:cNvSpPr>
            <a:spLocks xmlns:a="http://schemas.openxmlformats.org/drawingml/2006/main" noGrp="1"/>
          </p:cNvSpPr>
          <p:nvPr/>
        </p:nvSpPr>
        <p:spPr>
          <a:xfrm xmlns:a="http://schemas.openxmlformats.org/drawingml/2006/main">
            <a:off x="9429750" y="4019550"/>
            <a:ext cx="1905000" cy="381000"/>
          </a:xfrm>
          <a:prstGeom xmlns:a="http://schemas.openxmlformats.org/drawingml/2006/main" prst="roundRect">
            <a:avLst>
              <a:gd name="adj" fmla="val 20000"/>
            </a:avLst>
          </a:prstGeom>
          <a:solidFill xmlns:a="http://schemas.openxmlformats.org/drawingml/2006/main">
            <a:srgbClr val="EAF7FC"/>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860FE"/>
                </a:solidFill>
                <a:latin typeface="CiscoSansTT Medium"/>
                <a:ea typeface="CiscoSansTT Medium"/>
                <a:cs typeface="CiscoSansTT Medium"/>
              </a:defRPr>
            </a:pPr>
            <a:r>
              <a:rPr sz="1350" b="1">
                <a:solidFill>
                  <a:srgbClr val="0860FE"/>
                </a:solidFill>
                <a:latin typeface="CiscoSansTT Medium"/>
                <a:ea typeface="CiscoSansTT Medium"/>
                <a:cs typeface="CiscoSansTT Medium"/>
              </a:rPr>
              <a:t>Pod view: ingress</a:t>
            </a:r>
          </a:p>
        </p:txBody>
      </p:sp>
      <p:sp>
        <p:nvSpPr>
          <p:cNvPr id="20" name="Rounded Rectangle 19">
            <a:extLst xmlns:a="http://schemas.openxmlformats.org/drawingml/2006/main">
              <a:ext uri="{FF2B5EF4-FFF2-40B4-BE49-F238E27FC236}">
                <a16:creationId xmlns:a16="http://schemas.microsoft.com/office/drawing/2014/main" id="{69548B9D-0B0C-4CDF-81E6-8C22DD73925A}"/>
              </a:ext>
            </a:extLst>
          </p:cNvPr>
          <p:cNvSpPr>
            <a:spLocks xmlns:a="http://schemas.openxmlformats.org/drawingml/2006/main" noGrp="1"/>
          </p:cNvSpPr>
          <p:nvPr/>
        </p:nvSpPr>
        <p:spPr>
          <a:xfrm xmlns:a="http://schemas.openxmlformats.org/drawingml/2006/main">
            <a:off x="1381125" y="5010150"/>
            <a:ext cx="9429750" cy="800100"/>
          </a:xfrm>
          <a:prstGeom xmlns:a="http://schemas.openxmlformats.org/drawingml/2006/main" prst="roundRect">
            <a:avLst>
              <a:gd name="adj" fmla="val 9524"/>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9379AF94-2A99-4A77-A84B-360ADCBD3E33}"/>
              </a:ext>
            </a:extLst>
          </p:cNvPr>
          <p:cNvSpPr>
            <a:spLocks xmlns:a="http://schemas.openxmlformats.org/drawingml/2006/main" noGrp="1"/>
          </p:cNvSpPr>
          <p:nvPr/>
        </p:nvSpPr>
        <p:spPr>
          <a:xfrm xmlns:a="http://schemas.openxmlformats.org/drawingml/2006/main">
            <a:off x="1714500" y="5210175"/>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Why it matters: inspect the right TC hook before checking program order.</a:t>
            </a:r>
          </a:p>
        </p:txBody>
      </p:sp>
      <p:sp>
        <p:nvSpPr>
          <p:cNvPr id="73" name="">
            <a:extLst xmlns:a="http://schemas.openxmlformats.org/drawingml/2006/main">
              <a:ext uri="{FF2B5EF4-FFF2-40B4-BE49-F238E27FC236}">
                <a16:creationId xmlns:a16="http://schemas.microsoft.com/office/drawing/2014/main" id="{513470B5-E5C7-466C-9B65-88638B8D288A}"/>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4" name="">
            <a:extLst xmlns:a="http://schemas.openxmlformats.org/drawingml/2006/main">
              <a:ext uri="{FF2B5EF4-FFF2-40B4-BE49-F238E27FC236}">
                <a16:creationId xmlns:a16="http://schemas.microsoft.com/office/drawing/2014/main" id="{F5B0E418-C6C3-4BB6-9410-A2BBF9CD04C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35143755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55" name="Straight Arrow Connector 12"/>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56"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p>
        </p:txBody>
      </p:sp>
    </p:spTree>
    <p:extLst>
      <p:ext uri="{BB962C8B-B14F-4D97-AF65-F5344CB8AC3E}">
        <p14:creationId xmlns:p14="http://schemas.microsoft.com/office/powerpoint/2010/main" val="138039681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70" name="Straight Arrow Connector 20"/>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51"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lnSpcReduction="10000"/>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3"/>
            <p:extLst>
              <p:ext uri="{DAA4B4D4-6D71-4841-9C94-3DE7FCFB9230}">
                <p14:media xmlns:p14="http://schemas.microsoft.com/office/powerpoint/2010/main" xmlns:r="http://schemas.openxmlformats.org/officeDocument/2006/relationships" r:embed="rIdMedia13"/>
              </p:ext>
            </p:extLst>
          </p:nvPr>
        </p:nvPicPr>
        <p:blipFill>
          <a:blip xmlns:r="http://schemas.openxmlformats.org/officeDocument/2006/relationships" xmlns:a="http://schemas.openxmlformats.org/drawingml/2006/main" r:embed="Rc7b99acca2d74d97"/>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p>
        </p:txBody>
      </p:sp>
      <p:sp>
        <p:nvSpPr>
          <p:cNvPr id="2" name="Rectangle 1">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Rounded Rectangle 1">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Rounded Rectangle 2">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Rounded Rectangle 3">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Rounded Rectangle 4">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158" name="Straight Arrow Connector 24"/>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159" name="Straight Arrow Connector 25"/>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160" name="Straight Arrow Connector 26"/>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Rounded Rectangle 8">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Rounded Rectangle 9">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Rounded Rectangle 10">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Rounded Rectangle 11">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Rounded Rectangle 12">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Rounded Rectangle 13">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167" name="Straight Arrow Connector 33"/>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168" name="Straight Arrow Connector 34"/>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169" name="Straight Arrow Connector 35"/>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170" name="Elbow Connector 36"/>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171" name="Elbow Connector 37"/>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e524473424514c27"/>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70f5fbdfca474844"/>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7d5e3e873ba84d93"/>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b437f4bc0ade4b8d"/>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6"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0f0948f225af493d"/>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64" name="Straight Arrow Connector 14"/>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65" name="Straight Arrow Connector 15"/>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Rectangle 7">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p>
        </p:txBody>
      </p:sp>
    </p:spTree>
    <p:extLst>
      <p:ext uri="{BB962C8B-B14F-4D97-AF65-F5344CB8AC3E}">
        <p14:creationId xmlns:p14="http://schemas.microsoft.com/office/powerpoint/2010/main" val="14255440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Measured B and D within the six-condition plan</a:t>
            </a:r>
          </a:p>
        </p:txBody>
      </p:sp>
      <p:sp>
        <p:nvSpPr>
          <p:cNvPr id="2" name="Rounded Rectangle 1">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114300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55245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306705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247650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49911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44005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691515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632460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88392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82486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2" name="Rounded Rectangle 11">
            <a:extLst xmlns:a="http://schemas.openxmlformats.org/drawingml/2006/main">
              <a:ext uri="{FF2B5EF4-FFF2-40B4-BE49-F238E27FC236}">
                <a16:creationId xmlns:a16="http://schemas.microsoft.com/office/drawing/2014/main" id="{BEA554FE-A88A-4E81-8FE2-A3ADCA53BBA6}"/>
              </a:ext>
            </a:extLst>
          </p:cNvPr>
          <p:cNvSpPr>
            <a:spLocks xmlns:a="http://schemas.openxmlformats.org/drawingml/2006/main" noGrp="1"/>
          </p:cNvSpPr>
          <p:nvPr/>
        </p:nvSpPr>
        <p:spPr>
          <a:xfrm xmlns:a="http://schemas.openxmlformats.org/drawingml/2006/main">
            <a:off x="10763250" y="1581150"/>
            <a:ext cx="704850" cy="381000"/>
          </a:xfrm>
          <a:prstGeom xmlns:a="http://schemas.openxmlformats.org/drawingml/2006/main" prst="roundRect">
            <a:avLst>
              <a:gd name="adj" fmla="val 20000"/>
            </a:avLst>
          </a:prstGeom>
          <a:solidFill xmlns:a="http://schemas.openxmlformats.org/drawingml/2006/main">
            <a:srgbClr val="FF9000"/>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F</a:t>
            </a:r>
          </a:p>
        </p:txBody>
      </p:sp>
      <p:sp>
        <p:nvSpPr>
          <p:cNvPr id="13" name="Rounded Rectangle 12">
            <a:extLst xmlns:a="http://schemas.openxmlformats.org/drawingml/2006/main">
              <a:ext uri="{FF2B5EF4-FFF2-40B4-BE49-F238E27FC236}">
                <a16:creationId xmlns:a16="http://schemas.microsoft.com/office/drawing/2014/main" id="{C022B260-3FBC-4E68-A335-53B03B50C40E}"/>
              </a:ext>
            </a:extLst>
          </p:cNvPr>
          <p:cNvSpPr>
            <a:spLocks xmlns:a="http://schemas.openxmlformats.org/drawingml/2006/main" noGrp="1"/>
          </p:cNvSpPr>
          <p:nvPr/>
        </p:nvSpPr>
        <p:spPr>
          <a:xfrm xmlns:a="http://schemas.openxmlformats.org/drawingml/2006/main">
            <a:off x="10172700" y="2152650"/>
            <a:ext cx="1790700" cy="1352550"/>
          </a:xfrm>
          <a:prstGeom xmlns:a="http://schemas.openxmlformats.org/drawingml/2006/main" prst="roundRect">
            <a:avLst>
              <a:gd name="adj" fmla="val 5634"/>
            </a:avLst>
          </a:prstGeom>
          <a:solidFill xmlns:a="http://schemas.openxmlformats.org/drawingml/2006/main">
            <a:srgbClr val="FFF5E6"/>
          </a:solidFill>
          <a:ln xmlns:a="http://schemas.openxmlformats.org/drawingml/2006/main" w="14288">
            <a:solidFill>
              <a:srgbClr val="FF9000"/>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Legacy TC</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fresh cluster</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cluster, route, request count, concurrency, placement, and backend</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40-request warm-up, then five samples of 200 requests at concurrency 20</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B versus D: throughput 19.77 to 19.73 req/s (-0.2%), p95 1,018 to 1,020 ms (+2 ms)</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0 / 2,000 failures. OBI median: 0.013 cores and 253 MiB across two pods.</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7,210 spans delivered. Hubble lost events: 36 baseline, 1,083 combined.</a:t>
            </a:r>
          </a:p>
        </p:txBody>
      </p:sp>
    </p:spTree>
    <p:extLst>
      <p:ext uri="{BB962C8B-B14F-4D97-AF65-F5344CB8AC3E}">
        <p14:creationId xmlns:p14="http://schemas.microsoft.com/office/powerpoint/2010/main" val="61737127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48"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p>
        </p:txBody>
      </p:sp>
    </p:spTree>
    <p:extLst>
      <p:ext uri="{BB962C8B-B14F-4D97-AF65-F5344CB8AC3E}">
        <p14:creationId xmlns:p14="http://schemas.microsoft.com/office/powerpoint/2010/main" val="159025230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179" name="Straight Arrow Connector 38"/>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180" name="Straight Arrow Connector 39"/>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181" name="Straight Arrow Connector 40"/>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182" name="Straight Arrow Connector 41"/>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791" lnSpcReduction="10000"/>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61" lnSpcReduction="2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p>
        </p:txBody>
      </p:sp>
    </p:spTree>
    <p:extLst>
      <p:ext uri="{BB962C8B-B14F-4D97-AF65-F5344CB8AC3E}">
        <p14:creationId xmlns:p14="http://schemas.microsoft.com/office/powerpoint/2010/main" val="127259867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lnSpcReduction="10000"/>
          </a:bodyPr>
          <a:lstStyle xmlns:a="http://schemas.openxmlformats.org/drawingml/2006/main"/>
          <a:p xmlns:a="http://schemas.openxmlformats.org/drawingml/2006/main">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44094207"/>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p>
        </p:txBody>
      </p:sp>
      <p:sp>
        <p:nvSpPr>
          <p:cNvPr id="2" name="Rectangle 1">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2026-09-27T16:16:53.7160000Z</dcterms:created>
  <dcterms:modified xsi:type="dcterms:W3CDTF">2026-09-27T16:16:53.7160000Z</dcterms:modified>
</coreProperties>
</file>